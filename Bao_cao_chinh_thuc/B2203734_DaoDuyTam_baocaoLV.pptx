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34"/>
  </p:notesMasterIdLst>
  <p:sldIdLst>
    <p:sldId id="256" r:id="rId2"/>
    <p:sldId id="259" r:id="rId3"/>
    <p:sldId id="257" r:id="rId4"/>
    <p:sldId id="313" r:id="rId5"/>
    <p:sldId id="314" r:id="rId6"/>
    <p:sldId id="315" r:id="rId7"/>
    <p:sldId id="316" r:id="rId8"/>
    <p:sldId id="332" r:id="rId9"/>
    <p:sldId id="318" r:id="rId10"/>
    <p:sldId id="333" r:id="rId11"/>
    <p:sldId id="334" r:id="rId12"/>
    <p:sldId id="317" r:id="rId13"/>
    <p:sldId id="339" r:id="rId14"/>
    <p:sldId id="335" r:id="rId15"/>
    <p:sldId id="319" r:id="rId16"/>
    <p:sldId id="320" r:id="rId17"/>
    <p:sldId id="321" r:id="rId18"/>
    <p:sldId id="324" r:id="rId19"/>
    <p:sldId id="325" r:id="rId20"/>
    <p:sldId id="326" r:id="rId21"/>
    <p:sldId id="327" r:id="rId22"/>
    <p:sldId id="329" r:id="rId23"/>
    <p:sldId id="322" r:id="rId24"/>
    <p:sldId id="336" r:id="rId25"/>
    <p:sldId id="337" r:id="rId26"/>
    <p:sldId id="338" r:id="rId27"/>
    <p:sldId id="330" r:id="rId28"/>
    <p:sldId id="281" r:id="rId29"/>
    <p:sldId id="328" r:id="rId30"/>
    <p:sldId id="283" r:id="rId31"/>
    <p:sldId id="307" r:id="rId32"/>
    <p:sldId id="261" r:id="rId33"/>
  </p:sldIdLst>
  <p:sldSz cx="12192000" cy="6858000"/>
  <p:notesSz cx="6858000" cy="9144000"/>
  <p:embeddedFontLst>
    <p:embeddedFont>
      <p:font typeface="Barlow" panose="00000500000000000000" pitchFamily="2" charset="0"/>
      <p:regular r:id="rId35"/>
      <p:bold r:id="rId36"/>
      <p:italic r:id="rId37"/>
      <p:boldItalic r:id="rId38"/>
    </p:embeddedFont>
    <p:embeddedFont>
      <p:font typeface="Cambria Math" panose="02040503050406030204" pitchFamily="18" charset="0"/>
      <p:regular r:id="rId39"/>
    </p:embeddedFont>
    <p:embeddedFont>
      <p:font typeface="K2D" panose="020B0604020202020204" charset="-34"/>
      <p:regular r:id="rId40"/>
      <p:bold r:id="rId41"/>
      <p:italic r:id="rId42"/>
      <p:boldItalic r:id="rId43"/>
    </p:embeddedFont>
    <p:embeddedFont>
      <p:font typeface="Readex Pro" panose="020B0604020202020204" charset="-78"/>
      <p:regular r:id="rId44"/>
      <p:bold r:id="rId4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FFFF"/>
    <a:srgbClr val="1F5CAA"/>
    <a:srgbClr val="1F5CA9"/>
    <a:srgbClr val="00AFEF"/>
    <a:srgbClr val="FFFFFF"/>
    <a:srgbClr val="27ACE3"/>
    <a:srgbClr val="F2F2F2"/>
    <a:srgbClr val="000000"/>
    <a:srgbClr val="D9D9D9"/>
    <a:srgbClr val="BABAB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831" autoAdjust="0"/>
    <p:restoredTop sz="68627" autoAdjust="0"/>
  </p:normalViewPr>
  <p:slideViewPr>
    <p:cSldViewPr snapToGrid="0">
      <p:cViewPr varScale="1">
        <p:scale>
          <a:sx n="56" d="100"/>
          <a:sy n="56" d="100"/>
        </p:scale>
        <p:origin x="1810" y="53"/>
      </p:cViewPr>
      <p:guideLst/>
    </p:cSldViewPr>
  </p:slideViewPr>
  <p:notesTextViewPr>
    <p:cViewPr>
      <p:scale>
        <a:sx n="150" d="100"/>
        <a:sy n="15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5.fntdata"/><Relationship Id="rId21" Type="http://schemas.openxmlformats.org/officeDocument/2006/relationships/slide" Target="slides/slide20.xml"/><Relationship Id="rId34" Type="http://schemas.openxmlformats.org/officeDocument/2006/relationships/notesMaster" Target="notesMasters/notesMaster1.xml"/><Relationship Id="rId42" Type="http://schemas.openxmlformats.org/officeDocument/2006/relationships/font" Target="fonts/font8.fntdata"/><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3.fntdata"/><Relationship Id="rId40" Type="http://schemas.openxmlformats.org/officeDocument/2006/relationships/font" Target="fonts/font6.fntdata"/><Relationship Id="rId45" Type="http://schemas.openxmlformats.org/officeDocument/2006/relationships/font" Target="fonts/font11.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2.fntdata"/><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1.fntdata"/><Relationship Id="rId43" Type="http://schemas.openxmlformats.org/officeDocument/2006/relationships/font" Target="fonts/font9.fntdata"/><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4.fntdata"/><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351834-139E-470A-A43A-C592EF96EF0A}" type="datetimeFigureOut">
              <a:rPr lang="en-US" smtClean="0"/>
              <a:t>4/24/2026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9B3CAC-2EB8-464D-9809-676F799F19D1}" type="slidenum">
              <a:rPr lang="en-US" smtClean="0"/>
              <a:t>‹#›</a:t>
            </a:fld>
            <a:endParaRPr lang="en-US"/>
          </a:p>
        </p:txBody>
      </p:sp>
    </p:spTree>
    <p:extLst>
      <p:ext uri="{BB962C8B-B14F-4D97-AF65-F5344CB8AC3E}">
        <p14:creationId xmlns:p14="http://schemas.microsoft.com/office/powerpoint/2010/main" val="14937721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9B3CAC-2EB8-464D-9809-676F799F19D1}" type="slidenum">
              <a:rPr lang="en-US" smtClean="0"/>
              <a:t>1</a:t>
            </a:fld>
            <a:endParaRPr lang="en-US"/>
          </a:p>
        </p:txBody>
      </p:sp>
    </p:spTree>
    <p:extLst>
      <p:ext uri="{BB962C8B-B14F-4D97-AF65-F5344CB8AC3E}">
        <p14:creationId xmlns:p14="http://schemas.microsoft.com/office/powerpoint/2010/main" val="27566805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9B3CAC-2EB8-464D-9809-676F799F19D1}" type="slidenum">
              <a:rPr lang="en-US" smtClean="0"/>
              <a:t>2</a:t>
            </a:fld>
            <a:endParaRPr lang="en-US"/>
          </a:p>
        </p:txBody>
      </p:sp>
    </p:spTree>
    <p:extLst>
      <p:ext uri="{BB962C8B-B14F-4D97-AF65-F5344CB8AC3E}">
        <p14:creationId xmlns:p14="http://schemas.microsoft.com/office/powerpoint/2010/main" val="36654221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-Báo cáo </a:t>
            </a:r>
            <a:r>
              <a:rPr lang="vi-VN" b="1" dirty="0"/>
              <a:t>OSSRA</a:t>
            </a:r>
            <a:r>
              <a:rPr lang="vi-VN" dirty="0"/>
              <a:t> (</a:t>
            </a:r>
            <a:r>
              <a:rPr lang="en-US" dirty="0"/>
              <a:t>Open Source Security and Risk </a:t>
            </a:r>
            <a:r>
              <a:rPr lang="vi-VN" dirty="0"/>
              <a:t>Analysis) của </a:t>
            </a:r>
            <a:r>
              <a:rPr lang="vi-VN" b="1" dirty="0"/>
              <a:t>Synopsys:  </a:t>
            </a:r>
            <a:r>
              <a:rPr lang="vi-VN" b="0" dirty="0"/>
              <a:t>khẳng định 76%-84%</a:t>
            </a:r>
          </a:p>
          <a:p>
            <a:r>
              <a:rPr lang="vi-VN" dirty="0"/>
              <a:t>-</a:t>
            </a:r>
            <a:r>
              <a:rPr lang="en-US" b="1" dirty="0"/>
              <a:t>Báo </a:t>
            </a:r>
            <a:r>
              <a:rPr lang="en-US" b="1" dirty="0" err="1"/>
              <a:t>cáo</a:t>
            </a:r>
            <a:r>
              <a:rPr lang="en-US" b="1" dirty="0"/>
              <a:t> "State of the Software Supply Chain"</a:t>
            </a:r>
            <a:r>
              <a:rPr lang="en-US" dirty="0"/>
              <a:t> </a:t>
            </a:r>
            <a:r>
              <a:rPr lang="en-US" dirty="0" err="1"/>
              <a:t>của</a:t>
            </a:r>
            <a:r>
              <a:rPr lang="en-US" dirty="0"/>
              <a:t> </a:t>
            </a:r>
            <a:r>
              <a:rPr lang="vi-VN" b="1" dirty="0"/>
              <a:t>Sonatype: </a:t>
            </a:r>
            <a:r>
              <a:rPr lang="vi-VN" b="0" dirty="0"/>
              <a:t>chỉ ra nhà pát triển tiêu thụ hàng tỷ gói thư viện OSS mỗi năm để đẩy nhanh tốc độ phát triển</a:t>
            </a:r>
          </a:p>
          <a:p>
            <a:r>
              <a:rPr lang="vi-VN" b="0" dirty="0"/>
              <a:t>Thảm họa Log4j 2021 lỗ hổng Log4shell </a:t>
            </a:r>
            <a:r>
              <a:rPr lang="en-US" b="1" dirty="0"/>
              <a:t>(CVE-2021-44228)</a:t>
            </a:r>
            <a:r>
              <a:rPr lang="en-US" dirty="0"/>
              <a:t> </a:t>
            </a:r>
            <a:r>
              <a:rPr lang="en-US" dirty="0" err="1"/>
              <a:t>trong</a:t>
            </a:r>
            <a:r>
              <a:rPr lang="en-US" dirty="0"/>
              <a:t> </a:t>
            </a:r>
            <a:r>
              <a:rPr lang="en-US" dirty="0" err="1"/>
              <a:t>thư</a:t>
            </a:r>
            <a:r>
              <a:rPr lang="en-US" dirty="0"/>
              <a:t> </a:t>
            </a:r>
            <a:r>
              <a:rPr lang="en-US" dirty="0" err="1"/>
              <a:t>viện</a:t>
            </a:r>
            <a:r>
              <a:rPr lang="en-US" dirty="0"/>
              <a:t> Apache </a:t>
            </a:r>
            <a:r>
              <a:rPr lang="vi-VN" dirty="0"/>
              <a:t>Log4j, ví dụ điển hình cho phụ thuộc bắc cầu, tưởng chừng như vô hại nhưng đã gây ra </a:t>
            </a:r>
            <a:r>
              <a:rPr lang="en-US" dirty="0" err="1"/>
              <a:t>thiệt</a:t>
            </a:r>
            <a:r>
              <a:rPr lang="en-US" dirty="0"/>
              <a:t> </a:t>
            </a:r>
            <a:r>
              <a:rPr lang="en-US" dirty="0" err="1"/>
              <a:t>hại</a:t>
            </a:r>
            <a:r>
              <a:rPr lang="en-US" dirty="0"/>
              <a:t> </a:t>
            </a:r>
            <a:r>
              <a:rPr lang="en-US" dirty="0" err="1"/>
              <a:t>tức</a:t>
            </a:r>
            <a:r>
              <a:rPr lang="en-US" dirty="0"/>
              <a:t> </a:t>
            </a:r>
            <a:r>
              <a:rPr lang="en-US" dirty="0" err="1"/>
              <a:t>thì</a:t>
            </a:r>
            <a:r>
              <a:rPr lang="en-US" dirty="0"/>
              <a:t> </a:t>
            </a:r>
            <a:r>
              <a:rPr lang="en-US" dirty="0" err="1"/>
              <a:t>và</a:t>
            </a:r>
            <a:r>
              <a:rPr lang="en-US" dirty="0"/>
              <a:t> </a:t>
            </a:r>
            <a:r>
              <a:rPr lang="en-US" dirty="0" err="1"/>
              <a:t>trên</a:t>
            </a:r>
            <a:r>
              <a:rPr lang="en-US" dirty="0"/>
              <a:t> </a:t>
            </a:r>
            <a:r>
              <a:rPr lang="en-US" dirty="0" err="1"/>
              <a:t>diện</a:t>
            </a:r>
            <a:r>
              <a:rPr lang="en-US" dirty="0"/>
              <a:t> </a:t>
            </a:r>
            <a:r>
              <a:rPr lang="en-US" dirty="0" err="1"/>
              <a:t>rộng</a:t>
            </a:r>
            <a:r>
              <a:rPr lang="en-US" dirty="0"/>
              <a:t> </a:t>
            </a:r>
            <a:r>
              <a:rPr lang="en-US" dirty="0" err="1"/>
              <a:t>cho</a:t>
            </a:r>
            <a:r>
              <a:rPr lang="en-US" dirty="0"/>
              <a:t> </a:t>
            </a:r>
            <a:r>
              <a:rPr lang="en-US" dirty="0" err="1"/>
              <a:t>hàng</a:t>
            </a:r>
            <a:r>
              <a:rPr lang="en-US" dirty="0"/>
              <a:t> </a:t>
            </a:r>
            <a:r>
              <a:rPr lang="en-US" dirty="0" err="1"/>
              <a:t>triệu</a:t>
            </a:r>
            <a:r>
              <a:rPr lang="en-US" dirty="0"/>
              <a:t> </a:t>
            </a:r>
            <a:r>
              <a:rPr lang="en-US" dirty="0" err="1"/>
              <a:t>hệ</a:t>
            </a:r>
            <a:r>
              <a:rPr lang="en-US" dirty="0"/>
              <a:t> </a:t>
            </a:r>
            <a:r>
              <a:rPr lang="en-US" dirty="0" err="1"/>
              <a:t>thống</a:t>
            </a:r>
            <a:r>
              <a:rPr lang="en-US" dirty="0"/>
              <a:t> </a:t>
            </a:r>
            <a:r>
              <a:rPr lang="en-US" dirty="0" err="1"/>
              <a:t>toàn</a:t>
            </a:r>
            <a:r>
              <a:rPr lang="en-US" dirty="0"/>
              <a:t> </a:t>
            </a:r>
            <a:r>
              <a:rPr lang="vi-VN" dirty="0"/>
              <a:t>cầu.</a:t>
            </a:r>
          </a:p>
          <a:p>
            <a:r>
              <a:rPr lang="vi-VN" b="0" dirty="0"/>
              <a:t>=&gt; Chính vì “điểm mù” như thế mà các kỹ thuật quét thông thường thiếu hiệu quả, đòi hỏi 1 khung đánh giá chuẩn hóa.</a:t>
            </a:r>
          </a:p>
        </p:txBody>
      </p:sp>
      <p:sp>
        <p:nvSpPr>
          <p:cNvPr id="4" name="Slide Number Placeholder 3"/>
          <p:cNvSpPr>
            <a:spLocks noGrp="1"/>
          </p:cNvSpPr>
          <p:nvPr>
            <p:ph type="sldNum" sz="quarter" idx="5"/>
          </p:nvPr>
        </p:nvSpPr>
        <p:spPr/>
        <p:txBody>
          <a:bodyPr/>
          <a:lstStyle/>
          <a:p>
            <a:fld id="{FB9B3CAC-2EB8-464D-9809-676F799F19D1}" type="slidenum">
              <a:rPr lang="en-US" smtClean="0"/>
              <a:t>4</a:t>
            </a:fld>
            <a:endParaRPr lang="en-US"/>
          </a:p>
        </p:txBody>
      </p:sp>
    </p:spTree>
    <p:extLst>
      <p:ext uri="{BB962C8B-B14F-4D97-AF65-F5344CB8AC3E}">
        <p14:creationId xmlns:p14="http://schemas.microsoft.com/office/powerpoint/2010/main" val="38549391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FE9FDF-E3BC-FB0E-B318-B1C0C9BF53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219A75-DC27-5942-3EC9-82E19A1E28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7F316F-36E0-9829-0CA2-D026269D2951}"/>
              </a:ext>
            </a:extLst>
          </p:cNvPr>
          <p:cNvSpPr>
            <a:spLocks noGrp="1"/>
          </p:cNvSpPr>
          <p:nvPr>
            <p:ph type="body" idx="1"/>
          </p:nvPr>
        </p:nvSpPr>
        <p:spPr/>
        <p:txBody>
          <a:bodyPr/>
          <a:lstStyle/>
          <a:p>
            <a:endParaRPr lang="vi-VN" b="0" dirty="0"/>
          </a:p>
        </p:txBody>
      </p:sp>
      <p:sp>
        <p:nvSpPr>
          <p:cNvPr id="4" name="Slide Number Placeholder 3">
            <a:extLst>
              <a:ext uri="{FF2B5EF4-FFF2-40B4-BE49-F238E27FC236}">
                <a16:creationId xmlns:a16="http://schemas.microsoft.com/office/drawing/2014/main" id="{4EB4AF06-02A3-49DA-7FDA-424DEB95C1F4}"/>
              </a:ext>
            </a:extLst>
          </p:cNvPr>
          <p:cNvSpPr>
            <a:spLocks noGrp="1"/>
          </p:cNvSpPr>
          <p:nvPr>
            <p:ph type="sldNum" sz="quarter" idx="5"/>
          </p:nvPr>
        </p:nvSpPr>
        <p:spPr/>
        <p:txBody>
          <a:bodyPr/>
          <a:lstStyle/>
          <a:p>
            <a:fld id="{FB9B3CAC-2EB8-464D-9809-676F799F19D1}" type="slidenum">
              <a:rPr lang="en-US" smtClean="0"/>
              <a:t>5</a:t>
            </a:fld>
            <a:endParaRPr lang="en-US"/>
          </a:p>
        </p:txBody>
      </p:sp>
    </p:spTree>
    <p:extLst>
      <p:ext uri="{BB962C8B-B14F-4D97-AF65-F5344CB8AC3E}">
        <p14:creationId xmlns:p14="http://schemas.microsoft.com/office/powerpoint/2010/main" val="36856327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B30331-B487-6532-B0AD-D8DC5A1436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C2AF83-3967-86B4-7C78-6C4C5297F1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EF59BB-A8E2-18D4-D942-1CF109E98C41}"/>
              </a:ext>
            </a:extLst>
          </p:cNvPr>
          <p:cNvSpPr>
            <a:spLocks noGrp="1"/>
          </p:cNvSpPr>
          <p:nvPr>
            <p:ph type="body" idx="1"/>
          </p:nvPr>
        </p:nvSpPr>
        <p:spPr/>
        <p:txBody>
          <a:bodyPr/>
          <a:lstStyle/>
          <a:p>
            <a:r>
              <a:rPr lang="vi-VN" sz="1200" b="1" kern="1200" dirty="0">
                <a:solidFill>
                  <a:schemeClr val="tx1"/>
                </a:solidFill>
                <a:effectLst/>
                <a:latin typeface="+mn-lt"/>
                <a:ea typeface="+mn-ea"/>
                <a:cs typeface="+mn-cs"/>
              </a:rPr>
              <a:t>Tính bước ngoặt:</a:t>
            </a:r>
            <a:r>
              <a:rPr lang="vi-VN" sz="1200" kern="1200" dirty="0">
                <a:solidFill>
                  <a:schemeClr val="tx1"/>
                </a:solidFill>
                <a:effectLst/>
                <a:latin typeface="+mn-lt"/>
                <a:ea typeface="+mn-ea"/>
                <a:cs typeface="+mn-cs"/>
              </a:rPr>
              <a:t> Là phiên bản đầu tiên đặt trọng tâm đặc biệt vào an toàn chuỗi cung ứng phần mềm.</a:t>
            </a:r>
          </a:p>
          <a:p>
            <a:r>
              <a:rPr lang="vi-VN" sz="1200" b="1" kern="1200" dirty="0">
                <a:solidFill>
                  <a:schemeClr val="tx1"/>
                </a:solidFill>
                <a:effectLst/>
                <a:latin typeface="+mn-lt"/>
                <a:ea typeface="+mn-ea"/>
                <a:cs typeface="+mn-cs"/>
              </a:rPr>
              <a:t>Sự toàn diện:</a:t>
            </a:r>
            <a:r>
              <a:rPr lang="vi-VN" sz="1200" kern="1200" dirty="0">
                <a:solidFill>
                  <a:schemeClr val="tx1"/>
                </a:solidFill>
                <a:effectLst/>
                <a:latin typeface="+mn-lt"/>
                <a:ea typeface="+mn-ea"/>
                <a:cs typeface="+mn-cs"/>
              </a:rPr>
              <a:t> Cung cấp các yêu cầu khắt khe về kiến trúc, mã độc và tính toàn vẹn của quy trình build.</a:t>
            </a:r>
          </a:p>
          <a:p>
            <a:r>
              <a:rPr lang="vi-VN" sz="1200" b="1" kern="1200" dirty="0">
                <a:solidFill>
                  <a:schemeClr val="tx1"/>
                </a:solidFill>
                <a:effectLst/>
                <a:latin typeface="+mn-lt"/>
                <a:ea typeface="+mn-ea"/>
                <a:cs typeface="+mn-cs"/>
              </a:rPr>
              <a:t>Tính cập nhật:</a:t>
            </a:r>
            <a:r>
              <a:rPr lang="vi-VN" sz="1200" kern="1200" dirty="0">
                <a:solidFill>
                  <a:schemeClr val="tx1"/>
                </a:solidFill>
                <a:effectLst/>
                <a:latin typeface="+mn-lt"/>
                <a:ea typeface="+mn-ea"/>
                <a:cs typeface="+mn-cs"/>
              </a:rPr>
              <a:t> Thay thế các phương pháp cũ bằng cách tiếp cận chuyên sâu hơn vào các cuộc tấn công hiện đại</a:t>
            </a:r>
          </a:p>
          <a:p>
            <a:r>
              <a:rPr lang="vi-VN" dirty="0"/>
              <a:t>-Level 1 là mức cơ bản (máy quét được), Level 2 cho ứng dụng chứa dữ liệu nhạy cảm, và Level 3 cho các hệ thống trọng yếu.</a:t>
            </a:r>
            <a:endParaRPr lang="vi-VN" b="0" dirty="0"/>
          </a:p>
        </p:txBody>
      </p:sp>
      <p:sp>
        <p:nvSpPr>
          <p:cNvPr id="4" name="Slide Number Placeholder 3">
            <a:extLst>
              <a:ext uri="{FF2B5EF4-FFF2-40B4-BE49-F238E27FC236}">
                <a16:creationId xmlns:a16="http://schemas.microsoft.com/office/drawing/2014/main" id="{EAA53C82-5861-86DD-020B-1D4A5BBAEECC}"/>
              </a:ext>
            </a:extLst>
          </p:cNvPr>
          <p:cNvSpPr>
            <a:spLocks noGrp="1"/>
          </p:cNvSpPr>
          <p:nvPr>
            <p:ph type="sldNum" sz="quarter" idx="5"/>
          </p:nvPr>
        </p:nvSpPr>
        <p:spPr/>
        <p:txBody>
          <a:bodyPr/>
          <a:lstStyle/>
          <a:p>
            <a:fld id="{FB9B3CAC-2EB8-464D-9809-676F799F19D1}" type="slidenum">
              <a:rPr lang="en-US" smtClean="0"/>
              <a:t>7</a:t>
            </a:fld>
            <a:endParaRPr lang="en-US"/>
          </a:p>
        </p:txBody>
      </p:sp>
    </p:spTree>
    <p:extLst>
      <p:ext uri="{BB962C8B-B14F-4D97-AF65-F5344CB8AC3E}">
        <p14:creationId xmlns:p14="http://schemas.microsoft.com/office/powerpoint/2010/main" val="13190972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A02EBF-1EEE-3B41-E845-B2B9A92EF6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6D5BD6-CB1B-2049-C848-A0BDFFEFB7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EA5829-2B9E-E45C-4464-4B98F6DBD1EE}"/>
              </a:ext>
            </a:extLst>
          </p:cNvPr>
          <p:cNvSpPr>
            <a:spLocks noGrp="1"/>
          </p:cNvSpPr>
          <p:nvPr>
            <p:ph type="body" idx="1"/>
          </p:nvPr>
        </p:nvSpPr>
        <p:spPr/>
        <p:txBody>
          <a:bodyPr/>
          <a:lstStyle/>
          <a:p>
            <a:pPr rtl="0" eaLnBrk="1" fontAlgn="ctr" latinLnBrk="0" hangingPunct="1"/>
            <a:r>
              <a:rPr lang="en-US" sz="1200" b="1" i="0" u="none" strike="noStrike" kern="1200" dirty="0">
                <a:solidFill>
                  <a:schemeClr val="tx1"/>
                </a:solidFill>
                <a:effectLst/>
                <a:latin typeface="+mn-lt"/>
                <a:ea typeface="+mn-ea"/>
                <a:cs typeface="+mn-cs"/>
              </a:rPr>
              <a:t>V1: Architecture, Design and Threat Modeling</a:t>
            </a:r>
            <a:r>
              <a:rPr lang="vi-VN" sz="1200" b="1" i="0" u="none" strike="noStrike" kern="1200" dirty="0">
                <a:solidFill>
                  <a:schemeClr val="tx1"/>
                </a:solidFill>
                <a:effectLst/>
                <a:latin typeface="+mn-lt"/>
                <a:ea typeface="+mn-ea"/>
                <a:cs typeface="+mn-cs"/>
              </a:rPr>
              <a:t> (Kiến trúc)</a:t>
            </a:r>
            <a:endParaRPr lang="en-US" sz="1200" b="0" i="0" u="none" strike="noStrike" kern="1200" dirty="0">
              <a:solidFill>
                <a:schemeClr val="tx1"/>
              </a:solidFill>
              <a:effectLst/>
              <a:latin typeface="+mn-lt"/>
              <a:ea typeface="+mn-ea"/>
              <a:cs typeface="+mn-cs"/>
            </a:endParaRPr>
          </a:p>
          <a:p>
            <a:pPr lvl="1" rtl="0" eaLnBrk="1" fontAlgn="ctr" latinLnBrk="0" hangingPunct="1"/>
            <a:r>
              <a:rPr lang="en-US" sz="1200" b="0" i="0" u="none" strike="noStrike" kern="1200" dirty="0" err="1">
                <a:solidFill>
                  <a:schemeClr val="tx1"/>
                </a:solidFill>
                <a:effectLst/>
                <a:latin typeface="+mn-lt"/>
                <a:ea typeface="+mn-ea"/>
                <a:cs typeface="+mn-cs"/>
              </a:rPr>
              <a:t>Xác</a:t>
            </a:r>
            <a:r>
              <a:rPr lang="en-US" sz="1200" b="0" i="0" u="none" strike="noStrike" kern="1200" dirty="0">
                <a:solidFill>
                  <a:schemeClr val="tx1"/>
                </a:solidFill>
                <a:effectLst/>
                <a:latin typeface="+mn-lt"/>
                <a:ea typeface="+mn-ea"/>
                <a:cs typeface="+mn-cs"/>
              </a:rPr>
              <a:t> </a:t>
            </a:r>
            <a:r>
              <a:rPr lang="en-US" sz="1200" b="0" i="0" u="none" strike="noStrike" kern="1200" dirty="0" err="1">
                <a:solidFill>
                  <a:schemeClr val="tx1"/>
                </a:solidFill>
                <a:effectLst/>
                <a:latin typeface="+mn-lt"/>
                <a:ea typeface="+mn-ea"/>
                <a:cs typeface="+mn-cs"/>
              </a:rPr>
              <a:t>định</a:t>
            </a:r>
            <a:r>
              <a:rPr lang="en-US" sz="1200" b="0" i="0" u="none" strike="noStrike" kern="1200" dirty="0">
                <a:solidFill>
                  <a:schemeClr val="tx1"/>
                </a:solidFill>
                <a:effectLst/>
                <a:latin typeface="+mn-lt"/>
                <a:ea typeface="+mn-ea"/>
                <a:cs typeface="+mn-cs"/>
              </a:rPr>
              <a:t> </a:t>
            </a:r>
            <a:r>
              <a:rPr lang="en-US" sz="1200" b="0" i="0" u="none" strike="noStrike" kern="1200" dirty="0" err="1">
                <a:solidFill>
                  <a:schemeClr val="tx1"/>
                </a:solidFill>
                <a:effectLst/>
                <a:latin typeface="+mn-lt"/>
                <a:ea typeface="+mn-ea"/>
                <a:cs typeface="+mn-cs"/>
              </a:rPr>
              <a:t>bên</a:t>
            </a:r>
            <a:r>
              <a:rPr lang="en-US" sz="1200" b="0" i="0" u="none" strike="noStrike" kern="1200" dirty="0">
                <a:solidFill>
                  <a:schemeClr val="tx1"/>
                </a:solidFill>
                <a:effectLst/>
                <a:latin typeface="+mn-lt"/>
                <a:ea typeface="+mn-ea"/>
                <a:cs typeface="+mn-cs"/>
              </a:rPr>
              <a:t> </a:t>
            </a:r>
            <a:r>
              <a:rPr lang="en-US" sz="1200" b="0" i="0" u="none" strike="noStrike" kern="1200" dirty="0" err="1">
                <a:solidFill>
                  <a:schemeClr val="tx1"/>
                </a:solidFill>
                <a:effectLst/>
                <a:latin typeface="+mn-lt"/>
                <a:ea typeface="+mn-ea"/>
                <a:cs typeface="+mn-cs"/>
              </a:rPr>
              <a:t>thứ</a:t>
            </a:r>
            <a:r>
              <a:rPr lang="en-US" sz="1200" b="0" i="0" u="none" strike="noStrike" kern="1200" dirty="0">
                <a:solidFill>
                  <a:schemeClr val="tx1"/>
                </a:solidFill>
                <a:effectLst/>
                <a:latin typeface="+mn-lt"/>
                <a:ea typeface="+mn-ea"/>
                <a:cs typeface="+mn-cs"/>
              </a:rPr>
              <a:t> </a:t>
            </a:r>
            <a:r>
              <a:rPr lang="en-US" sz="1200" b="0" i="0" u="none" strike="noStrike" kern="1200" dirty="0" err="1">
                <a:solidFill>
                  <a:schemeClr val="tx1"/>
                </a:solidFill>
                <a:effectLst/>
                <a:latin typeface="+mn-lt"/>
                <a:ea typeface="+mn-ea"/>
                <a:cs typeface="+mn-cs"/>
              </a:rPr>
              <a:t>ba</a:t>
            </a:r>
            <a:r>
              <a:rPr lang="en-US" sz="1200" b="0" i="0" u="none" strike="noStrike" kern="1200" dirty="0">
                <a:solidFill>
                  <a:schemeClr val="tx1"/>
                </a:solidFill>
                <a:effectLst/>
                <a:latin typeface="+mn-lt"/>
                <a:ea typeface="+mn-ea"/>
                <a:cs typeface="+mn-cs"/>
              </a:rPr>
              <a:t> &amp; Threat Modeling</a:t>
            </a:r>
          </a:p>
          <a:p>
            <a:pPr lvl="1" rtl="0" eaLnBrk="1" fontAlgn="ctr" latinLnBrk="0" hangingPunct="1"/>
            <a:r>
              <a:rPr lang="en-US" sz="1200" b="1" i="0" u="none" strike="noStrike" kern="1200" dirty="0">
                <a:solidFill>
                  <a:schemeClr val="tx1"/>
                </a:solidFill>
                <a:effectLst/>
                <a:latin typeface="+mn-lt"/>
                <a:ea typeface="+mn-ea"/>
                <a:cs typeface="+mn-cs"/>
              </a:rPr>
              <a:t>Minh </a:t>
            </a:r>
            <a:r>
              <a:rPr lang="en-US" sz="1200" b="1" i="0" u="none" strike="noStrike" kern="1200" dirty="0" err="1">
                <a:solidFill>
                  <a:schemeClr val="tx1"/>
                </a:solidFill>
                <a:effectLst/>
                <a:latin typeface="+mn-lt"/>
                <a:ea typeface="+mn-ea"/>
                <a:cs typeface="+mn-cs"/>
              </a:rPr>
              <a:t>bạch</a:t>
            </a:r>
            <a:r>
              <a:rPr lang="en-US" sz="1200" b="1" i="0" u="none" strike="noStrike" kern="1200" dirty="0">
                <a:solidFill>
                  <a:schemeClr val="tx1"/>
                </a:solidFill>
                <a:effectLst/>
                <a:latin typeface="+mn-lt"/>
                <a:ea typeface="+mn-ea"/>
                <a:cs typeface="+mn-cs"/>
              </a:rPr>
              <a:t> (SBOM)</a:t>
            </a:r>
            <a:r>
              <a:rPr lang="en-US" sz="1200" b="0" i="0" u="none" strike="noStrike" kern="1200" dirty="0">
                <a:solidFill>
                  <a:schemeClr val="tx1"/>
                </a:solidFill>
                <a:effectLst/>
                <a:latin typeface="+mn-lt"/>
                <a:ea typeface="+mn-ea"/>
                <a:cs typeface="+mn-cs"/>
              </a:rPr>
              <a:t>: Định </a:t>
            </a:r>
            <a:r>
              <a:rPr lang="en-US" sz="1200" b="0" i="0" u="none" strike="noStrike" kern="1200" dirty="0" err="1">
                <a:solidFill>
                  <a:schemeClr val="tx1"/>
                </a:solidFill>
                <a:effectLst/>
                <a:latin typeface="+mn-lt"/>
                <a:ea typeface="+mn-ea"/>
                <a:cs typeface="+mn-cs"/>
              </a:rPr>
              <a:t>danh</a:t>
            </a:r>
            <a:r>
              <a:rPr lang="en-US" sz="1200" b="0" i="0" u="none" strike="noStrike" kern="1200" dirty="0">
                <a:solidFill>
                  <a:schemeClr val="tx1"/>
                </a:solidFill>
                <a:effectLst/>
                <a:latin typeface="+mn-lt"/>
                <a:ea typeface="+mn-ea"/>
                <a:cs typeface="+mn-cs"/>
              </a:rPr>
              <a:t> </a:t>
            </a:r>
            <a:r>
              <a:rPr lang="en-US" sz="1200" b="0" i="0" u="none" strike="noStrike" kern="1200" dirty="0" err="1">
                <a:solidFill>
                  <a:schemeClr val="tx1"/>
                </a:solidFill>
                <a:effectLst/>
                <a:latin typeface="+mn-lt"/>
                <a:ea typeface="+mn-ea"/>
                <a:cs typeface="+mn-cs"/>
              </a:rPr>
              <a:t>nguồn</a:t>
            </a:r>
            <a:r>
              <a:rPr lang="en-US" sz="1200" b="0" i="0" u="none" strike="noStrike" kern="1200" dirty="0">
                <a:solidFill>
                  <a:schemeClr val="tx1"/>
                </a:solidFill>
                <a:effectLst/>
                <a:latin typeface="+mn-lt"/>
                <a:ea typeface="+mn-ea"/>
                <a:cs typeface="+mn-cs"/>
              </a:rPr>
              <a:t> </a:t>
            </a:r>
            <a:r>
              <a:rPr lang="en-US" sz="1200" b="0" i="0" u="none" strike="noStrike" kern="1200" dirty="0" err="1">
                <a:solidFill>
                  <a:schemeClr val="tx1"/>
                </a:solidFill>
                <a:effectLst/>
                <a:latin typeface="+mn-lt"/>
                <a:ea typeface="+mn-ea"/>
                <a:cs typeface="+mn-cs"/>
              </a:rPr>
              <a:t>gốc</a:t>
            </a:r>
            <a:endParaRPr lang="en-US" sz="1200" b="0" i="0" u="none" strike="noStrike" kern="1200" dirty="0">
              <a:solidFill>
                <a:schemeClr val="tx1"/>
              </a:solidFill>
              <a:effectLst/>
              <a:latin typeface="+mn-lt"/>
              <a:ea typeface="+mn-ea"/>
              <a:cs typeface="+mn-cs"/>
            </a:endParaRPr>
          </a:p>
          <a:p>
            <a:pPr rtl="0" eaLnBrk="1" fontAlgn="ctr" latinLnBrk="0" hangingPunct="1"/>
            <a:r>
              <a:rPr lang="en-US" sz="1200" b="1" i="0" u="none" strike="noStrike" kern="1200" dirty="0">
                <a:solidFill>
                  <a:schemeClr val="tx1"/>
                </a:solidFill>
                <a:effectLst/>
                <a:latin typeface="+mn-lt"/>
                <a:ea typeface="+mn-ea"/>
                <a:cs typeface="+mn-cs"/>
              </a:rPr>
              <a:t>V10: Malicious Code</a:t>
            </a:r>
            <a:r>
              <a:rPr lang="vi-VN" sz="1200" b="1" i="0" u="none" strike="noStrike" kern="1200" dirty="0">
                <a:solidFill>
                  <a:schemeClr val="tx1"/>
                </a:solidFill>
                <a:effectLst/>
                <a:latin typeface="+mn-lt"/>
                <a:ea typeface="+mn-ea"/>
                <a:cs typeface="+mn-cs"/>
              </a:rPr>
              <a:t> (Mã độc)</a:t>
            </a:r>
            <a:endParaRPr lang="en-US" sz="1200" b="0" i="0" u="none" strike="noStrike" kern="1200" dirty="0">
              <a:solidFill>
                <a:schemeClr val="tx1"/>
              </a:solidFill>
              <a:effectLst/>
              <a:latin typeface="+mn-lt"/>
              <a:ea typeface="+mn-ea"/>
              <a:cs typeface="+mn-cs"/>
            </a:endParaRPr>
          </a:p>
          <a:p>
            <a:pPr lvl="1" rtl="0" eaLnBrk="1" fontAlgn="ctr" latinLnBrk="0" hangingPunct="1"/>
            <a:r>
              <a:rPr lang="en-US" sz="1200" b="0" i="0" u="none" strike="noStrike" kern="1200" dirty="0" err="1">
                <a:solidFill>
                  <a:schemeClr val="tx1"/>
                </a:solidFill>
                <a:effectLst/>
                <a:latin typeface="+mn-lt"/>
                <a:ea typeface="+mn-ea"/>
                <a:cs typeface="+mn-cs"/>
              </a:rPr>
              <a:t>Nhận</a:t>
            </a:r>
            <a:r>
              <a:rPr lang="en-US" sz="1200" b="0" i="0" u="none" strike="noStrike" kern="1200" dirty="0">
                <a:solidFill>
                  <a:schemeClr val="tx1"/>
                </a:solidFill>
                <a:effectLst/>
                <a:latin typeface="+mn-lt"/>
                <a:ea typeface="+mn-ea"/>
                <a:cs typeface="+mn-cs"/>
              </a:rPr>
              <a:t> </a:t>
            </a:r>
            <a:r>
              <a:rPr lang="en-US" sz="1200" b="0" i="0" u="none" strike="noStrike" kern="1200" dirty="0" err="1">
                <a:solidFill>
                  <a:schemeClr val="tx1"/>
                </a:solidFill>
                <a:effectLst/>
                <a:latin typeface="+mn-lt"/>
                <a:ea typeface="+mn-ea"/>
                <a:cs typeface="+mn-cs"/>
              </a:rPr>
              <a:t>diện</a:t>
            </a:r>
            <a:r>
              <a:rPr lang="en-US" sz="1200" b="0" i="0" u="none" strike="noStrike" kern="1200" dirty="0">
                <a:solidFill>
                  <a:schemeClr val="tx1"/>
                </a:solidFill>
                <a:effectLst/>
                <a:latin typeface="+mn-lt"/>
                <a:ea typeface="+mn-ea"/>
                <a:cs typeface="+mn-cs"/>
              </a:rPr>
              <a:t> </a:t>
            </a:r>
            <a:r>
              <a:rPr lang="en-US" sz="1200" b="0" i="0" u="none" strike="noStrike" kern="1200" dirty="0" err="1">
                <a:solidFill>
                  <a:schemeClr val="tx1"/>
                </a:solidFill>
                <a:effectLst/>
                <a:latin typeface="+mn-lt"/>
                <a:ea typeface="+mn-ea"/>
                <a:cs typeface="+mn-cs"/>
              </a:rPr>
              <a:t>mã</a:t>
            </a:r>
            <a:r>
              <a:rPr lang="en-US" sz="1200" b="0" i="0" u="none" strike="noStrike" kern="1200" dirty="0">
                <a:solidFill>
                  <a:schemeClr val="tx1"/>
                </a:solidFill>
                <a:effectLst/>
                <a:latin typeface="+mn-lt"/>
                <a:ea typeface="+mn-ea"/>
                <a:cs typeface="+mn-cs"/>
              </a:rPr>
              <a:t> </a:t>
            </a:r>
            <a:r>
              <a:rPr lang="en-US" sz="1200" b="0" i="0" u="none" strike="noStrike" kern="1200" dirty="0" err="1">
                <a:solidFill>
                  <a:schemeClr val="tx1"/>
                </a:solidFill>
                <a:effectLst/>
                <a:latin typeface="+mn-lt"/>
                <a:ea typeface="+mn-ea"/>
                <a:cs typeface="+mn-cs"/>
              </a:rPr>
              <a:t>độc</a:t>
            </a:r>
            <a:r>
              <a:rPr lang="en-US" sz="1200" b="0" i="0" u="none" strike="noStrike" kern="1200" dirty="0">
                <a:solidFill>
                  <a:schemeClr val="tx1"/>
                </a:solidFill>
                <a:effectLst/>
                <a:latin typeface="+mn-lt"/>
                <a:ea typeface="+mn-ea"/>
                <a:cs typeface="+mn-cs"/>
              </a:rPr>
              <a:t> &amp; Backdoor </a:t>
            </a:r>
            <a:r>
              <a:rPr lang="en-US" sz="1200" b="0" i="0" u="none" strike="noStrike" kern="1200" dirty="0" err="1">
                <a:solidFill>
                  <a:schemeClr val="tx1"/>
                </a:solidFill>
                <a:effectLst/>
                <a:latin typeface="+mn-lt"/>
                <a:ea typeface="+mn-ea"/>
                <a:cs typeface="+mn-cs"/>
              </a:rPr>
              <a:t>trong</a:t>
            </a:r>
            <a:r>
              <a:rPr lang="en-US" sz="1200" b="0" i="0" u="none" strike="noStrike" kern="1200" dirty="0">
                <a:solidFill>
                  <a:schemeClr val="tx1"/>
                </a:solidFill>
                <a:effectLst/>
                <a:latin typeface="+mn-lt"/>
                <a:ea typeface="+mn-ea"/>
                <a:cs typeface="+mn-cs"/>
              </a:rPr>
              <a:t> OSS</a:t>
            </a:r>
          </a:p>
          <a:p>
            <a:pPr lvl="1" rtl="0" eaLnBrk="1" fontAlgn="ctr" latinLnBrk="0" hangingPunct="1"/>
            <a:r>
              <a:rPr lang="en-US" sz="1200" b="1" i="0" u="none" strike="noStrike" kern="1200" dirty="0">
                <a:solidFill>
                  <a:schemeClr val="tx1"/>
                </a:solidFill>
                <a:effectLst/>
                <a:latin typeface="+mn-lt"/>
                <a:ea typeface="+mn-ea"/>
                <a:cs typeface="+mn-cs"/>
              </a:rPr>
              <a:t>Quản </a:t>
            </a:r>
            <a:r>
              <a:rPr lang="en-US" sz="1200" b="1" i="0" u="none" strike="noStrike" kern="1200" dirty="0" err="1">
                <a:solidFill>
                  <a:schemeClr val="tx1"/>
                </a:solidFill>
                <a:effectLst/>
                <a:latin typeface="+mn-lt"/>
                <a:ea typeface="+mn-ea"/>
                <a:cs typeface="+mn-cs"/>
              </a:rPr>
              <a:t>lý</a:t>
            </a:r>
            <a:r>
              <a:rPr lang="en-US" sz="1200" b="1" i="0" u="none" strike="noStrike" kern="1200" dirty="0">
                <a:solidFill>
                  <a:schemeClr val="tx1"/>
                </a:solidFill>
                <a:effectLst/>
                <a:latin typeface="+mn-lt"/>
                <a:ea typeface="+mn-ea"/>
                <a:cs typeface="+mn-cs"/>
              </a:rPr>
              <a:t> </a:t>
            </a:r>
            <a:r>
              <a:rPr lang="en-US" sz="1200" b="1" i="0" u="none" strike="noStrike" kern="1200" dirty="0" err="1">
                <a:solidFill>
                  <a:schemeClr val="tx1"/>
                </a:solidFill>
                <a:effectLst/>
                <a:latin typeface="+mn-lt"/>
                <a:ea typeface="+mn-ea"/>
                <a:cs typeface="+mn-cs"/>
              </a:rPr>
              <a:t>lỗ</a:t>
            </a:r>
            <a:r>
              <a:rPr lang="en-US" sz="1200" b="1" i="0" u="none" strike="noStrike" kern="1200" dirty="0">
                <a:solidFill>
                  <a:schemeClr val="tx1"/>
                </a:solidFill>
                <a:effectLst/>
                <a:latin typeface="+mn-lt"/>
                <a:ea typeface="+mn-ea"/>
                <a:cs typeface="+mn-cs"/>
              </a:rPr>
              <a:t> </a:t>
            </a:r>
            <a:r>
              <a:rPr lang="en-US" sz="1200" b="1" i="0" u="none" strike="noStrike" kern="1200" dirty="0" err="1">
                <a:solidFill>
                  <a:schemeClr val="tx1"/>
                </a:solidFill>
                <a:effectLst/>
                <a:latin typeface="+mn-lt"/>
                <a:ea typeface="+mn-ea"/>
                <a:cs typeface="+mn-cs"/>
              </a:rPr>
              <a:t>hổng</a:t>
            </a:r>
            <a:r>
              <a:rPr lang="en-US" sz="1200" b="1" i="0" u="none" strike="noStrike" kern="1200" dirty="0">
                <a:solidFill>
                  <a:schemeClr val="tx1"/>
                </a:solidFill>
                <a:effectLst/>
                <a:latin typeface="+mn-lt"/>
                <a:ea typeface="+mn-ea"/>
                <a:cs typeface="+mn-cs"/>
              </a:rPr>
              <a:t> (SCA)</a:t>
            </a:r>
            <a:r>
              <a:rPr lang="en-US" sz="1200" b="0" i="0" u="none" strike="noStrike" kern="1200" dirty="0">
                <a:solidFill>
                  <a:schemeClr val="tx1"/>
                </a:solidFill>
                <a:effectLst/>
                <a:latin typeface="+mn-lt"/>
                <a:ea typeface="+mn-ea"/>
                <a:cs typeface="+mn-cs"/>
              </a:rPr>
              <a:t>: </a:t>
            </a:r>
            <a:r>
              <a:rPr lang="en-US" sz="1200" b="0" i="0" u="none" strike="noStrike" kern="1200" dirty="0" err="1">
                <a:solidFill>
                  <a:schemeClr val="tx1"/>
                </a:solidFill>
                <a:effectLst/>
                <a:latin typeface="+mn-lt"/>
                <a:ea typeface="+mn-ea"/>
                <a:cs typeface="+mn-cs"/>
              </a:rPr>
              <a:t>Loại</a:t>
            </a:r>
            <a:r>
              <a:rPr lang="en-US" sz="1200" b="0" i="0" u="none" strike="noStrike" kern="1200" dirty="0">
                <a:solidFill>
                  <a:schemeClr val="tx1"/>
                </a:solidFill>
                <a:effectLst/>
                <a:latin typeface="+mn-lt"/>
                <a:ea typeface="+mn-ea"/>
                <a:cs typeface="+mn-cs"/>
              </a:rPr>
              <a:t> </a:t>
            </a:r>
            <a:r>
              <a:rPr lang="en-US" sz="1200" b="0" i="0" u="none" strike="noStrike" kern="1200" dirty="0" err="1">
                <a:solidFill>
                  <a:schemeClr val="tx1"/>
                </a:solidFill>
                <a:effectLst/>
                <a:latin typeface="+mn-lt"/>
                <a:ea typeface="+mn-ea"/>
                <a:cs typeface="+mn-cs"/>
              </a:rPr>
              <a:t>bỏ</a:t>
            </a:r>
            <a:r>
              <a:rPr lang="en-US" sz="1200" b="0" i="0" u="none" strike="noStrike" kern="1200" dirty="0">
                <a:solidFill>
                  <a:schemeClr val="tx1"/>
                </a:solidFill>
                <a:effectLst/>
                <a:latin typeface="+mn-lt"/>
                <a:ea typeface="+mn-ea"/>
                <a:cs typeface="+mn-cs"/>
              </a:rPr>
              <a:t> CVE</a:t>
            </a:r>
          </a:p>
          <a:p>
            <a:pPr rtl="0" eaLnBrk="1" fontAlgn="ctr" latinLnBrk="0" hangingPunct="1"/>
            <a:r>
              <a:rPr lang="en-US" sz="1200" b="1" i="0" u="none" strike="noStrike" kern="1200" dirty="0">
                <a:solidFill>
                  <a:schemeClr val="tx1"/>
                </a:solidFill>
                <a:effectLst/>
                <a:latin typeface="+mn-lt"/>
                <a:ea typeface="+mn-ea"/>
                <a:cs typeface="+mn-cs"/>
              </a:rPr>
              <a:t>V14: Con</a:t>
            </a:r>
            <a:r>
              <a:rPr lang="vi-VN" sz="1200" b="1" i="0" u="none" strike="noStrike" kern="1200" dirty="0">
                <a:solidFill>
                  <a:schemeClr val="tx1"/>
                </a:solidFill>
                <a:effectLst/>
                <a:latin typeface="+mn-lt"/>
                <a:ea typeface="+mn-ea"/>
                <a:cs typeface="+mn-cs"/>
              </a:rPr>
              <a:t>figuration(Cấu hình)</a:t>
            </a:r>
            <a:endParaRPr lang="en-US" sz="1200" b="0" i="0" u="none" strike="noStrike" kern="1200" dirty="0">
              <a:solidFill>
                <a:schemeClr val="tx1"/>
              </a:solidFill>
              <a:effectLst/>
              <a:latin typeface="+mn-lt"/>
              <a:ea typeface="+mn-ea"/>
              <a:cs typeface="+mn-cs"/>
            </a:endParaRPr>
          </a:p>
          <a:p>
            <a:pPr lvl="1" rtl="0" eaLnBrk="1" fontAlgn="ctr" latinLnBrk="0" hangingPunct="1"/>
            <a:r>
              <a:rPr lang="en-US" sz="1200" b="0" i="0" u="none" strike="noStrike" kern="1200" dirty="0">
                <a:solidFill>
                  <a:schemeClr val="tx1"/>
                </a:solidFill>
                <a:effectLst/>
                <a:latin typeface="+mn-lt"/>
                <a:ea typeface="+mn-ea"/>
                <a:cs typeface="+mn-cs"/>
              </a:rPr>
              <a:t>Bảo </a:t>
            </a:r>
            <a:r>
              <a:rPr lang="en-US" sz="1200" b="0" i="0" u="none" strike="noStrike" kern="1200" dirty="0" err="1">
                <a:solidFill>
                  <a:schemeClr val="tx1"/>
                </a:solidFill>
                <a:effectLst/>
                <a:latin typeface="+mn-lt"/>
                <a:ea typeface="+mn-ea"/>
                <a:cs typeface="+mn-cs"/>
              </a:rPr>
              <a:t>mật</a:t>
            </a:r>
            <a:r>
              <a:rPr lang="en-US" sz="1200" b="0" i="0" u="none" strike="noStrike" kern="1200" dirty="0">
                <a:solidFill>
                  <a:schemeClr val="tx1"/>
                </a:solidFill>
                <a:effectLst/>
                <a:latin typeface="+mn-lt"/>
                <a:ea typeface="+mn-ea"/>
                <a:cs typeface="+mn-cs"/>
              </a:rPr>
              <a:t> Build &amp; </a:t>
            </a:r>
            <a:r>
              <a:rPr lang="en-US" sz="1200" b="0" i="0" u="none" strike="noStrike" kern="1200" dirty="0" err="1">
                <a:solidFill>
                  <a:schemeClr val="tx1"/>
                </a:solidFill>
                <a:effectLst/>
                <a:latin typeface="+mn-lt"/>
                <a:ea typeface="+mn-ea"/>
                <a:cs typeface="+mn-cs"/>
              </a:rPr>
              <a:t>Xác</a:t>
            </a:r>
            <a:r>
              <a:rPr lang="en-US" sz="1200" b="0" i="0" u="none" strike="noStrike" kern="1200" dirty="0">
                <a:solidFill>
                  <a:schemeClr val="tx1"/>
                </a:solidFill>
                <a:effectLst/>
                <a:latin typeface="+mn-lt"/>
                <a:ea typeface="+mn-ea"/>
                <a:cs typeface="+mn-cs"/>
              </a:rPr>
              <a:t> </a:t>
            </a:r>
            <a:r>
              <a:rPr lang="en-US" sz="1200" b="0" i="0" u="none" strike="noStrike" kern="1200" dirty="0" err="1">
                <a:solidFill>
                  <a:schemeClr val="tx1"/>
                </a:solidFill>
                <a:effectLst/>
                <a:latin typeface="+mn-lt"/>
                <a:ea typeface="+mn-ea"/>
                <a:cs typeface="+mn-cs"/>
              </a:rPr>
              <a:t>thực</a:t>
            </a:r>
            <a:r>
              <a:rPr lang="en-US" sz="1200" b="0" i="0" u="none" strike="noStrike" kern="1200" dirty="0">
                <a:solidFill>
                  <a:schemeClr val="tx1"/>
                </a:solidFill>
                <a:effectLst/>
                <a:latin typeface="+mn-lt"/>
                <a:ea typeface="+mn-ea"/>
                <a:cs typeface="+mn-cs"/>
              </a:rPr>
              <a:t> Artifact</a:t>
            </a:r>
          </a:p>
          <a:p>
            <a:pPr lvl="1" rtl="0" eaLnBrk="1" fontAlgn="ctr" latinLnBrk="0" hangingPunct="1"/>
            <a:r>
              <a:rPr lang="en-US" sz="1200" b="1" i="0" u="none" strike="noStrike" kern="1200" dirty="0" err="1">
                <a:solidFill>
                  <a:schemeClr val="tx1"/>
                </a:solidFill>
                <a:effectLst/>
                <a:latin typeface="+mn-lt"/>
                <a:ea typeface="+mn-ea"/>
                <a:cs typeface="+mn-cs"/>
              </a:rPr>
              <a:t>Toàn</a:t>
            </a:r>
            <a:r>
              <a:rPr lang="en-US" sz="1200" b="1" i="0" u="none" strike="noStrike" kern="1200" dirty="0">
                <a:solidFill>
                  <a:schemeClr val="tx1"/>
                </a:solidFill>
                <a:effectLst/>
                <a:latin typeface="+mn-lt"/>
                <a:ea typeface="+mn-ea"/>
                <a:cs typeface="+mn-cs"/>
              </a:rPr>
              <a:t> </a:t>
            </a:r>
            <a:r>
              <a:rPr lang="en-US" sz="1200" b="1" i="0" u="none" strike="noStrike" kern="1200" dirty="0" err="1">
                <a:solidFill>
                  <a:schemeClr val="tx1"/>
                </a:solidFill>
                <a:effectLst/>
                <a:latin typeface="+mn-lt"/>
                <a:ea typeface="+mn-ea"/>
                <a:cs typeface="+mn-cs"/>
              </a:rPr>
              <a:t>vẹn</a:t>
            </a:r>
            <a:r>
              <a:rPr lang="en-US" sz="1200" b="1" i="0" u="none" strike="noStrike" kern="1200" dirty="0">
                <a:solidFill>
                  <a:schemeClr val="tx1"/>
                </a:solidFill>
                <a:effectLst/>
                <a:latin typeface="+mn-lt"/>
                <a:ea typeface="+mn-ea"/>
                <a:cs typeface="+mn-cs"/>
              </a:rPr>
              <a:t> (Integrity)</a:t>
            </a:r>
            <a:r>
              <a:rPr lang="en-US" sz="1200" b="0" i="0" u="none" strike="noStrike" kern="1200" dirty="0">
                <a:solidFill>
                  <a:schemeClr val="tx1"/>
                </a:solidFill>
                <a:effectLst/>
                <a:latin typeface="+mn-lt"/>
                <a:ea typeface="+mn-ea"/>
                <a:cs typeface="+mn-cs"/>
              </a:rPr>
              <a:t>: Hash &amp; Digital Signature</a:t>
            </a:r>
          </a:p>
          <a:p>
            <a:endParaRPr lang="vi-VN" b="0" dirty="0"/>
          </a:p>
        </p:txBody>
      </p:sp>
      <p:sp>
        <p:nvSpPr>
          <p:cNvPr id="4" name="Slide Number Placeholder 3">
            <a:extLst>
              <a:ext uri="{FF2B5EF4-FFF2-40B4-BE49-F238E27FC236}">
                <a16:creationId xmlns:a16="http://schemas.microsoft.com/office/drawing/2014/main" id="{B6DEACA5-9C42-E15D-C5BF-F1B4AC38FD53}"/>
              </a:ext>
            </a:extLst>
          </p:cNvPr>
          <p:cNvSpPr>
            <a:spLocks noGrp="1"/>
          </p:cNvSpPr>
          <p:nvPr>
            <p:ph type="sldNum" sz="quarter" idx="5"/>
          </p:nvPr>
        </p:nvSpPr>
        <p:spPr/>
        <p:txBody>
          <a:bodyPr/>
          <a:lstStyle/>
          <a:p>
            <a:fld id="{FB9B3CAC-2EB8-464D-9809-676F799F19D1}" type="slidenum">
              <a:rPr lang="en-US" smtClean="0"/>
              <a:t>8</a:t>
            </a:fld>
            <a:endParaRPr lang="en-US"/>
          </a:p>
        </p:txBody>
      </p:sp>
    </p:spTree>
    <p:extLst>
      <p:ext uri="{BB962C8B-B14F-4D97-AF65-F5344CB8AC3E}">
        <p14:creationId xmlns:p14="http://schemas.microsoft.com/office/powerpoint/2010/main" val="27097557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FCBFD7-94D4-70D4-2403-622AA80EB5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8820ED-93EC-AE4D-B99B-D937E703B6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3AE81E-0BCB-BDE0-EA5A-BABFD75BFA45}"/>
              </a:ext>
            </a:extLst>
          </p:cNvPr>
          <p:cNvSpPr>
            <a:spLocks noGrp="1"/>
          </p:cNvSpPr>
          <p:nvPr>
            <p:ph type="body" idx="1"/>
          </p:nvPr>
        </p:nvSpPr>
        <p:spPr/>
        <p:txBody>
          <a:bodyPr/>
          <a:lstStyle/>
          <a:p>
            <a:endParaRPr lang="vi-VN" b="0" dirty="0"/>
          </a:p>
        </p:txBody>
      </p:sp>
      <p:sp>
        <p:nvSpPr>
          <p:cNvPr id="4" name="Slide Number Placeholder 3">
            <a:extLst>
              <a:ext uri="{FF2B5EF4-FFF2-40B4-BE49-F238E27FC236}">
                <a16:creationId xmlns:a16="http://schemas.microsoft.com/office/drawing/2014/main" id="{576B0F61-6FC0-A5FD-426F-C15C37AE7BF7}"/>
              </a:ext>
            </a:extLst>
          </p:cNvPr>
          <p:cNvSpPr>
            <a:spLocks noGrp="1"/>
          </p:cNvSpPr>
          <p:nvPr>
            <p:ph type="sldNum" sz="quarter" idx="5"/>
          </p:nvPr>
        </p:nvSpPr>
        <p:spPr/>
        <p:txBody>
          <a:bodyPr/>
          <a:lstStyle/>
          <a:p>
            <a:fld id="{FB9B3CAC-2EB8-464D-9809-676F799F19D1}" type="slidenum">
              <a:rPr lang="en-US" smtClean="0"/>
              <a:t>9</a:t>
            </a:fld>
            <a:endParaRPr lang="en-US"/>
          </a:p>
        </p:txBody>
      </p:sp>
    </p:spTree>
    <p:extLst>
      <p:ext uri="{BB962C8B-B14F-4D97-AF65-F5344CB8AC3E}">
        <p14:creationId xmlns:p14="http://schemas.microsoft.com/office/powerpoint/2010/main" val="26967003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715ADD-FBFA-CF43-8F46-2A4B6B4335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DF5F23-3E15-7838-6DEF-8B1ED02271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EF3F38-859C-E6BA-7626-DE488D9C9A7B}"/>
              </a:ext>
            </a:extLst>
          </p:cNvPr>
          <p:cNvSpPr>
            <a:spLocks noGrp="1"/>
          </p:cNvSpPr>
          <p:nvPr>
            <p:ph type="body" idx="1"/>
          </p:nvPr>
        </p:nvSpPr>
        <p:spPr/>
        <p:txBody>
          <a:bodyPr/>
          <a:lstStyle/>
          <a:p>
            <a:endParaRPr lang="vi-VN" b="0" dirty="0"/>
          </a:p>
        </p:txBody>
      </p:sp>
      <p:sp>
        <p:nvSpPr>
          <p:cNvPr id="4" name="Slide Number Placeholder 3">
            <a:extLst>
              <a:ext uri="{FF2B5EF4-FFF2-40B4-BE49-F238E27FC236}">
                <a16:creationId xmlns:a16="http://schemas.microsoft.com/office/drawing/2014/main" id="{ACC3E609-7C58-83C7-AB5B-C209E6FAEA46}"/>
              </a:ext>
            </a:extLst>
          </p:cNvPr>
          <p:cNvSpPr>
            <a:spLocks noGrp="1"/>
          </p:cNvSpPr>
          <p:nvPr>
            <p:ph type="sldNum" sz="quarter" idx="5"/>
          </p:nvPr>
        </p:nvSpPr>
        <p:spPr/>
        <p:txBody>
          <a:bodyPr/>
          <a:lstStyle/>
          <a:p>
            <a:fld id="{FB9B3CAC-2EB8-464D-9809-676F799F19D1}" type="slidenum">
              <a:rPr lang="en-US" smtClean="0"/>
              <a:t>10</a:t>
            </a:fld>
            <a:endParaRPr lang="en-US"/>
          </a:p>
        </p:txBody>
      </p:sp>
    </p:spTree>
    <p:extLst>
      <p:ext uri="{BB962C8B-B14F-4D97-AF65-F5344CB8AC3E}">
        <p14:creationId xmlns:p14="http://schemas.microsoft.com/office/powerpoint/2010/main" val="2230405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27A599-8769-FD4E-5CE7-85491F669A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336B25-F53D-0118-7A19-3C72291E39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0B2FF5-12B0-4976-CD0E-7A7AAA073D81}"/>
              </a:ext>
            </a:extLst>
          </p:cNvPr>
          <p:cNvSpPr>
            <a:spLocks noGrp="1"/>
          </p:cNvSpPr>
          <p:nvPr>
            <p:ph type="body" idx="1"/>
          </p:nvPr>
        </p:nvSpPr>
        <p:spPr/>
        <p:txBody>
          <a:bodyPr/>
          <a:lstStyle/>
          <a:p>
            <a:endParaRPr lang="vi-VN" b="0" dirty="0"/>
          </a:p>
        </p:txBody>
      </p:sp>
      <p:sp>
        <p:nvSpPr>
          <p:cNvPr id="4" name="Slide Number Placeholder 3">
            <a:extLst>
              <a:ext uri="{FF2B5EF4-FFF2-40B4-BE49-F238E27FC236}">
                <a16:creationId xmlns:a16="http://schemas.microsoft.com/office/drawing/2014/main" id="{626373EB-E2AA-1C50-4173-D17AFC322D2C}"/>
              </a:ext>
            </a:extLst>
          </p:cNvPr>
          <p:cNvSpPr>
            <a:spLocks noGrp="1"/>
          </p:cNvSpPr>
          <p:nvPr>
            <p:ph type="sldNum" sz="quarter" idx="5"/>
          </p:nvPr>
        </p:nvSpPr>
        <p:spPr/>
        <p:txBody>
          <a:bodyPr/>
          <a:lstStyle/>
          <a:p>
            <a:fld id="{FB9B3CAC-2EB8-464D-9809-676F799F19D1}" type="slidenum">
              <a:rPr lang="en-US" smtClean="0"/>
              <a:t>11</a:t>
            </a:fld>
            <a:endParaRPr lang="en-US"/>
          </a:p>
        </p:txBody>
      </p:sp>
    </p:spTree>
    <p:extLst>
      <p:ext uri="{BB962C8B-B14F-4D97-AF65-F5344CB8AC3E}">
        <p14:creationId xmlns:p14="http://schemas.microsoft.com/office/powerpoint/2010/main" val="7318957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0C2439-B091-3A4F-99AB-D0C33DAB5A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5CCCCC-8680-F061-F4A7-979B05E254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646A32-9938-AACF-C7EC-1BE4D85F4CAC}"/>
              </a:ext>
            </a:extLst>
          </p:cNvPr>
          <p:cNvSpPr>
            <a:spLocks noGrp="1"/>
          </p:cNvSpPr>
          <p:nvPr>
            <p:ph type="body" idx="1"/>
          </p:nvPr>
        </p:nvSpPr>
        <p:spPr/>
        <p:txBody>
          <a:bodyPr/>
          <a:lstStyle/>
          <a:p>
            <a:r>
              <a:rPr lang="vi-VN" b="0" dirty="0"/>
              <a:t>Chỉ số nhất quán CI</a:t>
            </a:r>
          </a:p>
          <a:p>
            <a:r>
              <a:rPr lang="en-US" dirty="0" err="1"/>
              <a:t>giá</a:t>
            </a:r>
            <a:r>
              <a:rPr lang="en-US" dirty="0"/>
              <a:t> </a:t>
            </a:r>
            <a:r>
              <a:rPr lang="en-US" dirty="0" err="1"/>
              <a:t>trị</a:t>
            </a:r>
            <a:r>
              <a:rPr lang="en-US" dirty="0"/>
              <a:t> </a:t>
            </a:r>
            <a:r>
              <a:rPr lang="en-US" dirty="0" err="1"/>
              <a:t>chuẩn</a:t>
            </a:r>
            <a:r>
              <a:rPr lang="en-US" dirty="0"/>
              <a:t> </a:t>
            </a:r>
            <a:r>
              <a:rPr lang="en-US" dirty="0" err="1"/>
              <a:t>định</a:t>
            </a:r>
            <a:r>
              <a:rPr lang="en-US" dirty="0"/>
              <a:t> </a:t>
            </a:r>
            <a:r>
              <a:rPr lang="en-US" dirty="0" err="1"/>
              <a:t>danh</a:t>
            </a:r>
            <a:r>
              <a:rPr lang="en-US" dirty="0"/>
              <a:t> </a:t>
            </a:r>
            <a:r>
              <a:rPr lang="en-US" dirty="0" err="1"/>
              <a:t>bởi</a:t>
            </a:r>
            <a:r>
              <a:rPr lang="en-US" dirty="0"/>
              <a:t> Saaty </a:t>
            </a:r>
            <a:r>
              <a:rPr lang="en-US" dirty="0" err="1"/>
              <a:t>là</a:t>
            </a:r>
            <a:r>
              <a:rPr lang="en-US" dirty="0"/>
              <a:t> RI = 0.90.</a:t>
            </a:r>
            <a:endParaRPr lang="vi-VN" b="0" dirty="0"/>
          </a:p>
          <a:p>
            <a:r>
              <a:rPr lang="vi-VN" b="0" dirty="0"/>
              <a:t>Tỷ số nhất quán CR</a:t>
            </a:r>
          </a:p>
        </p:txBody>
      </p:sp>
      <p:sp>
        <p:nvSpPr>
          <p:cNvPr id="4" name="Slide Number Placeholder 3">
            <a:extLst>
              <a:ext uri="{FF2B5EF4-FFF2-40B4-BE49-F238E27FC236}">
                <a16:creationId xmlns:a16="http://schemas.microsoft.com/office/drawing/2014/main" id="{EC67F3CD-C0BC-ACB7-189F-0C3B9DDC844F}"/>
              </a:ext>
            </a:extLst>
          </p:cNvPr>
          <p:cNvSpPr>
            <a:spLocks noGrp="1"/>
          </p:cNvSpPr>
          <p:nvPr>
            <p:ph type="sldNum" sz="quarter" idx="5"/>
          </p:nvPr>
        </p:nvSpPr>
        <p:spPr/>
        <p:txBody>
          <a:bodyPr/>
          <a:lstStyle/>
          <a:p>
            <a:fld id="{FB9B3CAC-2EB8-464D-9809-676F799F19D1}" type="slidenum">
              <a:rPr lang="en-US" smtClean="0"/>
              <a:t>12</a:t>
            </a:fld>
            <a:endParaRPr lang="en-US"/>
          </a:p>
        </p:txBody>
      </p:sp>
    </p:spTree>
    <p:extLst>
      <p:ext uri="{BB962C8B-B14F-4D97-AF65-F5344CB8AC3E}">
        <p14:creationId xmlns:p14="http://schemas.microsoft.com/office/powerpoint/2010/main" val="5072041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A405B-80C4-572C-983E-51BF64C818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A36825-B19A-86EA-1F8A-DB11CA61E3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A8B254-0688-EA70-5064-579842CDE12F}"/>
              </a:ext>
            </a:extLst>
          </p:cNvPr>
          <p:cNvSpPr>
            <a:spLocks noGrp="1"/>
          </p:cNvSpPr>
          <p:nvPr>
            <p:ph type="body" idx="1"/>
          </p:nvPr>
        </p:nvSpPr>
        <p:spPr/>
        <p:txBody>
          <a:bodyPr/>
          <a:lstStyle/>
          <a:p>
            <a:r>
              <a:rPr lang="vi-VN" b="0" dirty="0"/>
              <a:t>Chỉ số nhất quán CI</a:t>
            </a:r>
          </a:p>
          <a:p>
            <a:r>
              <a:rPr lang="en-US" dirty="0" err="1"/>
              <a:t>giá</a:t>
            </a:r>
            <a:r>
              <a:rPr lang="en-US" dirty="0"/>
              <a:t> </a:t>
            </a:r>
            <a:r>
              <a:rPr lang="en-US" dirty="0" err="1"/>
              <a:t>trị</a:t>
            </a:r>
            <a:r>
              <a:rPr lang="en-US" dirty="0"/>
              <a:t> </a:t>
            </a:r>
            <a:r>
              <a:rPr lang="en-US" dirty="0" err="1"/>
              <a:t>chuẩn</a:t>
            </a:r>
            <a:r>
              <a:rPr lang="en-US" dirty="0"/>
              <a:t> </a:t>
            </a:r>
            <a:r>
              <a:rPr lang="en-US" dirty="0" err="1"/>
              <a:t>định</a:t>
            </a:r>
            <a:r>
              <a:rPr lang="en-US" dirty="0"/>
              <a:t> </a:t>
            </a:r>
            <a:r>
              <a:rPr lang="en-US" dirty="0" err="1"/>
              <a:t>danh</a:t>
            </a:r>
            <a:r>
              <a:rPr lang="en-US" dirty="0"/>
              <a:t> </a:t>
            </a:r>
            <a:r>
              <a:rPr lang="en-US" dirty="0" err="1"/>
              <a:t>bởi</a:t>
            </a:r>
            <a:r>
              <a:rPr lang="en-US" dirty="0"/>
              <a:t> Saaty </a:t>
            </a:r>
            <a:r>
              <a:rPr lang="en-US" dirty="0" err="1"/>
              <a:t>là</a:t>
            </a:r>
            <a:r>
              <a:rPr lang="en-US" dirty="0"/>
              <a:t> RI = 0.90.</a:t>
            </a:r>
            <a:endParaRPr lang="vi-VN" b="0" dirty="0"/>
          </a:p>
          <a:p>
            <a:r>
              <a:rPr lang="vi-VN" b="0" dirty="0"/>
              <a:t>Tỷ số nhất quán CR</a:t>
            </a:r>
          </a:p>
        </p:txBody>
      </p:sp>
      <p:sp>
        <p:nvSpPr>
          <p:cNvPr id="4" name="Slide Number Placeholder 3">
            <a:extLst>
              <a:ext uri="{FF2B5EF4-FFF2-40B4-BE49-F238E27FC236}">
                <a16:creationId xmlns:a16="http://schemas.microsoft.com/office/drawing/2014/main" id="{4D455105-EF6A-412C-D79F-BF108BE0F844}"/>
              </a:ext>
            </a:extLst>
          </p:cNvPr>
          <p:cNvSpPr>
            <a:spLocks noGrp="1"/>
          </p:cNvSpPr>
          <p:nvPr>
            <p:ph type="sldNum" sz="quarter" idx="5"/>
          </p:nvPr>
        </p:nvSpPr>
        <p:spPr/>
        <p:txBody>
          <a:bodyPr/>
          <a:lstStyle/>
          <a:p>
            <a:fld id="{FB9B3CAC-2EB8-464D-9809-676F799F19D1}" type="slidenum">
              <a:rPr lang="en-US" smtClean="0"/>
              <a:t>13</a:t>
            </a:fld>
            <a:endParaRPr lang="en-US"/>
          </a:p>
        </p:txBody>
      </p:sp>
    </p:spTree>
    <p:extLst>
      <p:ext uri="{BB962C8B-B14F-4D97-AF65-F5344CB8AC3E}">
        <p14:creationId xmlns:p14="http://schemas.microsoft.com/office/powerpoint/2010/main" val="1729322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19C548-8CB1-AD1A-D5D8-8F3FF03333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1379A0-1609-F8A1-562C-6E7007329BFC}"/>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263D4B95-ED1A-0909-889C-5C5133130A15}"/>
                  </a:ext>
                </a:extLst>
              </p:cNvPr>
              <p:cNvSpPr>
                <a:spLocks noGrp="1"/>
              </p:cNvSpPr>
              <p:nvPr>
                <p:ph type="body" idx="1"/>
              </p:nvPr>
            </p:nvSpPr>
            <p:spPr/>
            <p:txBody>
              <a:bodyPr/>
              <a:lstStyle/>
              <a:p>
                <a:pPr lvl="0"/>
                <a:r>
                  <a:rPr lang="vi-VN" b="0" dirty="0"/>
                  <a:t>Dựa theo lý thuyết đo lường xây dựng bộ thông dịch</a:t>
                </a:r>
              </a:p>
              <a:p>
                <a:pPr lvl="0"/>
                <a:r>
                  <a:rPr lang="vi-VN" b="0" dirty="0"/>
                  <a:t>================</a:t>
                </a:r>
                <a:endParaRPr lang="en-US" b="0" dirty="0"/>
              </a:p>
              <a:p>
                <a:pPr lvl="0"/>
                <a:r>
                  <a:rPr lang="en-US" b="0" dirty="0" err="1"/>
                  <a:t>Cv</a:t>
                </a:r>
                <a:r>
                  <a:rPr lang="en-US" b="0" dirty="0"/>
                  <a:t>: </a:t>
                </a:r>
                <a:r>
                  <a:rPr lang="vi-VN" b="0" dirty="0"/>
                  <a:t>gửi ds các gói và phiên bản -&gt; API của google OSV_Scanner</a:t>
                </a:r>
              </a:p>
              <a:p>
                <a:pPr lvl="0"/>
                <a:r>
                  <a:rPr lang="vi-VN" b="0" dirty="0"/>
                  <a:t>Ci: Tính Hash của tệp và chạy luật YARA để quét các mã độc trong mã nguồn</a:t>
                </a:r>
              </a:p>
              <a:p>
                <a:pPr lvl="0"/>
                <a:r>
                  <a:rPr lang="vi-VN" b="0" dirty="0"/>
                  <a:t>Cm: Truy avasn metadata từ các repository (Github/PyPI) để lấy ngày cập nhật cuối cùng &amp; số lượng người đóng góp.</a:t>
                </a:r>
              </a:p>
              <a:p>
                <a:pPr lvl="0"/>
                <a:r>
                  <a:rPr lang="vi-VN" b="0" dirty="0"/>
                  <a:t>Cl: Trích suất license trong tệp SBOM.</a:t>
                </a:r>
              </a:p>
              <a:p>
                <a:pPr lvl="0"/>
                <a:r>
                  <a:rPr lang="vi-VN" b="0" dirty="0"/>
                  <a:t>============================</a:t>
                </a:r>
              </a:p>
              <a:p>
                <a:pPr lvl="0"/>
                <a:r>
                  <a:rPr lang="vi-VN" b="0" dirty="0"/>
                  <a:t>Cv: (CVSS&gt;=9.0) 0, (7.0-8.9) 5, (4.0-6.9) 8, (0) 10</a:t>
                </a:r>
              </a:p>
              <a:p>
                <a:pPr lvl="0"/>
                <a:r>
                  <a:rPr lang="vi-VN" b="0" dirty="0"/>
                  <a:t>Ci: Yara match/sai Hash: 0, ko chữ kí/có hash: 6, hash + chữ ký: 10</a:t>
                </a:r>
              </a:p>
              <a:p>
                <a:pPr lvl="0"/>
                <a:r>
                  <a:rPr lang="vi-VN" b="0" dirty="0"/>
                  <a:t>===========</a:t>
                </a:r>
              </a:p>
              <a:p>
                <a:pPr lvl="0"/>
                <a:r>
                  <a:rPr lang="vi-VN" b="0" dirty="0"/>
                  <a:t>Cv: “hàm nghịch biến” của CVSS V3.1</a:t>
                </a:r>
              </a:p>
              <a:p>
                <a:pPr lvl="0"/>
                <a:r>
                  <a:rPr lang="vi-VN" b="0" dirty="0"/>
                  <a:t>Ci: mô hình “chuỗi tin cậy”</a:t>
                </a:r>
              </a:p>
              <a:p>
                <a:pPr lvl="0"/>
                <a:r>
                  <a:rPr lang="vi-VN" b="0" dirty="0"/>
                  <a:t>CM: tham chiếu các nghiên cứu về Project Sustainability( khả năng duy trì dự án)</a:t>
                </a:r>
              </a:p>
              <a:p>
                <a:pPr lvl="0"/>
                <a:r>
                  <a:rPr lang="vi-VN" b="0" dirty="0"/>
                  <a:t>M1: trong 1 năm ko commit thì xác suất chứa lỗ hổng chx dc vá cao gấp 3 lần</a:t>
                </a:r>
              </a:p>
              <a:p>
                <a:pPr lvl="0"/>
                <a:r>
                  <a:rPr lang="vi-VN" b="0" dirty="0"/>
                  <a:t>M2: &gt;5main: có tính phân tán, khó bị thâu tóm bởi 1 cá nhân xấu; 1-5 main: quá ít ng</a:t>
                </a:r>
              </a:p>
              <a:p>
                <a:pPr lvl="0"/>
                <a:r>
                  <a:rPr lang="vi-VN" b="0" dirty="0"/>
                  <a:t>Cl: quản trị rủi ro tuân thủ</a:t>
                </a:r>
              </a:p>
            </p:txBody>
          </p:sp>
        </mc:Choice>
        <mc:Fallback xmlns="">
          <p:sp>
            <p:nvSpPr>
              <p:cNvPr id="3" name="Notes Placeholder 2">
                <a:extLst>
                  <a:ext uri="{FF2B5EF4-FFF2-40B4-BE49-F238E27FC236}">
                    <a16:creationId xmlns:a16="http://schemas.microsoft.com/office/drawing/2014/main" id="{263D4B95-ED1A-0909-889C-5C5133130A15}"/>
                  </a:ext>
                </a:extLst>
              </p:cNvPr>
              <p:cNvSpPr>
                <a:spLocks noGrp="1"/>
              </p:cNvSpPr>
              <p:nvPr>
                <p:ph type="body" idx="1"/>
              </p:nvPr>
            </p:nvSpPr>
            <p:spPr/>
            <p:txBody>
              <a:bodyPr/>
              <a:lstStyle/>
              <a:p>
                <a:pPr lvl="0"/>
                <a:r>
                  <a:rPr lang="vi-VN" sz="1200" kern="1200" dirty="0">
                    <a:solidFill>
                      <a:schemeClr val="tx1"/>
                    </a:solidFill>
                    <a:effectLst/>
                    <a:latin typeface="+mn-lt"/>
                    <a:ea typeface="+mn-ea"/>
                    <a:cs typeface="+mn-cs"/>
                  </a:rPr>
                  <a:t>(0 CVSS)</a:t>
                </a:r>
                <a:r>
                  <a:rPr lang="en-US" sz="1200" kern="1200" dirty="0">
                    <a:solidFill>
                      <a:schemeClr val="tx1"/>
                    </a:solidFill>
                    <a:effectLst/>
                    <a:latin typeface="+mn-lt"/>
                    <a:ea typeface="+mn-ea"/>
                    <a:cs typeface="+mn-cs"/>
                  </a:rPr>
                  <a:t>C</a:t>
                </a:r>
                <a:r>
                  <a:rPr lang="en-US" sz="1200" kern="1200" baseline="-25000" dirty="0">
                    <a:solidFill>
                      <a:schemeClr val="tx1"/>
                    </a:solidFill>
                    <a:effectLst/>
                    <a:latin typeface="+mn-lt"/>
                    <a:ea typeface="+mn-ea"/>
                    <a:cs typeface="+mn-cs"/>
                  </a:rPr>
                  <a:t>V</a:t>
                </a:r>
                <a:r>
                  <a:rPr lang="en-US" sz="1200" kern="1200" dirty="0">
                    <a:solidFill>
                      <a:schemeClr val="tx1"/>
                    </a:solidFill>
                    <a:effectLst/>
                    <a:latin typeface="+mn-lt"/>
                    <a:ea typeface="+mn-ea"/>
                    <a:cs typeface="+mn-cs"/>
                  </a:rPr>
                  <a:t> = 10. </a:t>
                </a:r>
                <a:endParaRPr lang="vi-VN"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(0.1 - 3.9 CVSS):</a:t>
                </a:r>
                <a:r>
                  <a:rPr lang="en-US" sz="1200" kern="1200" dirty="0">
                    <a:solidFill>
                      <a:schemeClr val="tx1"/>
                    </a:solidFill>
                    <a:effectLst/>
                    <a:latin typeface="+mn-lt"/>
                    <a:ea typeface="+mn-ea"/>
                    <a:cs typeface="+mn-cs"/>
                  </a:rPr>
                  <a:t> C</a:t>
                </a:r>
                <a:r>
                  <a:rPr lang="en-US" sz="1200" kern="1200" baseline="-25000" dirty="0">
                    <a:solidFill>
                      <a:schemeClr val="tx1"/>
                    </a:solidFill>
                    <a:effectLst/>
                    <a:latin typeface="+mn-lt"/>
                    <a:ea typeface="+mn-ea"/>
                    <a:cs typeface="+mn-cs"/>
                  </a:rPr>
                  <a:t>V</a:t>
                </a:r>
                <a:r>
                  <a:rPr lang="en-US" sz="1200" kern="1200" dirty="0">
                    <a:solidFill>
                      <a:schemeClr val="tx1"/>
                    </a:solidFill>
                    <a:effectLst/>
                    <a:latin typeface="+mn-lt"/>
                    <a:ea typeface="+mn-ea"/>
                    <a:cs typeface="+mn-cs"/>
                  </a:rPr>
                  <a:t> = 8. </a:t>
                </a:r>
                <a:endParaRPr lang="vi-VN"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(4.0 - 6.9 CVSS):</a:t>
                </a:r>
                <a:r>
                  <a:rPr lang="en-US" sz="1200" kern="1200" dirty="0">
                    <a:solidFill>
                      <a:schemeClr val="tx1"/>
                    </a:solidFill>
                    <a:effectLst/>
                    <a:latin typeface="+mn-lt"/>
                    <a:ea typeface="+mn-ea"/>
                    <a:cs typeface="+mn-cs"/>
                  </a:rPr>
                  <a:t> C</a:t>
                </a:r>
                <a:r>
                  <a:rPr lang="en-US" sz="1200" kern="1200" baseline="-25000" dirty="0">
                    <a:solidFill>
                      <a:schemeClr val="tx1"/>
                    </a:solidFill>
                    <a:effectLst/>
                    <a:latin typeface="+mn-lt"/>
                    <a:ea typeface="+mn-ea"/>
                    <a:cs typeface="+mn-cs"/>
                  </a:rPr>
                  <a:t>V</a:t>
                </a:r>
                <a:r>
                  <a:rPr lang="en-US" sz="1200" kern="1200" dirty="0">
                    <a:solidFill>
                      <a:schemeClr val="tx1"/>
                    </a:solidFill>
                    <a:effectLst/>
                    <a:latin typeface="+mn-lt"/>
                    <a:ea typeface="+mn-ea"/>
                    <a:cs typeface="+mn-cs"/>
                  </a:rPr>
                  <a:t> = 5. </a:t>
                </a:r>
                <a:endParaRPr lang="vi-VN"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(7.0 - 8.9 CVSS):</a:t>
                </a:r>
                <a:r>
                  <a:rPr lang="en-US" sz="1200" kern="1200" dirty="0">
                    <a:solidFill>
                      <a:schemeClr val="tx1"/>
                    </a:solidFill>
                    <a:effectLst/>
                    <a:latin typeface="+mn-lt"/>
                    <a:ea typeface="+mn-ea"/>
                    <a:cs typeface="+mn-cs"/>
                  </a:rPr>
                  <a:t> C</a:t>
                </a:r>
                <a:r>
                  <a:rPr lang="en-US" sz="1200" kern="1200" baseline="-25000" dirty="0">
                    <a:solidFill>
                      <a:schemeClr val="tx1"/>
                    </a:solidFill>
                    <a:effectLst/>
                    <a:latin typeface="+mn-lt"/>
                    <a:ea typeface="+mn-ea"/>
                    <a:cs typeface="+mn-cs"/>
                  </a:rPr>
                  <a:t>V</a:t>
                </a:r>
                <a:r>
                  <a:rPr lang="en-US" sz="1200" kern="1200" dirty="0">
                    <a:solidFill>
                      <a:schemeClr val="tx1"/>
                    </a:solidFill>
                    <a:effectLst/>
                    <a:latin typeface="+mn-lt"/>
                    <a:ea typeface="+mn-ea"/>
                    <a:cs typeface="+mn-cs"/>
                  </a:rPr>
                  <a:t> = 2. </a:t>
                </a:r>
                <a:endParaRPr lang="vi-VN"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Nghiêm </a:t>
                </a:r>
                <a:r>
                  <a:rPr lang="en-US" sz="1200" b="1" kern="1200" dirty="0" err="1">
                    <a:solidFill>
                      <a:schemeClr val="tx1"/>
                    </a:solidFill>
                    <a:effectLst/>
                    <a:latin typeface="+mn-lt"/>
                    <a:ea typeface="+mn-ea"/>
                    <a:cs typeface="+mn-cs"/>
                  </a:rPr>
                  <a:t>trọng</a:t>
                </a:r>
                <a:r>
                  <a:rPr lang="en-US" sz="1200" b="1" kern="1200" dirty="0">
                    <a:solidFill>
                      <a:schemeClr val="tx1"/>
                    </a:solidFill>
                    <a:effectLst/>
                    <a:latin typeface="+mn-lt"/>
                    <a:ea typeface="+mn-ea"/>
                    <a:cs typeface="+mn-cs"/>
                  </a:rPr>
                  <a:t> (</a:t>
                </a:r>
                <a:r>
                  <a:rPr lang="en-US" sz="1200" b="1" i="0" kern="1200">
                    <a:solidFill>
                      <a:schemeClr val="tx1"/>
                    </a:solidFill>
                    <a:effectLst/>
                    <a:latin typeface="+mn-lt"/>
                    <a:ea typeface="+mn-ea"/>
                    <a:cs typeface="+mn-cs"/>
                  </a:rPr>
                  <a:t>≥</a:t>
                </a:r>
                <a:r>
                  <a:rPr lang="en-US" sz="1200" b="1" kern="1200" dirty="0">
                    <a:solidFill>
                      <a:schemeClr val="tx1"/>
                    </a:solidFill>
                    <a:effectLst/>
                    <a:latin typeface="+mn-lt"/>
                    <a:ea typeface="+mn-ea"/>
                    <a:cs typeface="+mn-cs"/>
                  </a:rPr>
                  <a:t> 9.0 CVSS):</a:t>
                </a:r>
                <a:r>
                  <a:rPr lang="en-US" sz="1200" kern="1200" dirty="0">
                    <a:solidFill>
                      <a:schemeClr val="tx1"/>
                    </a:solidFill>
                    <a:effectLst/>
                    <a:latin typeface="+mn-lt"/>
                    <a:ea typeface="+mn-ea"/>
                    <a:cs typeface="+mn-cs"/>
                  </a:rPr>
                  <a:t> C</a:t>
                </a:r>
                <a:r>
                  <a:rPr lang="en-US" sz="1200" kern="1200" baseline="-25000" dirty="0">
                    <a:solidFill>
                      <a:schemeClr val="tx1"/>
                    </a:solidFill>
                    <a:effectLst/>
                    <a:latin typeface="+mn-lt"/>
                    <a:ea typeface="+mn-ea"/>
                    <a:cs typeface="+mn-cs"/>
                  </a:rPr>
                  <a:t>V</a:t>
                </a:r>
                <a:r>
                  <a:rPr lang="en-US" sz="1200" kern="1200" dirty="0">
                    <a:solidFill>
                      <a:schemeClr val="tx1"/>
                    </a:solidFill>
                    <a:effectLst/>
                    <a:latin typeface="+mn-lt"/>
                    <a:ea typeface="+mn-ea"/>
                    <a:cs typeface="+mn-cs"/>
                  </a:rPr>
                  <a:t> = 0</a:t>
                </a:r>
                <a:endParaRPr lang="vi-VN" b="0" dirty="0"/>
              </a:p>
            </p:txBody>
          </p:sp>
        </mc:Fallback>
      </mc:AlternateContent>
      <p:sp>
        <p:nvSpPr>
          <p:cNvPr id="4" name="Slide Number Placeholder 3">
            <a:extLst>
              <a:ext uri="{FF2B5EF4-FFF2-40B4-BE49-F238E27FC236}">
                <a16:creationId xmlns:a16="http://schemas.microsoft.com/office/drawing/2014/main" id="{C4C0F5EE-5D55-6CBB-74E5-A2325EE1A76C}"/>
              </a:ext>
            </a:extLst>
          </p:cNvPr>
          <p:cNvSpPr>
            <a:spLocks noGrp="1"/>
          </p:cNvSpPr>
          <p:nvPr>
            <p:ph type="sldNum" sz="quarter" idx="5"/>
          </p:nvPr>
        </p:nvSpPr>
        <p:spPr/>
        <p:txBody>
          <a:bodyPr/>
          <a:lstStyle/>
          <a:p>
            <a:fld id="{FB9B3CAC-2EB8-464D-9809-676F799F19D1}" type="slidenum">
              <a:rPr lang="en-US" smtClean="0"/>
              <a:t>14</a:t>
            </a:fld>
            <a:endParaRPr lang="en-US"/>
          </a:p>
        </p:txBody>
      </p:sp>
    </p:spTree>
    <p:extLst>
      <p:ext uri="{BB962C8B-B14F-4D97-AF65-F5344CB8AC3E}">
        <p14:creationId xmlns:p14="http://schemas.microsoft.com/office/powerpoint/2010/main" val="36794089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1CAF75-C3EA-3AD1-CB14-BC6364F198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70EEF8-6E3C-BE41-6357-6C32A60FF2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1B6465-45DC-3033-FA16-AC136C6DD2D4}"/>
              </a:ext>
            </a:extLst>
          </p:cNvPr>
          <p:cNvSpPr>
            <a:spLocks noGrp="1"/>
          </p:cNvSpPr>
          <p:nvPr>
            <p:ph type="body" idx="1"/>
          </p:nvPr>
        </p:nvSpPr>
        <p:spPr/>
        <p:txBody>
          <a:bodyPr/>
          <a:lstStyle/>
          <a:p>
            <a:endParaRPr lang="vi-VN" b="0" dirty="0"/>
          </a:p>
        </p:txBody>
      </p:sp>
      <p:sp>
        <p:nvSpPr>
          <p:cNvPr id="4" name="Slide Number Placeholder 3">
            <a:extLst>
              <a:ext uri="{FF2B5EF4-FFF2-40B4-BE49-F238E27FC236}">
                <a16:creationId xmlns:a16="http://schemas.microsoft.com/office/drawing/2014/main" id="{C52E61DA-75A2-E1B4-2D02-7D01AB2C9440}"/>
              </a:ext>
            </a:extLst>
          </p:cNvPr>
          <p:cNvSpPr>
            <a:spLocks noGrp="1"/>
          </p:cNvSpPr>
          <p:nvPr>
            <p:ph type="sldNum" sz="quarter" idx="5"/>
          </p:nvPr>
        </p:nvSpPr>
        <p:spPr/>
        <p:txBody>
          <a:bodyPr/>
          <a:lstStyle/>
          <a:p>
            <a:fld id="{FB9B3CAC-2EB8-464D-9809-676F799F19D1}" type="slidenum">
              <a:rPr lang="en-US" smtClean="0"/>
              <a:t>16</a:t>
            </a:fld>
            <a:endParaRPr lang="en-US"/>
          </a:p>
        </p:txBody>
      </p:sp>
    </p:spTree>
    <p:extLst>
      <p:ext uri="{BB962C8B-B14F-4D97-AF65-F5344CB8AC3E}">
        <p14:creationId xmlns:p14="http://schemas.microsoft.com/office/powerpoint/2010/main" val="20052706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E870CB-02D1-FB16-F780-E02134C187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702077-EFF7-FBDF-2050-DEE5A0C56E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7FB116-D55B-45D8-C848-53BE5AA3909D}"/>
              </a:ext>
            </a:extLst>
          </p:cNvPr>
          <p:cNvSpPr>
            <a:spLocks noGrp="1"/>
          </p:cNvSpPr>
          <p:nvPr>
            <p:ph type="body" idx="1"/>
          </p:nvPr>
        </p:nvSpPr>
        <p:spPr/>
        <p:txBody>
          <a:bodyPr/>
          <a:lstStyle/>
          <a:p>
            <a:r>
              <a:rPr lang="vi-VN" sz="1200" kern="1200" dirty="0">
                <a:solidFill>
                  <a:schemeClr val="tx1"/>
                </a:solidFill>
                <a:effectLst/>
                <a:latin typeface="+mn-lt"/>
                <a:ea typeface="+mn-ea"/>
                <a:cs typeface="+mn-cs"/>
              </a:rPr>
              <a:t>Giai đoạn này đóng vai trò là "cửa ngõ", tập trung vào việc định danh và trích xuất dữ liệu thô từ các gói mã nguồn mở (OSS).</a:t>
            </a:r>
          </a:p>
          <a:p>
            <a:r>
              <a:rPr lang="vi-VN" sz="1200" b="1" kern="1200" dirty="0">
                <a:solidFill>
                  <a:schemeClr val="tx1"/>
                </a:solidFill>
                <a:effectLst/>
                <a:latin typeface="+mn-lt"/>
                <a:ea typeface="+mn-ea"/>
                <a:cs typeface="+mn-cs"/>
              </a:rPr>
              <a:t>Đầu vào (Input):</a:t>
            </a:r>
            <a:r>
              <a:rPr lang="vi-VN" sz="1200" kern="1200" dirty="0">
                <a:solidFill>
                  <a:schemeClr val="tx1"/>
                </a:solidFill>
                <a:effectLst/>
                <a:latin typeface="+mn-lt"/>
                <a:ea typeface="+mn-ea"/>
                <a:cs typeface="+mn-cs"/>
              </a:rPr>
              <a:t> Hệ thống tiếp nhận các gói Artifact dưới dạng tệp nén như .zip, .jar, hoặc .whl.</a:t>
            </a:r>
          </a:p>
          <a:p>
            <a:r>
              <a:rPr lang="vi-VN" sz="1200" b="1" kern="1200" dirty="0">
                <a:solidFill>
                  <a:schemeClr val="tx1"/>
                </a:solidFill>
                <a:effectLst/>
                <a:latin typeface="+mn-lt"/>
                <a:ea typeface="+mn-ea"/>
                <a:cs typeface="+mn-cs"/>
              </a:rPr>
              <a:t>Giải nén tạm thời (Temp Extraction):</a:t>
            </a:r>
            <a:r>
              <a:rPr lang="vi-VN" sz="1200" kern="1200" dirty="0">
                <a:solidFill>
                  <a:schemeClr val="tx1"/>
                </a:solidFill>
                <a:effectLst/>
                <a:latin typeface="+mn-lt"/>
                <a:ea typeface="+mn-ea"/>
                <a:cs typeface="+mn-cs"/>
              </a:rPr>
              <a:t> Thực hiện giải nén gói tin để truy cập sâu vào cấu trúc bên trong, phục vụ phân tích Whitebox.</a:t>
            </a:r>
          </a:p>
          <a:p>
            <a:r>
              <a:rPr lang="vi-VN" sz="1200" b="1" kern="1200" dirty="0">
                <a:solidFill>
                  <a:schemeClr val="tx1"/>
                </a:solidFill>
                <a:effectLst/>
                <a:latin typeface="+mn-lt"/>
                <a:ea typeface="+mn-ea"/>
                <a:cs typeface="+mn-cs"/>
              </a:rPr>
              <a:t>Trích xuất SBOM (Syft Scan):</a:t>
            </a:r>
            <a:r>
              <a:rPr lang="vi-VN" sz="1200" kern="1200" dirty="0">
                <a:solidFill>
                  <a:schemeClr val="tx1"/>
                </a:solidFill>
                <a:effectLst/>
                <a:latin typeface="+mn-lt"/>
                <a:ea typeface="+mn-ea"/>
                <a:cs typeface="+mn-cs"/>
              </a:rPr>
              <a:t> Sử dụng công cụ Syft để tạo danh mục thành phần phần mềm (SBOM) theo định dạng CycloneDX. Bước này giúp định danh các phụ thuộc bắc cầu (Transitive Dependencies) - vốn là "điểm mù" lớn nhất của chuỗi cung ứng.</a:t>
            </a:r>
          </a:p>
          <a:p>
            <a:r>
              <a:rPr lang="vi-VN" sz="1200" b="1" kern="1200" dirty="0">
                <a:solidFill>
                  <a:schemeClr val="tx1"/>
                </a:solidFill>
                <a:effectLst/>
                <a:latin typeface="+mn-lt"/>
                <a:ea typeface="+mn-ea"/>
                <a:cs typeface="+mn-cs"/>
              </a:rPr>
              <a:t>Quét mẫu hành vi (YARA Scan):</a:t>
            </a:r>
            <a:r>
              <a:rPr lang="vi-VN" sz="1200" kern="1200" dirty="0">
                <a:solidFill>
                  <a:schemeClr val="tx1"/>
                </a:solidFill>
                <a:effectLst/>
                <a:latin typeface="+mn-lt"/>
                <a:ea typeface="+mn-ea"/>
                <a:cs typeface="+mn-cs"/>
              </a:rPr>
              <a:t> YARA được sử dụng để quét sâu vào mã nguồn nhằm phát hiện các biến thể của cửa hậu ($backdoor$) hoặc các hành vi thực thi lệnh từ xa ($RCE$) vốn thường bị các công cụ $SCA$ truyền thống bỏ sót</a:t>
            </a:r>
          </a:p>
          <a:p>
            <a:r>
              <a:rPr lang="vi-VN" sz="1200" b="1" kern="1200" dirty="0">
                <a:solidFill>
                  <a:schemeClr val="tx1"/>
                </a:solidFill>
                <a:effectLst/>
                <a:latin typeface="+mn-lt"/>
                <a:ea typeface="+mn-ea"/>
                <a:cs typeface="+mn-cs"/>
              </a:rPr>
              <a:t>Xác định vân tay số (SHA256 Hash):</a:t>
            </a:r>
            <a:r>
              <a:rPr lang="vi-VN" sz="1200" kern="1200" dirty="0">
                <a:solidFill>
                  <a:schemeClr val="tx1"/>
                </a:solidFill>
                <a:effectLst/>
                <a:latin typeface="+mn-lt"/>
                <a:ea typeface="+mn-ea"/>
                <a:cs typeface="+mn-cs"/>
              </a:rPr>
              <a:t> Tính toán mã băm để xác thực tính toàn vẹn và phục vụ đối chiếu dữ liệu danh tiếng sau này.</a:t>
            </a:r>
          </a:p>
          <a:p>
            <a:endParaRPr lang="en-US" dirty="0"/>
          </a:p>
          <a:p>
            <a:endParaRPr lang="vi-VN" b="0" dirty="0"/>
          </a:p>
        </p:txBody>
      </p:sp>
      <p:sp>
        <p:nvSpPr>
          <p:cNvPr id="4" name="Slide Number Placeholder 3">
            <a:extLst>
              <a:ext uri="{FF2B5EF4-FFF2-40B4-BE49-F238E27FC236}">
                <a16:creationId xmlns:a16="http://schemas.microsoft.com/office/drawing/2014/main" id="{082ED0BE-DC5F-4797-542C-B32F828DFF3D}"/>
              </a:ext>
            </a:extLst>
          </p:cNvPr>
          <p:cNvSpPr>
            <a:spLocks noGrp="1"/>
          </p:cNvSpPr>
          <p:nvPr>
            <p:ph type="sldNum" sz="quarter" idx="5"/>
          </p:nvPr>
        </p:nvSpPr>
        <p:spPr/>
        <p:txBody>
          <a:bodyPr/>
          <a:lstStyle/>
          <a:p>
            <a:fld id="{FB9B3CAC-2EB8-464D-9809-676F799F19D1}" type="slidenum">
              <a:rPr lang="en-US" smtClean="0"/>
              <a:t>17</a:t>
            </a:fld>
            <a:endParaRPr lang="en-US"/>
          </a:p>
        </p:txBody>
      </p:sp>
    </p:spTree>
    <p:extLst>
      <p:ext uri="{BB962C8B-B14F-4D97-AF65-F5344CB8AC3E}">
        <p14:creationId xmlns:p14="http://schemas.microsoft.com/office/powerpoint/2010/main" val="8619014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9810E-F7B7-F7FE-58C8-81E389DF3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38F0A2-3CD7-1CB3-AB99-B408867157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341FCF-9977-9B51-CA95-70159550C969}"/>
              </a:ext>
            </a:extLst>
          </p:cNvPr>
          <p:cNvSpPr>
            <a:spLocks noGrp="1"/>
          </p:cNvSpPr>
          <p:nvPr>
            <p:ph type="body" idx="1"/>
          </p:nvPr>
        </p:nvSpPr>
        <p:spPr/>
        <p:txBody>
          <a:bodyPr/>
          <a:lstStyle/>
          <a:p>
            <a:r>
              <a:rPr lang="vi-VN" sz="1200" kern="1200" dirty="0">
                <a:solidFill>
                  <a:schemeClr val="tx1"/>
                </a:solidFill>
                <a:effectLst/>
                <a:latin typeface="+mn-lt"/>
                <a:ea typeface="+mn-ea"/>
                <a:cs typeface="+mn-cs"/>
              </a:rPr>
              <a:t>Sau khi có dữ liệu thô, hệ thống thực hiện quét song song để thu thập bằng chứng kỹ thuật dựa trên các trụ cột của </a:t>
            </a:r>
            <a:r>
              <a:rPr lang="vi-VN" sz="1200" b="1" kern="1200" dirty="0">
                <a:solidFill>
                  <a:schemeClr val="tx1"/>
                </a:solidFill>
                <a:effectLst/>
                <a:latin typeface="+mn-lt"/>
                <a:ea typeface="+mn-ea"/>
                <a:cs typeface="+mn-cs"/>
              </a:rPr>
              <a:t>OWASP ASVS 5.0.0</a:t>
            </a:r>
            <a:r>
              <a:rPr lang="vi-VN" sz="1200" kern="1200" dirty="0">
                <a:solidFill>
                  <a:schemeClr val="tx1"/>
                </a:solidFill>
                <a:effectLst/>
                <a:latin typeface="+mn-lt"/>
                <a:ea typeface="+mn-ea"/>
                <a:cs typeface="+mn-cs"/>
              </a:rPr>
              <a:t>.</a:t>
            </a:r>
          </a:p>
          <a:p>
            <a:r>
              <a:rPr lang="vi-VN" sz="1200" b="1" kern="1200" dirty="0">
                <a:solidFill>
                  <a:schemeClr val="tx1"/>
                </a:solidFill>
                <a:effectLst/>
                <a:latin typeface="+mn-lt"/>
                <a:ea typeface="+mn-ea"/>
                <a:cs typeface="+mn-cs"/>
              </a:rPr>
              <a:t>Thu thập bằng chứng (Collect Evidence):</a:t>
            </a:r>
            <a:endParaRPr lang="vi-VN" sz="1200" kern="1200" dirty="0">
              <a:solidFill>
                <a:schemeClr val="tx1"/>
              </a:solidFill>
              <a:effectLst/>
              <a:latin typeface="+mn-lt"/>
              <a:ea typeface="+mn-ea"/>
              <a:cs typeface="+mn-cs"/>
            </a:endParaRPr>
          </a:p>
          <a:p>
            <a:pPr lvl="1"/>
            <a:r>
              <a:rPr lang="vi-VN" sz="1200" b="1" kern="1200" dirty="0">
                <a:solidFill>
                  <a:schemeClr val="tx1"/>
                </a:solidFill>
                <a:effectLst/>
                <a:latin typeface="+mn-lt"/>
                <a:ea typeface="+mn-ea"/>
                <a:cs typeface="+mn-cs"/>
              </a:rPr>
              <a:t>Tầng V1 (Kiến trúc):</a:t>
            </a:r>
            <a:r>
              <a:rPr lang="vi-VN" sz="1200" kern="1200" dirty="0">
                <a:solidFill>
                  <a:schemeClr val="tx1"/>
                </a:solidFill>
                <a:effectLst/>
                <a:latin typeface="+mn-lt"/>
                <a:ea typeface="+mn-ea"/>
                <a:cs typeface="+mn-cs"/>
              </a:rPr>
              <a:t> Sử dụng </a:t>
            </a:r>
            <a:r>
              <a:rPr lang="vi-VN" sz="1200" b="1" kern="1200" dirty="0">
                <a:solidFill>
                  <a:schemeClr val="tx1"/>
                </a:solidFill>
                <a:effectLst/>
                <a:latin typeface="+mn-lt"/>
                <a:ea typeface="+mn-ea"/>
                <a:cs typeface="+mn-cs"/>
              </a:rPr>
              <a:t>OSV-Scanner</a:t>
            </a:r>
            <a:r>
              <a:rPr lang="vi-VN" sz="1200" kern="1200" dirty="0">
                <a:solidFill>
                  <a:schemeClr val="tx1"/>
                </a:solidFill>
                <a:effectLst/>
                <a:latin typeface="+mn-lt"/>
                <a:ea typeface="+mn-ea"/>
                <a:cs typeface="+mn-cs"/>
              </a:rPr>
              <a:t> để lấy điểm lỗ hổng thực tế (Local CVSS). Đồng thời, truy vấn </a:t>
            </a:r>
            <a:r>
              <a:rPr lang="vi-VN" sz="1200" b="1" kern="1200" dirty="0">
                <a:solidFill>
                  <a:schemeClr val="tx1"/>
                </a:solidFill>
                <a:effectLst/>
                <a:latin typeface="+mn-lt"/>
                <a:ea typeface="+mn-ea"/>
                <a:cs typeface="+mn-cs"/>
              </a:rPr>
              <a:t>Deps.dev API</a:t>
            </a:r>
            <a:r>
              <a:rPr lang="vi-VN" sz="1200" kern="1200" dirty="0">
                <a:solidFill>
                  <a:schemeClr val="tx1"/>
                </a:solidFill>
                <a:effectLst/>
                <a:latin typeface="+mn-lt"/>
                <a:ea typeface="+mn-ea"/>
                <a:cs typeface="+mn-cs"/>
              </a:rPr>
              <a:t> để lấy điểm sức khỏe dự án (Maintenance Score).</a:t>
            </a:r>
          </a:p>
          <a:p>
            <a:pPr lvl="1"/>
            <a:r>
              <a:rPr lang="en-US" dirty="0"/>
              <a:t>Heuristic </a:t>
            </a:r>
            <a:r>
              <a:rPr lang="vi-VN" dirty="0"/>
              <a:t>Logic: đóng vai trò là “bộ lọc thông minh” n</a:t>
            </a:r>
            <a:r>
              <a:rPr lang="vi-VN" sz="1200" kern="1200" dirty="0">
                <a:solidFill>
                  <a:schemeClr val="tx1"/>
                </a:solidFill>
                <a:effectLst/>
                <a:latin typeface="+mn-lt"/>
                <a:ea typeface="+mn-ea"/>
                <a:cs typeface="+mn-cs"/>
              </a:rPr>
              <a:t>hằm nhận diện các rủi ro phi kỹ thuật hoặc các lỗi cấu hình phức tạp mà các bộ quét tự động ($SCA$) thường bỏ sót.</a:t>
            </a:r>
          </a:p>
          <a:p>
            <a:r>
              <a:rPr lang="vi-VN" sz="1200" b="1" kern="1200" dirty="0">
                <a:solidFill>
                  <a:schemeClr val="tx1"/>
                </a:solidFill>
                <a:effectLst/>
                <a:latin typeface="+mn-lt"/>
                <a:ea typeface="+mn-ea"/>
                <a:cs typeface="+mn-cs"/>
              </a:rPr>
              <a:t>Phát hiện lỗ hổng logic/cấu hình:</a:t>
            </a:r>
            <a:r>
              <a:rPr lang="vi-VN" sz="1200" kern="1200" dirty="0">
                <a:solidFill>
                  <a:schemeClr val="tx1"/>
                </a:solidFill>
                <a:effectLst/>
                <a:latin typeface="+mn-lt"/>
                <a:ea typeface="+mn-ea"/>
                <a:cs typeface="+mn-cs"/>
              </a:rPr>
              <a:t> HL đi sâu vào kiểm tra các cấu hình đặc thù, chẳng hạn như sự hiện diện của lỗ hổng Log4shell thông qua việc phân tích các tham số môi trường $JNDI$.</a:t>
            </a:r>
          </a:p>
          <a:p>
            <a:r>
              <a:rPr lang="vi-VN" sz="1200" b="1" kern="1200" dirty="0">
                <a:solidFill>
                  <a:schemeClr val="tx1"/>
                </a:solidFill>
                <a:effectLst/>
                <a:latin typeface="+mn-lt"/>
                <a:ea typeface="+mn-ea"/>
                <a:cs typeface="+mn-cs"/>
              </a:rPr>
              <a:t>Cơ chế kiểm soát bù đắp ($Compensating Control$):</a:t>
            </a:r>
            <a:r>
              <a:rPr lang="vi-VN" sz="1200" kern="1200" dirty="0">
                <a:solidFill>
                  <a:schemeClr val="tx1"/>
                </a:solidFill>
                <a:effectLst/>
                <a:latin typeface="+mn-lt"/>
                <a:ea typeface="+mn-ea"/>
                <a:cs typeface="+mn-cs"/>
              </a:rPr>
              <a:t> Khi các bằng chứng hiện đại như $SLSA$ bị thiếu hụt (do nhà phát hành chưa cung cấp tệp chứng thực), HL tự động kích hoạt các phương thức kiểm tra truyền thống hơn như xác thực chữ ký số $GPG$ và đối chiếu mã băm $SHA256$ theo tiêu chuẩn $ASVS 14.3.2$.</a:t>
            </a:r>
          </a:p>
          <a:p>
            <a:r>
              <a:rPr lang="vi-VN" sz="1200" b="1" kern="1200" dirty="0">
                <a:solidFill>
                  <a:schemeClr val="tx1"/>
                </a:solidFill>
                <a:effectLst/>
                <a:latin typeface="+mn-lt"/>
                <a:ea typeface="+mn-ea"/>
                <a:cs typeface="+mn-cs"/>
              </a:rPr>
              <a:t>Xử lý "Điểm mù" dữ liệu ($Blind Spot Detection$):</a:t>
            </a:r>
            <a:r>
              <a:rPr lang="vi-VN" sz="1200" kern="1200" dirty="0">
                <a:solidFill>
                  <a:schemeClr val="tx1"/>
                </a:solidFill>
                <a:effectLst/>
                <a:latin typeface="+mn-lt"/>
                <a:ea typeface="+mn-ea"/>
                <a:cs typeface="+mn-cs"/>
              </a:rPr>
              <a:t> Trong trường hợp hệ thống mất kết nối mạng hoặc dữ liệu bộ nhớ đệm ($cache$) không đáp ứng, HL giúp nhận diện tình trạng thiếu hụt thông tin và chuyển trạng thái đánh giá sang PENDING_REVIEW thay vì đưa ra phán quyết sai lầm.</a:t>
            </a:r>
          </a:p>
          <a:p>
            <a:r>
              <a:rPr lang="vi-VN" sz="1200" b="1" kern="1200" dirty="0">
                <a:solidFill>
                  <a:schemeClr val="tx1"/>
                </a:solidFill>
                <a:effectLst/>
                <a:latin typeface="+mn-lt"/>
                <a:ea typeface="+mn-ea"/>
                <a:cs typeface="+mn-cs"/>
              </a:rPr>
              <a:t>Giảm tỷ lệ cảnh báo giả ($False Positive$):</a:t>
            </a:r>
            <a:r>
              <a:rPr lang="vi-VN" sz="1200" kern="1200" dirty="0">
                <a:solidFill>
                  <a:schemeClr val="tx1"/>
                </a:solidFill>
                <a:effectLst/>
                <a:latin typeface="+mn-lt"/>
                <a:ea typeface="+mn-ea"/>
                <a:cs typeface="+mn-cs"/>
              </a:rPr>
              <a:t> HL tích hợp các bộ quét vật lý để tìm kiếm thủ công các tệp tin LICENSE.txt hoặc COPYING nếu công cụ trích xuất $SBOM$ không nhận diện được siêu dữ liệu, giúp đảm bảo tính chính xác cho các mã nguồn th</a:t>
            </a:r>
          </a:p>
          <a:p>
            <a:pPr lvl="1"/>
            <a:endParaRPr lang="vi-VN" sz="1200" kern="1200" dirty="0">
              <a:solidFill>
                <a:schemeClr val="tx1"/>
              </a:solidFill>
              <a:effectLst/>
              <a:latin typeface="+mn-lt"/>
              <a:ea typeface="+mn-ea"/>
              <a:cs typeface="+mn-cs"/>
            </a:endParaRPr>
          </a:p>
          <a:p>
            <a:r>
              <a:rPr lang="vi-VN" sz="1200" b="1" kern="1200" dirty="0">
                <a:solidFill>
                  <a:schemeClr val="tx1"/>
                </a:solidFill>
                <a:effectLst/>
                <a:latin typeface="+mn-lt"/>
                <a:ea typeface="+mn-ea"/>
                <a:cs typeface="+mn-cs"/>
              </a:rPr>
              <a:t>Xác thực tính toàn vẹn (Verify Integrity):</a:t>
            </a:r>
            <a:endParaRPr lang="vi-VN" sz="1200" kern="1200" dirty="0">
              <a:solidFill>
                <a:schemeClr val="tx1"/>
              </a:solidFill>
              <a:effectLst/>
              <a:latin typeface="+mn-lt"/>
              <a:ea typeface="+mn-ea"/>
              <a:cs typeface="+mn-cs"/>
            </a:endParaRPr>
          </a:p>
          <a:p>
            <a:pPr lvl="1"/>
            <a:r>
              <a:rPr lang="vi-VN" sz="1200" b="1" kern="1200" dirty="0">
                <a:solidFill>
                  <a:schemeClr val="tx1"/>
                </a:solidFill>
                <a:effectLst/>
                <a:latin typeface="+mn-lt"/>
                <a:ea typeface="+mn-ea"/>
                <a:cs typeface="+mn-cs"/>
              </a:rPr>
              <a:t>Tầng V14 (Cấu hình):</a:t>
            </a:r>
            <a:r>
              <a:rPr lang="vi-VN" sz="1200" kern="1200" dirty="0">
                <a:solidFill>
                  <a:schemeClr val="tx1"/>
                </a:solidFill>
                <a:effectLst/>
                <a:latin typeface="+mn-lt"/>
                <a:ea typeface="+mn-ea"/>
                <a:cs typeface="+mn-cs"/>
              </a:rPr>
              <a:t> Kiểm tra trạng thái chữ ký số (Signature Status) để xác thực nguồn gốc Artifact.</a:t>
            </a:r>
          </a:p>
          <a:p>
            <a:pPr lvl="1"/>
            <a:r>
              <a:rPr lang="vi-VN" sz="1200" b="1" kern="1200" dirty="0">
                <a:solidFill>
                  <a:schemeClr val="tx1"/>
                </a:solidFill>
                <a:effectLst/>
                <a:latin typeface="+mn-lt"/>
                <a:ea typeface="+mn-ea"/>
                <a:cs typeface="+mn-cs"/>
              </a:rPr>
              <a:t>Tầng V10 (Mã độc):</a:t>
            </a:r>
            <a:r>
              <a:rPr lang="vi-VN" sz="1200" kern="1200" dirty="0">
                <a:solidFill>
                  <a:schemeClr val="tx1"/>
                </a:solidFill>
                <a:effectLst/>
                <a:latin typeface="+mn-lt"/>
                <a:ea typeface="+mn-ea"/>
                <a:cs typeface="+mn-cs"/>
              </a:rPr>
              <a:t> Đối chiếu mã băm qua </a:t>
            </a:r>
            <a:r>
              <a:rPr lang="vi-VN" sz="1200" b="1" kern="1200" dirty="0">
                <a:solidFill>
                  <a:schemeClr val="tx1"/>
                </a:solidFill>
                <a:effectLst/>
                <a:latin typeface="+mn-lt"/>
                <a:ea typeface="+mn-ea"/>
                <a:cs typeface="+mn-cs"/>
              </a:rPr>
              <a:t>VirusTotal API</a:t>
            </a:r>
            <a:r>
              <a:rPr lang="vi-VN" sz="1200" kern="1200" dirty="0">
                <a:solidFill>
                  <a:schemeClr val="tx1"/>
                </a:solidFill>
                <a:effectLst/>
                <a:latin typeface="+mn-lt"/>
                <a:ea typeface="+mn-ea"/>
                <a:cs typeface="+mn-cs"/>
              </a:rPr>
              <a:t> để kiểm tra trạng thái nhiễm mã độc (Malware Stats).</a:t>
            </a:r>
          </a:p>
          <a:p>
            <a:r>
              <a:rPr lang="vi-VN" sz="1200" b="1" kern="1200" dirty="0">
                <a:solidFill>
                  <a:schemeClr val="tx1"/>
                </a:solidFill>
                <a:effectLst/>
                <a:latin typeface="+mn-lt"/>
                <a:ea typeface="+mn-ea"/>
                <a:cs typeface="+mn-cs"/>
              </a:rPr>
              <a:t>Cơ sở khoa học:</a:t>
            </a:r>
            <a:r>
              <a:rPr lang="vi-VN" sz="1200" kern="1200" dirty="0">
                <a:solidFill>
                  <a:schemeClr val="tx1"/>
                </a:solidFill>
                <a:effectLst/>
                <a:latin typeface="+mn-lt"/>
                <a:ea typeface="+mn-ea"/>
                <a:cs typeface="+mn-cs"/>
              </a:rPr>
              <a:t> Cơ chế đối chiếu chéo (Cross-referencing) giữa cơ sở dữ liệu lỗ hổng truyền thống và mẫu hành vi thực tế giúp giảm tỷ lệ bỏ sót mối đe dọa (False Negative)</a:t>
            </a:r>
          </a:p>
          <a:p>
            <a:endParaRPr lang="en-US" dirty="0"/>
          </a:p>
        </p:txBody>
      </p:sp>
      <p:sp>
        <p:nvSpPr>
          <p:cNvPr id="4" name="Slide Number Placeholder 3">
            <a:extLst>
              <a:ext uri="{FF2B5EF4-FFF2-40B4-BE49-F238E27FC236}">
                <a16:creationId xmlns:a16="http://schemas.microsoft.com/office/drawing/2014/main" id="{B2E6B29B-563F-F3E4-1F31-7D1472F153D1}"/>
              </a:ext>
            </a:extLst>
          </p:cNvPr>
          <p:cNvSpPr>
            <a:spLocks noGrp="1"/>
          </p:cNvSpPr>
          <p:nvPr>
            <p:ph type="sldNum" sz="quarter" idx="5"/>
          </p:nvPr>
        </p:nvSpPr>
        <p:spPr/>
        <p:txBody>
          <a:bodyPr/>
          <a:lstStyle/>
          <a:p>
            <a:fld id="{FB9B3CAC-2EB8-464D-9809-676F799F19D1}" type="slidenum">
              <a:rPr lang="en-US" smtClean="0"/>
              <a:t>18</a:t>
            </a:fld>
            <a:endParaRPr lang="en-US"/>
          </a:p>
        </p:txBody>
      </p:sp>
    </p:spTree>
    <p:extLst>
      <p:ext uri="{BB962C8B-B14F-4D97-AF65-F5344CB8AC3E}">
        <p14:creationId xmlns:p14="http://schemas.microsoft.com/office/powerpoint/2010/main" val="17587798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F30F9E-A7EE-F7CE-6930-C4434FE3A5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BDD63D-52ED-BF83-1869-365AB99700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2725AC-8571-9086-AD54-985E624160B2}"/>
              </a:ext>
            </a:extLst>
          </p:cNvPr>
          <p:cNvSpPr>
            <a:spLocks noGrp="1"/>
          </p:cNvSpPr>
          <p:nvPr>
            <p:ph type="body" idx="1"/>
          </p:nvPr>
        </p:nvSpPr>
        <p:spPr/>
        <p:txBody>
          <a:bodyPr/>
          <a:lstStyle/>
          <a:p>
            <a:r>
              <a:rPr lang="vi-VN" sz="1200" kern="1200" dirty="0">
                <a:solidFill>
                  <a:schemeClr val="tx1"/>
                </a:solidFill>
                <a:effectLst/>
                <a:latin typeface="+mn-lt"/>
                <a:ea typeface="+mn-ea"/>
                <a:cs typeface="+mn-cs"/>
              </a:rPr>
              <a:t>Giai đoạn này là "bộ não" toán học, thực hiện chuyển đổi các kết quả kỹ thuật định tính/định lượng khác nhau về một thang điểm thống nhất.</a:t>
            </a:r>
          </a:p>
          <a:p>
            <a:r>
              <a:rPr lang="vi-VN" sz="1200" b="1" kern="1200" dirty="0">
                <a:solidFill>
                  <a:schemeClr val="tx1"/>
                </a:solidFill>
                <a:effectLst/>
                <a:latin typeface="+mn-lt"/>
                <a:ea typeface="+mn-ea"/>
                <a:cs typeface="+mn-cs"/>
              </a:rPr>
              <a:t>Chuyển đổi dữ liệu (Transformation Rules):</a:t>
            </a:r>
            <a:r>
              <a:rPr lang="vi-VN" sz="1200" kern="1200" dirty="0">
                <a:solidFill>
                  <a:schemeClr val="tx1"/>
                </a:solidFill>
                <a:effectLst/>
                <a:latin typeface="+mn-lt"/>
                <a:ea typeface="+mn-ea"/>
                <a:cs typeface="+mn-cs"/>
              </a:rPr>
              <a:t> Sử dụng lý thuyết đo lường để đồng nhất hóa các đơn vị (điểm CVSS, trạng thái True/False, thời gian commit) về thang điểm chuẩn $C_i$ từ 0 đến 10.</a:t>
            </a:r>
          </a:p>
          <a:p>
            <a:r>
              <a:rPr lang="vi-VN" sz="1200" b="1" kern="1200" dirty="0">
                <a:solidFill>
                  <a:schemeClr val="tx1"/>
                </a:solidFill>
                <a:effectLst/>
                <a:latin typeface="+mn-lt"/>
                <a:ea typeface="+mn-ea"/>
                <a:cs typeface="+mn-cs"/>
              </a:rPr>
              <a:t>Áp dụng mô hình SAW (Simple Additive Weighting):</a:t>
            </a:r>
            <a:endParaRPr lang="vi-VN" sz="1200" kern="1200" dirty="0">
              <a:solidFill>
                <a:schemeClr val="tx1"/>
              </a:solidFill>
              <a:effectLst/>
              <a:latin typeface="+mn-lt"/>
              <a:ea typeface="+mn-ea"/>
              <a:cs typeface="+mn-cs"/>
            </a:endParaRPr>
          </a:p>
          <a:p>
            <a:pPr lvl="1"/>
            <a:r>
              <a:rPr lang="vi-VN" sz="1200" b="1" kern="1200" dirty="0">
                <a:solidFill>
                  <a:schemeClr val="tx1"/>
                </a:solidFill>
                <a:effectLst/>
                <a:latin typeface="+mn-lt"/>
                <a:ea typeface="+mn-ea"/>
                <a:cs typeface="+mn-cs"/>
              </a:rPr>
              <a:t>$C_V$ (Vulnerability):</a:t>
            </a:r>
            <a:r>
              <a:rPr lang="vi-VN" sz="1200" kern="1200" dirty="0">
                <a:solidFill>
                  <a:schemeClr val="tx1"/>
                </a:solidFill>
                <a:effectLst/>
                <a:latin typeface="+mn-lt"/>
                <a:ea typeface="+mn-ea"/>
                <a:cs typeface="+mn-cs"/>
              </a:rPr>
              <a:t> Trọng số cao nhất ($w=0.45$) do ảnh hưởng trực tiếp của lỗ hổng bảo mật.</a:t>
            </a:r>
          </a:p>
          <a:p>
            <a:pPr lvl="1"/>
            <a:r>
              <a:rPr lang="vi-VN" sz="1200" b="1" kern="1200" dirty="0">
                <a:solidFill>
                  <a:schemeClr val="tx1"/>
                </a:solidFill>
                <a:effectLst/>
                <a:latin typeface="+mn-lt"/>
                <a:ea typeface="+mn-ea"/>
                <a:cs typeface="+mn-cs"/>
              </a:rPr>
              <a:t>$C_M$ (Maintenance):</a:t>
            </a:r>
            <a:r>
              <a:rPr lang="vi-VN" sz="1200" kern="1200" dirty="0">
                <a:solidFill>
                  <a:schemeClr val="tx1"/>
                </a:solidFill>
                <a:effectLst/>
                <a:latin typeface="+mn-lt"/>
                <a:ea typeface="+mn-ea"/>
                <a:cs typeface="+mn-cs"/>
              </a:rPr>
              <a:t> Trọng số $w=0.25$ cho sức khỏe dự án.</a:t>
            </a:r>
          </a:p>
          <a:p>
            <a:pPr lvl="1"/>
            <a:r>
              <a:rPr lang="vi-VN" sz="1200" b="1" kern="1200" dirty="0">
                <a:solidFill>
                  <a:schemeClr val="tx1"/>
                </a:solidFill>
                <a:effectLst/>
                <a:latin typeface="+mn-lt"/>
                <a:ea typeface="+mn-ea"/>
                <a:cs typeface="+mn-cs"/>
              </a:rPr>
              <a:t>$C_I$ (Integrity):</a:t>
            </a:r>
            <a:r>
              <a:rPr lang="vi-VN" sz="1200" kern="1200" dirty="0">
                <a:solidFill>
                  <a:schemeClr val="tx1"/>
                </a:solidFill>
                <a:effectLst/>
                <a:latin typeface="+mn-lt"/>
                <a:ea typeface="+mn-ea"/>
                <a:cs typeface="+mn-cs"/>
              </a:rPr>
              <a:t> Trọng số $w=0.20$ cho tính toàn vẹn/chữ ký số.</a:t>
            </a:r>
          </a:p>
          <a:p>
            <a:pPr lvl="1"/>
            <a:r>
              <a:rPr lang="vi-VN" sz="1200" b="1" kern="1200" dirty="0">
                <a:solidFill>
                  <a:schemeClr val="tx1"/>
                </a:solidFill>
                <a:effectLst/>
                <a:latin typeface="+mn-lt"/>
                <a:ea typeface="+mn-ea"/>
                <a:cs typeface="+mn-cs"/>
              </a:rPr>
              <a:t>$C_L$ (License):</a:t>
            </a:r>
            <a:r>
              <a:rPr lang="vi-VN" sz="1200" kern="1200" dirty="0">
                <a:solidFill>
                  <a:schemeClr val="tx1"/>
                </a:solidFill>
                <a:effectLst/>
                <a:latin typeface="+mn-lt"/>
                <a:ea typeface="+mn-ea"/>
                <a:cs typeface="+mn-cs"/>
              </a:rPr>
              <a:t> Trọng số $w=0.10$ cho rủi ro pháp lý.</a:t>
            </a:r>
          </a:p>
          <a:p>
            <a:r>
              <a:rPr lang="vi-VN" sz="1200" b="1" kern="1200" dirty="0">
                <a:solidFill>
                  <a:schemeClr val="tx1"/>
                </a:solidFill>
                <a:effectLst/>
                <a:latin typeface="+mn-lt"/>
                <a:ea typeface="+mn-ea"/>
                <a:cs typeface="+mn-cs"/>
              </a:rPr>
              <a:t>Công thức tổng hợp:</a:t>
            </a:r>
            <a:r>
              <a:rPr lang="vi-VN" sz="1200" kern="1200" dirty="0">
                <a:solidFill>
                  <a:schemeClr val="tx1"/>
                </a:solidFill>
                <a:effectLst/>
                <a:latin typeface="+mn-lt"/>
                <a:ea typeface="+mn-ea"/>
                <a:cs typeface="+mn-cs"/>
              </a:rPr>
              <a:t> Điểm rủi ro cuối cùng $R$ được tính bằng tổng các tích số giữa điểm tiêu chí và trọng số tương ứng: $R = \sum (W_i \cdot C_i)$</a:t>
            </a:r>
          </a:p>
          <a:p>
            <a:endParaRPr lang="en-US" dirty="0"/>
          </a:p>
        </p:txBody>
      </p:sp>
      <p:sp>
        <p:nvSpPr>
          <p:cNvPr id="4" name="Slide Number Placeholder 3">
            <a:extLst>
              <a:ext uri="{FF2B5EF4-FFF2-40B4-BE49-F238E27FC236}">
                <a16:creationId xmlns:a16="http://schemas.microsoft.com/office/drawing/2014/main" id="{39FD4494-D4ED-EA8B-75E0-D17252F15697}"/>
              </a:ext>
            </a:extLst>
          </p:cNvPr>
          <p:cNvSpPr>
            <a:spLocks noGrp="1"/>
          </p:cNvSpPr>
          <p:nvPr>
            <p:ph type="sldNum" sz="quarter" idx="5"/>
          </p:nvPr>
        </p:nvSpPr>
        <p:spPr/>
        <p:txBody>
          <a:bodyPr/>
          <a:lstStyle/>
          <a:p>
            <a:fld id="{FB9B3CAC-2EB8-464D-9809-676F799F19D1}" type="slidenum">
              <a:rPr lang="en-US" smtClean="0"/>
              <a:t>19</a:t>
            </a:fld>
            <a:endParaRPr lang="en-US"/>
          </a:p>
        </p:txBody>
      </p:sp>
    </p:spTree>
    <p:extLst>
      <p:ext uri="{BB962C8B-B14F-4D97-AF65-F5344CB8AC3E}">
        <p14:creationId xmlns:p14="http://schemas.microsoft.com/office/powerpoint/2010/main" val="25851413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06C143-32C8-8BE0-119D-C43E67312A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1FA218-7397-0311-F666-16CD34BCC83D}"/>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FE0F1CEC-AEB7-AD14-6BDB-7AF663721F65}"/>
                  </a:ext>
                </a:extLst>
              </p:cNvPr>
              <p:cNvSpPr>
                <a:spLocks noGrp="1"/>
              </p:cNvSpPr>
              <p:nvPr>
                <p:ph type="body" idx="1"/>
              </p:nvPr>
            </p:nvSpPr>
            <p:spPr/>
            <p:txBody>
              <a:bodyPr/>
              <a:lstStyle/>
              <a:p>
                <a:r>
                  <a:rPr lang="vi-VN" sz="1200" kern="1200" dirty="0">
                    <a:solidFill>
                      <a:schemeClr val="tx1"/>
                    </a:solidFill>
                    <a:effectLst/>
                    <a:latin typeface="+mn-lt"/>
                    <a:ea typeface="+mn-ea"/>
                    <a:cs typeface="+mn-cs"/>
                  </a:rPr>
                  <a:t>Đây là giai đoạn cuối cùng, tự động hóa việc đưa ra hành động cụ thể dựa trên ngưỡng rủi ro đã thiết lập.</a:t>
                </a:r>
              </a:p>
              <a:p>
                <a:r>
                  <a:rPr lang="vi-VN" sz="1200" b="1" kern="1200" dirty="0">
                    <a:solidFill>
                      <a:schemeClr val="tx1"/>
                    </a:solidFill>
                    <a:effectLst/>
                    <a:latin typeface="+mn-lt"/>
                    <a:ea typeface="+mn-ea"/>
                    <a:cs typeface="+mn-cs"/>
                  </a:rPr>
                  <a:t>Kiểm tra ngưỡng R (Threshold Check):</a:t>
                </a:r>
                <a:r>
                  <a:rPr lang="vi-VN" sz="1200" kern="1200" dirty="0">
                    <a:solidFill>
                      <a:schemeClr val="tx1"/>
                    </a:solidFill>
                    <a:effectLst/>
                    <a:latin typeface="+mn-lt"/>
                    <a:ea typeface="+mn-ea"/>
                    <a:cs typeface="+mn-cs"/>
                  </a:rPr>
                  <a:t> Hệ thống so sánh điểm $R$ với các mức ngưỡng dựa trên tiêu chuẩn ISO 31000 và nguyên lý Pareto.</a:t>
                </a:r>
              </a:p>
              <a:p>
                <a:r>
                  <a:rPr lang="vi-VN" sz="1200" b="1" kern="1200" dirty="0">
                    <a:solidFill>
                      <a:schemeClr val="tx1"/>
                    </a:solidFill>
                    <a:effectLst/>
                    <a:latin typeface="+mn-lt"/>
                    <a:ea typeface="+mn-ea"/>
                    <a:cs typeface="+mn-cs"/>
                  </a:rPr>
                  <a:t>Phân cấp thực thi:</a:t>
                </a:r>
                <a:endParaRPr lang="vi-VN" sz="1200" kern="1200" dirty="0">
                  <a:solidFill>
                    <a:schemeClr val="tx1"/>
                  </a:solidFill>
                  <a:effectLst/>
                  <a:latin typeface="+mn-lt"/>
                  <a:ea typeface="+mn-ea"/>
                  <a:cs typeface="+mn-cs"/>
                </a:endParaRPr>
              </a:p>
              <a:p>
                <a:pPr marL="457200" marR="0" lvl="1" indent="0" algn="l" defTabSz="914400" rtl="0" eaLnBrk="1" fontAlgn="auto" latinLnBrk="0" hangingPunct="1">
                  <a:lnSpc>
                    <a:spcPct val="100000"/>
                  </a:lnSpc>
                  <a:spcBef>
                    <a:spcPts val="0"/>
                  </a:spcBef>
                  <a:spcAft>
                    <a:spcPts val="0"/>
                  </a:spcAft>
                  <a:buClrTx/>
                  <a:buSzTx/>
                  <a:buFontTx/>
                  <a:buNone/>
                  <a:tabLst/>
                  <a:defRPr/>
                </a:pPr>
                <a:r>
                  <a:rPr lang="vi-VN" sz="1200" b="1" kern="1200" dirty="0">
                    <a:solidFill>
                      <a:schemeClr val="tx1"/>
                    </a:solidFill>
                    <a:effectLst/>
                    <a:latin typeface="+mn-lt"/>
                    <a:ea typeface="+mn-ea"/>
                    <a:cs typeface="+mn-cs"/>
                  </a:rPr>
                  <a:t>R </a:t>
                </a:r>
                <a14:m>
                  <m:oMath xmlns:m="http://schemas.openxmlformats.org/officeDocument/2006/math">
                    <m:r>
                      <a:rPr lang="en-US" sz="1200" i="1" kern="1200" smtClean="0">
                        <a:solidFill>
                          <a:schemeClr val="tx1"/>
                        </a:solidFill>
                        <a:effectLst/>
                        <a:latin typeface="Cambria Math" panose="02040503050406030204" pitchFamily="18" charset="0"/>
                        <a:ea typeface="+mn-ea"/>
                        <a:cs typeface="+mn-cs"/>
                      </a:rPr>
                      <m:t>≥</m:t>
                    </m:r>
                  </m:oMath>
                </a14:m>
                <a:r>
                  <a:rPr lang="vi-VN" sz="1200" b="0" kern="1200" dirty="0">
                    <a:solidFill>
                      <a:schemeClr val="tx1"/>
                    </a:solidFill>
                    <a:effectLst/>
                    <a:latin typeface="+mn-lt"/>
                    <a:ea typeface="+mn-ea"/>
                    <a:cs typeface="+mn-cs"/>
                  </a:rPr>
                  <a:t> </a:t>
                </a:r>
                <a:r>
                  <a:rPr lang="vi-VN" sz="1200" b="1" kern="1200" dirty="0">
                    <a:solidFill>
                      <a:schemeClr val="tx1"/>
                    </a:solidFill>
                    <a:effectLst/>
                    <a:latin typeface="+mn-lt"/>
                    <a:ea typeface="+mn-ea"/>
                    <a:cs typeface="+mn-cs"/>
                  </a:rPr>
                  <a:t>8.0 (APPROVED - Green):</a:t>
                </a:r>
                <a:r>
                  <a:rPr lang="vi-VN" sz="1200" kern="1200" dirty="0">
                    <a:solidFill>
                      <a:schemeClr val="tx1"/>
                    </a:solidFill>
                    <a:effectLst/>
                    <a:latin typeface="+mn-lt"/>
                    <a:ea typeface="+mn-ea"/>
                    <a:cs typeface="+mn-cs"/>
                  </a:rPr>
                  <a:t> Thư viện an toàn, cho phép tích hợp trực tiếp.</a:t>
                </a:r>
              </a:p>
              <a:p>
                <a:pPr marL="457200" marR="0" lvl="1" indent="0" algn="l" defTabSz="914400" rtl="0" eaLnBrk="1" fontAlgn="auto" latinLnBrk="0" hangingPunct="1">
                  <a:lnSpc>
                    <a:spcPct val="100000"/>
                  </a:lnSpc>
                  <a:spcBef>
                    <a:spcPts val="0"/>
                  </a:spcBef>
                  <a:spcAft>
                    <a:spcPts val="0"/>
                  </a:spcAft>
                  <a:buClrTx/>
                  <a:buSzTx/>
                  <a:buFontTx/>
                  <a:buNone/>
                  <a:tabLst/>
                  <a:defRPr/>
                </a:pPr>
                <a:r>
                  <a:rPr lang="vi-VN" sz="1200" b="1" kern="1200" dirty="0">
                    <a:solidFill>
                      <a:schemeClr val="tx1"/>
                    </a:solidFill>
                    <a:effectLst/>
                    <a:latin typeface="+mn-lt"/>
                    <a:ea typeface="+mn-ea"/>
                    <a:cs typeface="+mn-cs"/>
                  </a:rPr>
                  <a:t>5.0 </a:t>
                </a:r>
                <a14:m>
                  <m:oMath xmlns:m="http://schemas.openxmlformats.org/officeDocument/2006/math">
                    <m:r>
                      <a:rPr lang="vi-VN" sz="1200" i="1" kern="1200" smtClean="0">
                        <a:solidFill>
                          <a:schemeClr val="tx1"/>
                        </a:solidFill>
                        <a:effectLst/>
                        <a:latin typeface="Cambria Math" panose="02040503050406030204" pitchFamily="18" charset="0"/>
                        <a:ea typeface="+mn-ea"/>
                        <a:cs typeface="+mn-cs"/>
                      </a:rPr>
                      <m:t>≤</m:t>
                    </m:r>
                  </m:oMath>
                </a14:m>
                <a:r>
                  <a:rPr lang="vi-VN" sz="1200" b="0" kern="1200" dirty="0">
                    <a:solidFill>
                      <a:schemeClr val="tx1"/>
                    </a:solidFill>
                    <a:effectLst/>
                    <a:latin typeface="+mn-lt"/>
                    <a:ea typeface="+mn-ea"/>
                    <a:cs typeface="+mn-cs"/>
                  </a:rPr>
                  <a:t> </a:t>
                </a:r>
                <a:r>
                  <a:rPr lang="vi-VN" sz="1200" b="1" kern="1200" dirty="0">
                    <a:solidFill>
                      <a:schemeClr val="tx1"/>
                    </a:solidFill>
                    <a:effectLst/>
                    <a:latin typeface="+mn-lt"/>
                    <a:ea typeface="+mn-ea"/>
                    <a:cs typeface="+mn-cs"/>
                  </a:rPr>
                  <a:t>R &lt; 8.0 (PENDING - Yellow):</a:t>
                </a:r>
                <a:r>
                  <a:rPr lang="vi-VN" sz="1200" kern="1200" dirty="0">
                    <a:solidFill>
                      <a:schemeClr val="tx1"/>
                    </a:solidFill>
                    <a:effectLst/>
                    <a:latin typeface="+mn-lt"/>
                    <a:ea typeface="+mn-ea"/>
                    <a:cs typeface="+mn-cs"/>
                  </a:rPr>
                  <a:t> Mức rủi ro trung bình, yêu cầu chuyên gia xem xét bổ sung.</a:t>
                </a:r>
              </a:p>
              <a:p>
                <a:pPr lvl="1"/>
                <a:r>
                  <a:rPr lang="vi-VN" sz="1200" b="1" kern="1200" dirty="0">
                    <a:solidFill>
                      <a:schemeClr val="tx1"/>
                    </a:solidFill>
                    <a:effectLst/>
                    <a:latin typeface="+mn-lt"/>
                    <a:ea typeface="+mn-ea"/>
                    <a:cs typeface="+mn-cs"/>
                  </a:rPr>
                  <a:t>R &lt; 5.0 (REJECTED - Red):</a:t>
                </a:r>
                <a:r>
                  <a:rPr lang="vi-VN" sz="1200" kern="1200" dirty="0">
                    <a:solidFill>
                      <a:schemeClr val="tx1"/>
                    </a:solidFill>
                    <a:effectLst/>
                    <a:latin typeface="+mn-lt"/>
                    <a:ea typeface="+mn-ea"/>
                    <a:cs typeface="+mn-cs"/>
                  </a:rPr>
                  <a:t> Rủi ro cao, tự động loại bỏ khỏi chuỗi cung ứng.</a:t>
                </a:r>
              </a:p>
              <a:p>
                <a:r>
                  <a:rPr lang="vi-VN" sz="1200" b="1" kern="1200" dirty="0">
                    <a:solidFill>
                      <a:schemeClr val="tx1"/>
                    </a:solidFill>
                    <a:effectLst/>
                    <a:latin typeface="+mn-lt"/>
                    <a:ea typeface="+mn-ea"/>
                    <a:cs typeface="+mn-cs"/>
                  </a:rPr>
                  <a:t>Kết xuất báo cáo (Audit Log):</a:t>
                </a:r>
                <a:r>
                  <a:rPr lang="vi-VN" sz="1200" kern="1200" dirty="0">
                    <a:solidFill>
                      <a:schemeClr val="tx1"/>
                    </a:solidFill>
                    <a:effectLst/>
                    <a:latin typeface="+mn-lt"/>
                    <a:ea typeface="+mn-ea"/>
                    <a:cs typeface="+mn-cs"/>
                  </a:rPr>
                  <a:t> Tự động tạo tệp báo cáo dưới định dạng Markdown, ghi lại toàn bộ bằng chứng kỹ thuật và lý do ra quyết định, đảm bảo tính minh bạch và khả năng truy soát.</a:t>
                </a:r>
              </a:p>
              <a:p>
                <a:endParaRPr lang="en-US" dirty="0"/>
              </a:p>
            </p:txBody>
          </p:sp>
        </mc:Choice>
        <mc:Fallback xmlns="">
          <p:sp>
            <p:nvSpPr>
              <p:cNvPr id="3" name="Notes Placeholder 2">
                <a:extLst>
                  <a:ext uri="{FF2B5EF4-FFF2-40B4-BE49-F238E27FC236}">
                    <a16:creationId xmlns:a16="http://schemas.microsoft.com/office/drawing/2014/main" id="{FE0F1CEC-AEB7-AD14-6BDB-7AF663721F65}"/>
                  </a:ext>
                </a:extLst>
              </p:cNvPr>
              <p:cNvSpPr>
                <a:spLocks noGrp="1"/>
              </p:cNvSpPr>
              <p:nvPr>
                <p:ph type="body" idx="1"/>
              </p:nvPr>
            </p:nvSpPr>
            <p:spPr/>
            <p:txBody>
              <a:bodyPr/>
              <a:lstStyle/>
              <a:p>
                <a:r>
                  <a:rPr lang="vi-VN" sz="1200" kern="1200" dirty="0">
                    <a:solidFill>
                      <a:schemeClr val="tx1"/>
                    </a:solidFill>
                    <a:effectLst/>
                    <a:latin typeface="+mn-lt"/>
                    <a:ea typeface="+mn-ea"/>
                    <a:cs typeface="+mn-cs"/>
                  </a:rPr>
                  <a:t>Đây là giai đoạn cuối cùng, tự động hóa việc đưa ra hành động cụ thể dựa trên ngưỡng rủi ro đã thiết lập.</a:t>
                </a:r>
              </a:p>
              <a:p>
                <a:r>
                  <a:rPr lang="vi-VN" sz="1200" b="1" kern="1200" dirty="0">
                    <a:solidFill>
                      <a:schemeClr val="tx1"/>
                    </a:solidFill>
                    <a:effectLst/>
                    <a:latin typeface="+mn-lt"/>
                    <a:ea typeface="+mn-ea"/>
                    <a:cs typeface="+mn-cs"/>
                  </a:rPr>
                  <a:t>Kiểm tra ngưỡng R (Threshold Check):</a:t>
                </a:r>
                <a:r>
                  <a:rPr lang="vi-VN" sz="1200" kern="1200" dirty="0">
                    <a:solidFill>
                      <a:schemeClr val="tx1"/>
                    </a:solidFill>
                    <a:effectLst/>
                    <a:latin typeface="+mn-lt"/>
                    <a:ea typeface="+mn-ea"/>
                    <a:cs typeface="+mn-cs"/>
                  </a:rPr>
                  <a:t> Hệ thống so sánh điểm $R$ với các mức ngưỡng dựa trên tiêu chuẩn ISO 31000 và nguyên lý Pareto.</a:t>
                </a:r>
              </a:p>
              <a:p>
                <a:r>
                  <a:rPr lang="vi-VN" sz="1200" b="1" kern="1200" dirty="0">
                    <a:solidFill>
                      <a:schemeClr val="tx1"/>
                    </a:solidFill>
                    <a:effectLst/>
                    <a:latin typeface="+mn-lt"/>
                    <a:ea typeface="+mn-ea"/>
                    <a:cs typeface="+mn-cs"/>
                  </a:rPr>
                  <a:t>Phân cấp thực thi:</a:t>
                </a:r>
                <a:endParaRPr lang="vi-VN" sz="1200" kern="1200" dirty="0">
                  <a:solidFill>
                    <a:schemeClr val="tx1"/>
                  </a:solidFill>
                  <a:effectLst/>
                  <a:latin typeface="+mn-lt"/>
                  <a:ea typeface="+mn-ea"/>
                  <a:cs typeface="+mn-cs"/>
                </a:endParaRPr>
              </a:p>
              <a:p>
                <a:pPr marL="457200" marR="0" lvl="1" indent="0" algn="l" defTabSz="914400" rtl="0" eaLnBrk="1" fontAlgn="auto" latinLnBrk="0" hangingPunct="1">
                  <a:lnSpc>
                    <a:spcPct val="100000"/>
                  </a:lnSpc>
                  <a:spcBef>
                    <a:spcPts val="0"/>
                  </a:spcBef>
                  <a:spcAft>
                    <a:spcPts val="0"/>
                  </a:spcAft>
                  <a:buClrTx/>
                  <a:buSzTx/>
                  <a:buFontTx/>
                  <a:buNone/>
                  <a:tabLst/>
                  <a:defRPr/>
                </a:pPr>
                <a:r>
                  <a:rPr lang="vi-VN" sz="1200" b="1" kern="1200" dirty="0">
                    <a:solidFill>
                      <a:schemeClr val="tx1"/>
                    </a:solidFill>
                    <a:effectLst/>
                    <a:latin typeface="+mn-lt"/>
                    <a:ea typeface="+mn-ea"/>
                    <a:cs typeface="+mn-cs"/>
                  </a:rPr>
                  <a:t>R </a:t>
                </a:r>
                <a:r>
                  <a:rPr lang="en-US" sz="1200" i="0" kern="1200">
                    <a:solidFill>
                      <a:schemeClr val="tx1"/>
                    </a:solidFill>
                    <a:effectLst/>
                    <a:latin typeface="Cambria Math" panose="02040503050406030204" pitchFamily="18" charset="0"/>
                    <a:ea typeface="+mn-ea"/>
                    <a:cs typeface="+mn-cs"/>
                  </a:rPr>
                  <a:t>≥</a:t>
                </a:r>
                <a:r>
                  <a:rPr lang="vi-VN" sz="1200" b="0" kern="1200" dirty="0">
                    <a:solidFill>
                      <a:schemeClr val="tx1"/>
                    </a:solidFill>
                    <a:effectLst/>
                    <a:latin typeface="+mn-lt"/>
                    <a:ea typeface="+mn-ea"/>
                    <a:cs typeface="+mn-cs"/>
                  </a:rPr>
                  <a:t> </a:t>
                </a:r>
                <a:r>
                  <a:rPr lang="vi-VN" sz="1200" b="1" kern="1200" dirty="0">
                    <a:solidFill>
                      <a:schemeClr val="tx1"/>
                    </a:solidFill>
                    <a:effectLst/>
                    <a:latin typeface="+mn-lt"/>
                    <a:ea typeface="+mn-ea"/>
                    <a:cs typeface="+mn-cs"/>
                  </a:rPr>
                  <a:t>8.0 (APPROVED - Green):</a:t>
                </a:r>
                <a:r>
                  <a:rPr lang="vi-VN" sz="1200" kern="1200" dirty="0">
                    <a:solidFill>
                      <a:schemeClr val="tx1"/>
                    </a:solidFill>
                    <a:effectLst/>
                    <a:latin typeface="+mn-lt"/>
                    <a:ea typeface="+mn-ea"/>
                    <a:cs typeface="+mn-cs"/>
                  </a:rPr>
                  <a:t> Thư viện an toàn, cho phép tích hợp trực tiếp.</a:t>
                </a:r>
              </a:p>
              <a:p>
                <a:pPr marL="457200" marR="0" lvl="1" indent="0" algn="l" defTabSz="914400" rtl="0" eaLnBrk="1" fontAlgn="auto" latinLnBrk="0" hangingPunct="1">
                  <a:lnSpc>
                    <a:spcPct val="100000"/>
                  </a:lnSpc>
                  <a:spcBef>
                    <a:spcPts val="0"/>
                  </a:spcBef>
                  <a:spcAft>
                    <a:spcPts val="0"/>
                  </a:spcAft>
                  <a:buClrTx/>
                  <a:buSzTx/>
                  <a:buFontTx/>
                  <a:buNone/>
                  <a:tabLst/>
                  <a:defRPr/>
                </a:pPr>
                <a:r>
                  <a:rPr lang="vi-VN" sz="1200" b="1" kern="1200" dirty="0">
                    <a:solidFill>
                      <a:schemeClr val="tx1"/>
                    </a:solidFill>
                    <a:effectLst/>
                    <a:latin typeface="+mn-lt"/>
                    <a:ea typeface="+mn-ea"/>
                    <a:cs typeface="+mn-cs"/>
                  </a:rPr>
                  <a:t>5.0 </a:t>
                </a:r>
                <a:r>
                  <a:rPr lang="vi-VN" sz="1200" i="0" kern="1200">
                    <a:solidFill>
                      <a:schemeClr val="tx1"/>
                    </a:solidFill>
                    <a:effectLst/>
                    <a:latin typeface="Cambria Math" panose="02040503050406030204" pitchFamily="18" charset="0"/>
                    <a:ea typeface="+mn-ea"/>
                    <a:cs typeface="+mn-cs"/>
                  </a:rPr>
                  <a:t>≤</a:t>
                </a:r>
                <a:r>
                  <a:rPr lang="vi-VN" sz="1200" b="0" kern="1200" dirty="0">
                    <a:solidFill>
                      <a:schemeClr val="tx1"/>
                    </a:solidFill>
                    <a:effectLst/>
                    <a:latin typeface="+mn-lt"/>
                    <a:ea typeface="+mn-ea"/>
                    <a:cs typeface="+mn-cs"/>
                  </a:rPr>
                  <a:t> </a:t>
                </a:r>
                <a:r>
                  <a:rPr lang="vi-VN" sz="1200" b="1" kern="1200" dirty="0">
                    <a:solidFill>
                      <a:schemeClr val="tx1"/>
                    </a:solidFill>
                    <a:effectLst/>
                    <a:latin typeface="+mn-lt"/>
                    <a:ea typeface="+mn-ea"/>
                    <a:cs typeface="+mn-cs"/>
                  </a:rPr>
                  <a:t>R &lt; 8.0 (PENDING - Yellow):</a:t>
                </a:r>
                <a:r>
                  <a:rPr lang="vi-VN" sz="1200" kern="1200" dirty="0">
                    <a:solidFill>
                      <a:schemeClr val="tx1"/>
                    </a:solidFill>
                    <a:effectLst/>
                    <a:latin typeface="+mn-lt"/>
                    <a:ea typeface="+mn-ea"/>
                    <a:cs typeface="+mn-cs"/>
                  </a:rPr>
                  <a:t> Mức rủi ro trung bình, yêu cầu chuyên gia xem xét bổ sung.</a:t>
                </a:r>
              </a:p>
              <a:p>
                <a:pPr lvl="1"/>
                <a:r>
                  <a:rPr lang="vi-VN" sz="1200" b="1" kern="1200" dirty="0">
                    <a:solidFill>
                      <a:schemeClr val="tx1"/>
                    </a:solidFill>
                    <a:effectLst/>
                    <a:latin typeface="+mn-lt"/>
                    <a:ea typeface="+mn-ea"/>
                    <a:cs typeface="+mn-cs"/>
                  </a:rPr>
                  <a:t>R &lt; 5.0 (REJECTED - Red):</a:t>
                </a:r>
                <a:r>
                  <a:rPr lang="vi-VN" sz="1200" kern="1200" dirty="0">
                    <a:solidFill>
                      <a:schemeClr val="tx1"/>
                    </a:solidFill>
                    <a:effectLst/>
                    <a:latin typeface="+mn-lt"/>
                    <a:ea typeface="+mn-ea"/>
                    <a:cs typeface="+mn-cs"/>
                  </a:rPr>
                  <a:t> Rủi ro cao, tự động loại bỏ khỏi chuỗi cung ứng.</a:t>
                </a:r>
              </a:p>
              <a:p>
                <a:r>
                  <a:rPr lang="vi-VN" sz="1200" b="1" kern="1200" dirty="0">
                    <a:solidFill>
                      <a:schemeClr val="tx1"/>
                    </a:solidFill>
                    <a:effectLst/>
                    <a:latin typeface="+mn-lt"/>
                    <a:ea typeface="+mn-ea"/>
                    <a:cs typeface="+mn-cs"/>
                  </a:rPr>
                  <a:t>Kết xuất báo cáo (Audit Log):</a:t>
                </a:r>
                <a:r>
                  <a:rPr lang="vi-VN" sz="1200" kern="1200" dirty="0">
                    <a:solidFill>
                      <a:schemeClr val="tx1"/>
                    </a:solidFill>
                    <a:effectLst/>
                    <a:latin typeface="+mn-lt"/>
                    <a:ea typeface="+mn-ea"/>
                    <a:cs typeface="+mn-cs"/>
                  </a:rPr>
                  <a:t> Tự động tạo tệp báo cáo dưới định dạng Markdown, ghi lại toàn bộ bằng chứng kỹ thuật và lý do ra quyết định, đảm bảo tính minh bạch và khả năng truy soát.</a:t>
                </a:r>
              </a:p>
              <a:p>
                <a:endParaRPr lang="en-US" dirty="0"/>
              </a:p>
            </p:txBody>
          </p:sp>
        </mc:Fallback>
      </mc:AlternateContent>
      <p:sp>
        <p:nvSpPr>
          <p:cNvPr id="4" name="Slide Number Placeholder 3">
            <a:extLst>
              <a:ext uri="{FF2B5EF4-FFF2-40B4-BE49-F238E27FC236}">
                <a16:creationId xmlns:a16="http://schemas.microsoft.com/office/drawing/2014/main" id="{A0DC1D7C-FB73-9518-9D89-309A4319180D}"/>
              </a:ext>
            </a:extLst>
          </p:cNvPr>
          <p:cNvSpPr>
            <a:spLocks noGrp="1"/>
          </p:cNvSpPr>
          <p:nvPr>
            <p:ph type="sldNum" sz="quarter" idx="5"/>
          </p:nvPr>
        </p:nvSpPr>
        <p:spPr/>
        <p:txBody>
          <a:bodyPr/>
          <a:lstStyle/>
          <a:p>
            <a:fld id="{FB9B3CAC-2EB8-464D-9809-676F799F19D1}" type="slidenum">
              <a:rPr lang="en-US" smtClean="0"/>
              <a:t>20</a:t>
            </a:fld>
            <a:endParaRPr lang="en-US"/>
          </a:p>
        </p:txBody>
      </p:sp>
    </p:spTree>
    <p:extLst>
      <p:ext uri="{BB962C8B-B14F-4D97-AF65-F5344CB8AC3E}">
        <p14:creationId xmlns:p14="http://schemas.microsoft.com/office/powerpoint/2010/main" val="11032605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A57395-4AE2-F71D-B685-9F3D430213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B8F95B-AB6E-E255-FAEA-5A25BBB030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A8BA84-9FF2-2165-0402-9C6B778367FA}"/>
              </a:ext>
            </a:extLst>
          </p:cNvPr>
          <p:cNvSpPr>
            <a:spLocks noGrp="1"/>
          </p:cNvSpPr>
          <p:nvPr>
            <p:ph type="body" idx="1"/>
          </p:nvPr>
        </p:nvSpPr>
        <p:spPr/>
        <p:txBody>
          <a:bodyPr/>
          <a:lstStyle/>
          <a:p>
            <a:endParaRPr lang="vi-VN" b="0" dirty="0"/>
          </a:p>
        </p:txBody>
      </p:sp>
      <p:sp>
        <p:nvSpPr>
          <p:cNvPr id="4" name="Slide Number Placeholder 3">
            <a:extLst>
              <a:ext uri="{FF2B5EF4-FFF2-40B4-BE49-F238E27FC236}">
                <a16:creationId xmlns:a16="http://schemas.microsoft.com/office/drawing/2014/main" id="{B9344791-8CB6-4DE0-DCDE-E4589E6D3CFD}"/>
              </a:ext>
            </a:extLst>
          </p:cNvPr>
          <p:cNvSpPr>
            <a:spLocks noGrp="1"/>
          </p:cNvSpPr>
          <p:nvPr>
            <p:ph type="sldNum" sz="quarter" idx="5"/>
          </p:nvPr>
        </p:nvSpPr>
        <p:spPr/>
        <p:txBody>
          <a:bodyPr/>
          <a:lstStyle/>
          <a:p>
            <a:fld id="{FB9B3CAC-2EB8-464D-9809-676F799F19D1}" type="slidenum">
              <a:rPr lang="en-US" smtClean="0"/>
              <a:t>22</a:t>
            </a:fld>
            <a:endParaRPr lang="en-US"/>
          </a:p>
        </p:txBody>
      </p:sp>
    </p:spTree>
    <p:extLst>
      <p:ext uri="{BB962C8B-B14F-4D97-AF65-F5344CB8AC3E}">
        <p14:creationId xmlns:p14="http://schemas.microsoft.com/office/powerpoint/2010/main" val="288147672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8DBBF0-2752-7E6C-C4CC-DBC381BFBB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9AE354-DCAC-3DC1-0FA4-405621FBF2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B7D13C-28F9-D269-57E2-7456EDF5432D}"/>
              </a:ext>
            </a:extLst>
          </p:cNvPr>
          <p:cNvSpPr>
            <a:spLocks noGrp="1"/>
          </p:cNvSpPr>
          <p:nvPr>
            <p:ph type="body" idx="1"/>
          </p:nvPr>
        </p:nvSpPr>
        <p:spPr/>
        <p:txBody>
          <a:bodyPr/>
          <a:lstStyle/>
          <a:p>
            <a:endParaRPr lang="vi-VN" b="0" dirty="0"/>
          </a:p>
        </p:txBody>
      </p:sp>
      <p:sp>
        <p:nvSpPr>
          <p:cNvPr id="4" name="Slide Number Placeholder 3">
            <a:extLst>
              <a:ext uri="{FF2B5EF4-FFF2-40B4-BE49-F238E27FC236}">
                <a16:creationId xmlns:a16="http://schemas.microsoft.com/office/drawing/2014/main" id="{42B28F81-DB2A-1D1C-2FF1-23C53F634C7A}"/>
              </a:ext>
            </a:extLst>
          </p:cNvPr>
          <p:cNvSpPr>
            <a:spLocks noGrp="1"/>
          </p:cNvSpPr>
          <p:nvPr>
            <p:ph type="sldNum" sz="quarter" idx="5"/>
          </p:nvPr>
        </p:nvSpPr>
        <p:spPr/>
        <p:txBody>
          <a:bodyPr/>
          <a:lstStyle/>
          <a:p>
            <a:fld id="{FB9B3CAC-2EB8-464D-9809-676F799F19D1}" type="slidenum">
              <a:rPr lang="en-US" smtClean="0"/>
              <a:t>23</a:t>
            </a:fld>
            <a:endParaRPr lang="en-US"/>
          </a:p>
        </p:txBody>
      </p:sp>
    </p:spTree>
    <p:extLst>
      <p:ext uri="{BB962C8B-B14F-4D97-AF65-F5344CB8AC3E}">
        <p14:creationId xmlns:p14="http://schemas.microsoft.com/office/powerpoint/2010/main" val="95267735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F4858B-3F98-DBB9-CB16-455C60259C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AEE35B-53EE-7F92-7F7B-98E7499B70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C3F771-9D3F-2400-DC9F-8194D478502D}"/>
              </a:ext>
            </a:extLst>
          </p:cNvPr>
          <p:cNvSpPr>
            <a:spLocks noGrp="1"/>
          </p:cNvSpPr>
          <p:nvPr>
            <p:ph type="body" idx="1"/>
          </p:nvPr>
        </p:nvSpPr>
        <p:spPr/>
        <p:txBody>
          <a:bodyPr/>
          <a:lstStyle/>
          <a:p>
            <a:endParaRPr lang="vi-VN" b="0" dirty="0"/>
          </a:p>
        </p:txBody>
      </p:sp>
      <p:sp>
        <p:nvSpPr>
          <p:cNvPr id="4" name="Slide Number Placeholder 3">
            <a:extLst>
              <a:ext uri="{FF2B5EF4-FFF2-40B4-BE49-F238E27FC236}">
                <a16:creationId xmlns:a16="http://schemas.microsoft.com/office/drawing/2014/main" id="{D91E0324-47B1-2A47-F717-AB20B7E8D668}"/>
              </a:ext>
            </a:extLst>
          </p:cNvPr>
          <p:cNvSpPr>
            <a:spLocks noGrp="1"/>
          </p:cNvSpPr>
          <p:nvPr>
            <p:ph type="sldNum" sz="quarter" idx="5"/>
          </p:nvPr>
        </p:nvSpPr>
        <p:spPr/>
        <p:txBody>
          <a:bodyPr/>
          <a:lstStyle/>
          <a:p>
            <a:fld id="{FB9B3CAC-2EB8-464D-9809-676F799F19D1}" type="slidenum">
              <a:rPr lang="en-US" smtClean="0"/>
              <a:t>24</a:t>
            </a:fld>
            <a:endParaRPr lang="en-US"/>
          </a:p>
        </p:txBody>
      </p:sp>
    </p:spTree>
    <p:extLst>
      <p:ext uri="{BB962C8B-B14F-4D97-AF65-F5344CB8AC3E}">
        <p14:creationId xmlns:p14="http://schemas.microsoft.com/office/powerpoint/2010/main" val="113311139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B44865-F072-0127-89F7-99E705F47E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D886DE-4CDC-D65D-A296-E32C7DBA56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1E806D-8879-5FB0-E09C-359CA1AEBC85}"/>
              </a:ext>
            </a:extLst>
          </p:cNvPr>
          <p:cNvSpPr>
            <a:spLocks noGrp="1"/>
          </p:cNvSpPr>
          <p:nvPr>
            <p:ph type="body" idx="1"/>
          </p:nvPr>
        </p:nvSpPr>
        <p:spPr/>
        <p:txBody>
          <a:bodyPr/>
          <a:lstStyle/>
          <a:p>
            <a:endParaRPr lang="vi-VN" b="0" dirty="0"/>
          </a:p>
        </p:txBody>
      </p:sp>
      <p:sp>
        <p:nvSpPr>
          <p:cNvPr id="4" name="Slide Number Placeholder 3">
            <a:extLst>
              <a:ext uri="{FF2B5EF4-FFF2-40B4-BE49-F238E27FC236}">
                <a16:creationId xmlns:a16="http://schemas.microsoft.com/office/drawing/2014/main" id="{1AB68E5D-38E4-D2C8-185B-D22AB872B129}"/>
              </a:ext>
            </a:extLst>
          </p:cNvPr>
          <p:cNvSpPr>
            <a:spLocks noGrp="1"/>
          </p:cNvSpPr>
          <p:nvPr>
            <p:ph type="sldNum" sz="quarter" idx="5"/>
          </p:nvPr>
        </p:nvSpPr>
        <p:spPr/>
        <p:txBody>
          <a:bodyPr/>
          <a:lstStyle/>
          <a:p>
            <a:fld id="{FB9B3CAC-2EB8-464D-9809-676F799F19D1}" type="slidenum">
              <a:rPr lang="en-US" smtClean="0"/>
              <a:t>25</a:t>
            </a:fld>
            <a:endParaRPr lang="en-US"/>
          </a:p>
        </p:txBody>
      </p:sp>
    </p:spTree>
    <p:extLst>
      <p:ext uri="{BB962C8B-B14F-4D97-AF65-F5344CB8AC3E}">
        <p14:creationId xmlns:p14="http://schemas.microsoft.com/office/powerpoint/2010/main" val="274937849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17CBE4-ED6F-AFA5-8456-D732B99B81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AC9B44-C79B-D60E-6484-A7831B75F8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0D7393-BE43-004C-D433-768CABD62990}"/>
              </a:ext>
            </a:extLst>
          </p:cNvPr>
          <p:cNvSpPr>
            <a:spLocks noGrp="1"/>
          </p:cNvSpPr>
          <p:nvPr>
            <p:ph type="body" idx="1"/>
          </p:nvPr>
        </p:nvSpPr>
        <p:spPr/>
        <p:txBody>
          <a:bodyPr/>
          <a:lstStyle/>
          <a:p>
            <a:endParaRPr lang="vi-VN" b="0" dirty="0"/>
          </a:p>
        </p:txBody>
      </p:sp>
      <p:sp>
        <p:nvSpPr>
          <p:cNvPr id="4" name="Slide Number Placeholder 3">
            <a:extLst>
              <a:ext uri="{FF2B5EF4-FFF2-40B4-BE49-F238E27FC236}">
                <a16:creationId xmlns:a16="http://schemas.microsoft.com/office/drawing/2014/main" id="{C4419307-272F-2633-84DA-2DD981C12F6D}"/>
              </a:ext>
            </a:extLst>
          </p:cNvPr>
          <p:cNvSpPr>
            <a:spLocks noGrp="1"/>
          </p:cNvSpPr>
          <p:nvPr>
            <p:ph type="sldNum" sz="quarter" idx="5"/>
          </p:nvPr>
        </p:nvSpPr>
        <p:spPr/>
        <p:txBody>
          <a:bodyPr/>
          <a:lstStyle/>
          <a:p>
            <a:fld id="{FB9B3CAC-2EB8-464D-9809-676F799F19D1}" type="slidenum">
              <a:rPr lang="en-US" smtClean="0"/>
              <a:t>26</a:t>
            </a:fld>
            <a:endParaRPr lang="en-US"/>
          </a:p>
        </p:txBody>
      </p:sp>
    </p:spTree>
    <p:extLst>
      <p:ext uri="{BB962C8B-B14F-4D97-AF65-F5344CB8AC3E}">
        <p14:creationId xmlns:p14="http://schemas.microsoft.com/office/powerpoint/2010/main" val="40163418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52055B-7B6F-E66E-0C11-46B05F89C0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3C3331-235C-CCD6-19E9-D2822557E7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5F5B72-2ED6-EE02-D4A6-69655379B92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OWASP Juice Shop</a:t>
            </a:r>
          </a:p>
          <a:p>
            <a:r>
              <a:rPr lang="vi-VN" b="0" dirty="0"/>
              <a:t>Nổi tiếng là chứa nhiều lỗ hổng nhưng vẫn dc cho là tin dùng bởi vì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lỗ</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hổng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của</a:t>
            </a:r>
            <a:r>
              <a:rPr lang="en-US" sz="1200" kern="1200" dirty="0">
                <a:solidFill>
                  <a:schemeClr val="tx1"/>
                </a:solidFill>
                <a:effectLst/>
                <a:latin typeface="+mn-lt"/>
                <a:ea typeface="+mn-ea"/>
                <a:cs typeface="+mn-cs"/>
              </a:rPr>
              <a:t> Juice Shop </a:t>
            </a:r>
            <a:r>
              <a:rPr lang="en-US" sz="1200" kern="1200" dirty="0" err="1">
                <a:solidFill>
                  <a:schemeClr val="tx1"/>
                </a:solidFill>
                <a:effectLst/>
                <a:latin typeface="+mn-lt"/>
                <a:ea typeface="+mn-ea"/>
                <a:cs typeface="+mn-cs"/>
              </a:rPr>
              <a:t>chủ</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yếu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nằm</a:t>
            </a:r>
            <a:r>
              <a:rPr lang="en-US" sz="1200" kern="1200" dirty="0">
                <a:solidFill>
                  <a:schemeClr val="tx1"/>
                </a:solidFill>
                <a:effectLst/>
                <a:latin typeface="+mn-lt"/>
                <a:ea typeface="+mn-ea"/>
                <a:cs typeface="+mn-cs"/>
              </a:rPr>
              <a:t> ở </a:t>
            </a:r>
            <a:r>
              <a:rPr lang="en-US" sz="1200" kern="1200" dirty="0" err="1">
                <a:solidFill>
                  <a:schemeClr val="tx1"/>
                </a:solidFill>
                <a:effectLst/>
                <a:latin typeface="+mn-lt"/>
                <a:ea typeface="+mn-ea"/>
                <a:cs typeface="+mn-cs"/>
              </a:rPr>
              <a:t>mã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nguồn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tự</a:t>
            </a:r>
            <a:r>
              <a:rPr lang="en-US" sz="1200" kern="1200" dirty="0">
                <a:solidFill>
                  <a:schemeClr val="tx1"/>
                </a:solidFill>
                <a:effectLst/>
                <a:latin typeface="+mn-lt"/>
                <a:ea typeface="+mn-ea"/>
                <a:cs typeface="+mn-cs"/>
              </a:rPr>
              <a:t> </a:t>
            </a:r>
            <a:r>
              <a:rPr lang="vi-VN" sz="1200" kern="1200" dirty="0">
                <a:solidFill>
                  <a:schemeClr val="tx1"/>
                </a:solidFill>
                <a:effectLst/>
                <a:latin typeface="+mn-lt"/>
                <a:ea typeface="+mn-ea"/>
                <a:cs typeface="+mn-cs"/>
              </a:rPr>
              <a:t>viết còn framework là đánh giá thư viện bên thứ 3</a:t>
            </a:r>
            <a:endParaRPr lang="vi-VN" b="0" dirty="0"/>
          </a:p>
        </p:txBody>
      </p:sp>
      <p:sp>
        <p:nvSpPr>
          <p:cNvPr id="4" name="Slide Number Placeholder 3">
            <a:extLst>
              <a:ext uri="{FF2B5EF4-FFF2-40B4-BE49-F238E27FC236}">
                <a16:creationId xmlns:a16="http://schemas.microsoft.com/office/drawing/2014/main" id="{D48086F9-A145-F575-AE20-E0601D65A13D}"/>
              </a:ext>
            </a:extLst>
          </p:cNvPr>
          <p:cNvSpPr>
            <a:spLocks noGrp="1"/>
          </p:cNvSpPr>
          <p:nvPr>
            <p:ph type="sldNum" sz="quarter" idx="5"/>
          </p:nvPr>
        </p:nvSpPr>
        <p:spPr/>
        <p:txBody>
          <a:bodyPr/>
          <a:lstStyle/>
          <a:p>
            <a:fld id="{FB9B3CAC-2EB8-464D-9809-676F799F19D1}" type="slidenum">
              <a:rPr lang="en-US" smtClean="0"/>
              <a:t>27</a:t>
            </a:fld>
            <a:endParaRPr lang="en-US"/>
          </a:p>
        </p:txBody>
      </p:sp>
    </p:spTree>
    <p:extLst>
      <p:ext uri="{BB962C8B-B14F-4D97-AF65-F5344CB8AC3E}">
        <p14:creationId xmlns:p14="http://schemas.microsoft.com/office/powerpoint/2010/main" val="399621402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E66BA0-21B9-817A-C75C-DF565F7C90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FE1427-8D92-A8E5-FE0C-0CCB528FDD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89D88D-AB90-FE50-B670-A438A1BBFA9C}"/>
              </a:ext>
            </a:extLst>
          </p:cNvPr>
          <p:cNvSpPr>
            <a:spLocks noGrp="1"/>
          </p:cNvSpPr>
          <p:nvPr>
            <p:ph type="body" idx="1"/>
          </p:nvPr>
        </p:nvSpPr>
        <p:spPr/>
        <p:txBody>
          <a:bodyPr/>
          <a:lstStyle/>
          <a:p>
            <a:endParaRPr lang="vi-VN" b="0" dirty="0"/>
          </a:p>
        </p:txBody>
      </p:sp>
      <p:sp>
        <p:nvSpPr>
          <p:cNvPr id="4" name="Slide Number Placeholder 3">
            <a:extLst>
              <a:ext uri="{FF2B5EF4-FFF2-40B4-BE49-F238E27FC236}">
                <a16:creationId xmlns:a16="http://schemas.microsoft.com/office/drawing/2014/main" id="{0417875F-1A85-931D-546E-25E68B69793F}"/>
              </a:ext>
            </a:extLst>
          </p:cNvPr>
          <p:cNvSpPr>
            <a:spLocks noGrp="1"/>
          </p:cNvSpPr>
          <p:nvPr>
            <p:ph type="sldNum" sz="quarter" idx="5"/>
          </p:nvPr>
        </p:nvSpPr>
        <p:spPr/>
        <p:txBody>
          <a:bodyPr/>
          <a:lstStyle/>
          <a:p>
            <a:fld id="{FB9B3CAC-2EB8-464D-9809-676F799F19D1}" type="slidenum">
              <a:rPr lang="en-US" smtClean="0"/>
              <a:t>29</a:t>
            </a:fld>
            <a:endParaRPr lang="en-US"/>
          </a:p>
        </p:txBody>
      </p:sp>
    </p:spTree>
    <p:extLst>
      <p:ext uri="{BB962C8B-B14F-4D97-AF65-F5344CB8AC3E}">
        <p14:creationId xmlns:p14="http://schemas.microsoft.com/office/powerpoint/2010/main" val="149423753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9B3CAC-2EB8-464D-9809-676F799F19D1}" type="slidenum">
              <a:rPr lang="en-US" smtClean="0"/>
              <a:t>30</a:t>
            </a:fld>
            <a:endParaRPr lang="en-US"/>
          </a:p>
        </p:txBody>
      </p:sp>
    </p:spTree>
    <p:extLst>
      <p:ext uri="{BB962C8B-B14F-4D97-AF65-F5344CB8AC3E}">
        <p14:creationId xmlns:p14="http://schemas.microsoft.com/office/powerpoint/2010/main" val="319247026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B9B3CAC-2EB8-464D-9809-676F799F19D1}" type="slidenum">
              <a:rPr lang="en-US" smtClean="0"/>
              <a:t>31</a:t>
            </a:fld>
            <a:endParaRPr lang="en-US"/>
          </a:p>
        </p:txBody>
      </p:sp>
    </p:spTree>
    <p:extLst>
      <p:ext uri="{BB962C8B-B14F-4D97-AF65-F5344CB8AC3E}">
        <p14:creationId xmlns:p14="http://schemas.microsoft.com/office/powerpoint/2010/main" val="368390397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5.emf"/><Relationship Id="rId4" Type="http://schemas.openxmlformats.org/officeDocument/2006/relationships/image" Target="../media/image4.emf"/></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emf"/><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5.emf"/><Relationship Id="rId4" Type="http://schemas.openxmlformats.org/officeDocument/2006/relationships/image" Target="../media/image4.emf"/></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5.emf"/><Relationship Id="rId4" Type="http://schemas.openxmlformats.org/officeDocument/2006/relationships/image" Target="../media/image4.emf"/></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5.emf"/><Relationship Id="rId4" Type="http://schemas.openxmlformats.org/officeDocument/2006/relationships/image" Target="../media/image4.emf"/></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5.emf"/><Relationship Id="rId4" Type="http://schemas.openxmlformats.org/officeDocument/2006/relationships/image" Target="../media/image4.emf"/></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5.emf"/><Relationship Id="rId4" Type="http://schemas.openxmlformats.org/officeDocument/2006/relationships/image" Target="../media/image4.emf"/></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1.png"/><Relationship Id="rId1" Type="http://schemas.openxmlformats.org/officeDocument/2006/relationships/slideMaster" Target="../slideMasters/slideMaster1.xml"/><Relationship Id="rId6" Type="http://schemas.openxmlformats.org/officeDocument/2006/relationships/image" Target="../media/image12.png"/><Relationship Id="rId5" Type="http://schemas.openxmlformats.org/officeDocument/2006/relationships/image" Target="../media/image5.emf"/><Relationship Id="rId4" Type="http://schemas.openxmlformats.org/officeDocument/2006/relationships/image" Target="../media/image4.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1F5CAA"/>
        </a:solidFill>
        <a:effectLst/>
      </p:bgPr>
    </p:bg>
    <p:spTree>
      <p:nvGrpSpPr>
        <p:cNvPr id="1" name=""/>
        <p:cNvGrpSpPr/>
        <p:nvPr/>
      </p:nvGrpSpPr>
      <p:grpSpPr>
        <a:xfrm>
          <a:off x="0" y="0"/>
          <a:ext cx="0" cy="0"/>
          <a:chOff x="0" y="0"/>
          <a:chExt cx="0" cy="0"/>
        </a:xfrm>
      </p:grpSpPr>
      <p:sp>
        <p:nvSpPr>
          <p:cNvPr id="19" name="Title 1"/>
          <p:cNvSpPr>
            <a:spLocks noGrp="1"/>
          </p:cNvSpPr>
          <p:nvPr>
            <p:ph type="ctrTitle" hasCustomPrompt="1"/>
          </p:nvPr>
        </p:nvSpPr>
        <p:spPr>
          <a:xfrm>
            <a:off x="493144" y="2008231"/>
            <a:ext cx="11205713" cy="1855310"/>
          </a:xfrm>
        </p:spPr>
        <p:txBody>
          <a:bodyPr anchor="b" anchorCtr="0">
            <a:normAutofit/>
          </a:bodyPr>
          <a:lstStyle>
            <a:lvl1pPr algn="ctr">
              <a:lnSpc>
                <a:spcPct val="100000"/>
              </a:lnSpc>
              <a:defRPr sz="4400" b="1" baseline="0">
                <a:solidFill>
                  <a:schemeClr val="bg1"/>
                </a:solidFill>
                <a:latin typeface="K2D" panose="00000500000000000000" pitchFamily="2" charset="-34"/>
                <a:cs typeface="K2D" panose="00000500000000000000" pitchFamily="2" charset="-34"/>
              </a:defRPr>
            </a:lvl1pPr>
          </a:lstStyle>
          <a:p>
            <a:r>
              <a:rPr lang="en-US"/>
              <a:t>TIÊU ĐỀ CHÍNH</a:t>
            </a:r>
            <a:endParaRPr lang="en-US" dirty="0"/>
          </a:p>
        </p:txBody>
      </p:sp>
      <p:sp>
        <p:nvSpPr>
          <p:cNvPr id="20" name="Subtitle 2"/>
          <p:cNvSpPr>
            <a:spLocks noGrp="1"/>
          </p:cNvSpPr>
          <p:nvPr>
            <p:ph type="subTitle" idx="1" hasCustomPrompt="1"/>
          </p:nvPr>
        </p:nvSpPr>
        <p:spPr>
          <a:xfrm>
            <a:off x="493144" y="3863542"/>
            <a:ext cx="11205713" cy="1036706"/>
          </a:xfrm>
        </p:spPr>
        <p:txBody>
          <a:bodyPr anchor="t" anchorCtr="0">
            <a:normAutofit/>
          </a:bodyPr>
          <a:lstStyle>
            <a:lvl1pPr marL="0" indent="0" algn="ctr">
              <a:buNone/>
              <a:defRPr sz="3200" baseline="0">
                <a:solidFill>
                  <a:schemeClr val="bg1"/>
                </a:solidFill>
                <a:latin typeface="Readex Pro" pitchFamily="2" charset="-78"/>
                <a:cs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Tiêu đề phụ</a:t>
            </a:r>
            <a:endParaRPr lang="en-US" dirty="0"/>
          </a:p>
        </p:txBody>
      </p:sp>
      <p:pic>
        <p:nvPicPr>
          <p:cNvPr id="21" name="Picture 20">
            <a:extLst>
              <a:ext uri="{FF2B5EF4-FFF2-40B4-BE49-F238E27FC236}">
                <a16:creationId xmlns:a16="http://schemas.microsoft.com/office/drawing/2014/main" id="{D4C28A5F-55DF-474B-BB6F-9232AF06D3CC}"/>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5565071" y="682737"/>
            <a:ext cx="1061859" cy="1062060"/>
          </a:xfrm>
          <a:prstGeom prst="rect">
            <a:avLst/>
          </a:prstGeom>
        </p:spPr>
      </p:pic>
      <p:sp>
        <p:nvSpPr>
          <p:cNvPr id="22" name="Text Placeholder 9"/>
          <p:cNvSpPr>
            <a:spLocks noGrp="1"/>
          </p:cNvSpPr>
          <p:nvPr>
            <p:ph type="body" sz="quarter" idx="12" hasCustomPrompt="1"/>
          </p:nvPr>
        </p:nvSpPr>
        <p:spPr>
          <a:xfrm>
            <a:off x="493144" y="4924425"/>
            <a:ext cx="11205713" cy="492125"/>
          </a:xfrm>
        </p:spPr>
        <p:txBody>
          <a:bodyPr>
            <a:noAutofit/>
          </a:bodyPr>
          <a:lstStyle>
            <a:lvl1pPr marL="0" indent="0" algn="ctr">
              <a:buNone/>
              <a:defRPr sz="2000" b="0" baseline="0">
                <a:solidFill>
                  <a:schemeClr val="bg1"/>
                </a:solidFill>
                <a:latin typeface="Readex Pro" pitchFamily="2" charset="-78"/>
                <a:cs typeface="Readex Pro" pitchFamily="2" charset="-78"/>
              </a:defRPr>
            </a:lvl1pPr>
            <a:lvl2pPr marL="457200" indent="0">
              <a:buNone/>
              <a:defRPr sz="1400">
                <a:solidFill>
                  <a:schemeClr val="bg1"/>
                </a:solidFill>
                <a:latin typeface="Barlow" panose="00000500000000000000" pitchFamily="2" charset="0"/>
              </a:defRPr>
            </a:lvl2pPr>
            <a:lvl3pPr marL="914400" indent="0">
              <a:buNone/>
              <a:defRPr sz="1200">
                <a:solidFill>
                  <a:schemeClr val="bg1"/>
                </a:solidFill>
                <a:latin typeface="Barlow" panose="00000500000000000000" pitchFamily="2" charset="0"/>
              </a:defRPr>
            </a:lvl3pPr>
            <a:lvl4pPr marL="1371600" indent="0">
              <a:buNone/>
              <a:defRPr sz="1100">
                <a:solidFill>
                  <a:schemeClr val="bg1"/>
                </a:solidFill>
                <a:latin typeface="Barlow" panose="00000500000000000000" pitchFamily="2" charset="0"/>
              </a:defRPr>
            </a:lvl4pPr>
            <a:lvl5pPr marL="1828800" indent="0">
              <a:buNone/>
              <a:defRPr sz="1100">
                <a:solidFill>
                  <a:schemeClr val="bg1"/>
                </a:solidFill>
                <a:latin typeface="Barlow" panose="00000500000000000000" pitchFamily="2" charset="0"/>
              </a:defRPr>
            </a:lvl5pPr>
          </a:lstStyle>
          <a:p>
            <a:pPr lvl="0"/>
            <a:r>
              <a:rPr lang="en-US"/>
              <a:t>Tên tác giả hoặc ngày tháng</a:t>
            </a:r>
            <a:endParaRPr lang="en-US" dirty="0"/>
          </a:p>
        </p:txBody>
      </p:sp>
      <p:sp>
        <p:nvSpPr>
          <p:cNvPr id="25" name="Rectangle 24"/>
          <p:cNvSpPr/>
          <p:nvPr userDrawn="1"/>
        </p:nvSpPr>
        <p:spPr>
          <a:xfrm>
            <a:off x="4998720" y="4782423"/>
            <a:ext cx="2194560" cy="27432"/>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grpSp>
        <p:nvGrpSpPr>
          <p:cNvPr id="7" name="Group 6">
            <a:extLst>
              <a:ext uri="{FF2B5EF4-FFF2-40B4-BE49-F238E27FC236}">
                <a16:creationId xmlns:a16="http://schemas.microsoft.com/office/drawing/2014/main" id="{500C3C4B-7EB0-A799-EF60-7E7B2A1A5D71}"/>
              </a:ext>
            </a:extLst>
          </p:cNvPr>
          <p:cNvGrpSpPr/>
          <p:nvPr userDrawn="1"/>
        </p:nvGrpSpPr>
        <p:grpSpPr>
          <a:xfrm rot="5400000" flipH="1">
            <a:off x="11994349" y="89858"/>
            <a:ext cx="108319" cy="107166"/>
            <a:chOff x="9886950" y="442913"/>
            <a:chExt cx="216694" cy="214386"/>
          </a:xfrm>
        </p:grpSpPr>
        <p:sp>
          <p:nvSpPr>
            <p:cNvPr id="2" name="Rectangle: Rounded Corners 1">
              <a:extLst>
                <a:ext uri="{FF2B5EF4-FFF2-40B4-BE49-F238E27FC236}">
                  <a16:creationId xmlns:a16="http://schemas.microsoft.com/office/drawing/2014/main" id="{A5889A1F-7953-5C39-8687-FF30BEEED6A0}"/>
                </a:ext>
              </a:extLst>
            </p:cNvPr>
            <p:cNvSpPr/>
            <p:nvPr userDrawn="1"/>
          </p:nvSpPr>
          <p:spPr>
            <a:xfrm>
              <a:off x="9886950" y="442913"/>
              <a:ext cx="97631" cy="97631"/>
            </a:xfrm>
            <a:prstGeom prst="round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F2EFB534-7696-D26C-4ED3-9370C4BF548C}"/>
                </a:ext>
              </a:extLst>
            </p:cNvPr>
            <p:cNvSpPr/>
            <p:nvPr userDrawn="1"/>
          </p:nvSpPr>
          <p:spPr>
            <a:xfrm>
              <a:off x="10006013" y="559668"/>
              <a:ext cx="97631" cy="97631"/>
            </a:xfrm>
            <a:prstGeom prst="roundRect">
              <a:avLst/>
            </a:prstGeom>
            <a:solidFill>
              <a:srgbClr val="00AF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7CEBF6C9-F2A0-D7EA-46F2-E2BED25E4EEB}"/>
                </a:ext>
              </a:extLst>
            </p:cNvPr>
            <p:cNvSpPr/>
            <p:nvPr userDrawn="1"/>
          </p:nvSpPr>
          <p:spPr>
            <a:xfrm>
              <a:off x="10006013" y="442913"/>
              <a:ext cx="97631" cy="97631"/>
            </a:xfrm>
            <a:prstGeom prst="roundRect">
              <a:avLst/>
            </a:prstGeom>
            <a:solidFill>
              <a:srgbClr val="CC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8" name="Picture 7">
            <a:extLst>
              <a:ext uri="{FF2B5EF4-FFF2-40B4-BE49-F238E27FC236}">
                <a16:creationId xmlns:a16="http://schemas.microsoft.com/office/drawing/2014/main" id="{AFC287AC-3830-D280-1DFB-099F1C622FCC}"/>
              </a:ext>
            </a:extLst>
          </p:cNvPr>
          <p:cNvPicPr>
            <a:picLocks noChangeAspect="1"/>
          </p:cNvPicPr>
          <p:nvPr userDrawn="1"/>
        </p:nvPicPr>
        <p:blipFill>
          <a:blip r:embed="rId3"/>
          <a:stretch>
            <a:fillRect/>
          </a:stretch>
        </p:blipFill>
        <p:spPr>
          <a:xfrm>
            <a:off x="2585036" y="6478829"/>
            <a:ext cx="9326880" cy="118101"/>
          </a:xfrm>
          <a:prstGeom prst="rect">
            <a:avLst/>
          </a:prstGeom>
        </p:spPr>
      </p:pic>
      <p:sp>
        <p:nvSpPr>
          <p:cNvPr id="9" name="Slide Number Placeholder 5">
            <a:extLst>
              <a:ext uri="{FF2B5EF4-FFF2-40B4-BE49-F238E27FC236}">
                <a16:creationId xmlns:a16="http://schemas.microsoft.com/office/drawing/2014/main" id="{FC61D4A3-C96E-946C-BF56-14B0317E483A}"/>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10" name="Rectangle 9">
            <a:extLst>
              <a:ext uri="{FF2B5EF4-FFF2-40B4-BE49-F238E27FC236}">
                <a16:creationId xmlns:a16="http://schemas.microsoft.com/office/drawing/2014/main" id="{4DFDF354-0251-FE65-2C5F-25380E57F03B}"/>
              </a:ext>
            </a:extLst>
          </p:cNvPr>
          <p:cNvSpPr/>
          <p:nvPr userDrawn="1"/>
        </p:nvSpPr>
        <p:spPr>
          <a:xfrm>
            <a:off x="159150" y="6474525"/>
            <a:ext cx="653867" cy="298450"/>
          </a:xfrm>
          <a:prstGeom prst="rect">
            <a:avLst/>
          </a:prstGeom>
          <a:solidFill>
            <a:srgbClr val="27AC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grpSp>
        <p:nvGrpSpPr>
          <p:cNvPr id="13" name="Group 12">
            <a:extLst>
              <a:ext uri="{FF2B5EF4-FFF2-40B4-BE49-F238E27FC236}">
                <a16:creationId xmlns:a16="http://schemas.microsoft.com/office/drawing/2014/main" id="{076B934B-7F60-9EFE-CEAF-A531BBACD851}"/>
              </a:ext>
            </a:extLst>
          </p:cNvPr>
          <p:cNvGrpSpPr/>
          <p:nvPr userDrawn="1"/>
        </p:nvGrpSpPr>
        <p:grpSpPr>
          <a:xfrm>
            <a:off x="817685" y="6410864"/>
            <a:ext cx="2760487" cy="403790"/>
            <a:chOff x="741485" y="6410864"/>
            <a:chExt cx="2760487" cy="403790"/>
          </a:xfrm>
        </p:grpSpPr>
        <p:sp>
          <p:nvSpPr>
            <p:cNvPr id="14" name="TextBox 13">
              <a:extLst>
                <a:ext uri="{FF2B5EF4-FFF2-40B4-BE49-F238E27FC236}">
                  <a16:creationId xmlns:a16="http://schemas.microsoft.com/office/drawing/2014/main" id="{8BAF9606-2A17-830C-304D-88D56EDB1C47}"/>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chemeClr val="bg1"/>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chemeClr val="bg1"/>
                </a:solidFill>
                <a:effectLst/>
                <a:uLnTx/>
                <a:uFillTx/>
                <a:latin typeface="Readex Pro" pitchFamily="2" charset="-78"/>
                <a:ea typeface="+mn-ea"/>
                <a:cs typeface="+mn-cs"/>
              </a:endParaRPr>
            </a:p>
          </p:txBody>
        </p:sp>
        <p:sp>
          <p:nvSpPr>
            <p:cNvPr id="15" name="TextBox 14">
              <a:extLst>
                <a:ext uri="{FF2B5EF4-FFF2-40B4-BE49-F238E27FC236}">
                  <a16:creationId xmlns:a16="http://schemas.microsoft.com/office/drawing/2014/main" id="{44ADAA7A-04F6-2616-50B0-A84AF6F98FE9}"/>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chemeClr val="bg1"/>
                  </a:solidFill>
                  <a:latin typeface="K2D" panose="00000500000000000000" pitchFamily="2" charset="-34"/>
                </a:rPr>
                <a:t>ĐẠI HỌC CẦN THƠ</a:t>
              </a:r>
              <a:endParaRPr lang="en-US" sz="1400" b="1">
                <a:solidFill>
                  <a:schemeClr val="bg1"/>
                </a:solidFill>
                <a:latin typeface="K2D" panose="00000500000000000000" pitchFamily="2" charset="-34"/>
              </a:endParaRPr>
            </a:p>
          </p:txBody>
        </p:sp>
      </p:grpSp>
      <p:sp>
        <p:nvSpPr>
          <p:cNvPr id="16" name="TextBox 15">
            <a:extLst>
              <a:ext uri="{FF2B5EF4-FFF2-40B4-BE49-F238E27FC236}">
                <a16:creationId xmlns:a16="http://schemas.microsoft.com/office/drawing/2014/main" id="{6BF1CC2D-4F33-60C3-D015-EE4B3346464B}"/>
              </a:ext>
            </a:extLst>
          </p:cNvPr>
          <p:cNvSpPr txBox="1"/>
          <p:nvPr userDrawn="1"/>
        </p:nvSpPr>
        <p:spPr>
          <a:xfrm>
            <a:off x="10529596" y="6467840"/>
            <a:ext cx="1483098" cy="307777"/>
          </a:xfrm>
          <a:prstGeom prst="rect">
            <a:avLst/>
          </a:prstGeom>
          <a:noFill/>
        </p:spPr>
        <p:txBody>
          <a:bodyPr wrap="none" rtlCol="0">
            <a:spAutoFit/>
          </a:bodyPr>
          <a:lstStyle/>
          <a:p>
            <a:r>
              <a:rPr lang="en-US" sz="1400" b="1" i="0">
                <a:solidFill>
                  <a:schemeClr val="bg1"/>
                </a:solidFill>
                <a:latin typeface="K2D" panose="00000500000000000000" pitchFamily="2" charset="-34"/>
                <a:cs typeface="Readex Pro" pitchFamily="2" charset="-78"/>
              </a:rPr>
              <a:t>www.ctu.edu.vn</a:t>
            </a:r>
          </a:p>
        </p:txBody>
      </p:sp>
      <p:sp>
        <p:nvSpPr>
          <p:cNvPr id="17" name="Date Placeholder 3">
            <a:extLst>
              <a:ext uri="{FF2B5EF4-FFF2-40B4-BE49-F238E27FC236}">
                <a16:creationId xmlns:a16="http://schemas.microsoft.com/office/drawing/2014/main" id="{1C43A459-4626-2124-180B-282157DA3337}"/>
              </a:ext>
            </a:extLst>
          </p:cNvPr>
          <p:cNvSpPr>
            <a:spLocks noGrp="1"/>
          </p:cNvSpPr>
          <p:nvPr>
            <p:ph type="dt" sz="half" idx="10"/>
          </p:nvPr>
        </p:nvSpPr>
        <p:spPr>
          <a:xfrm>
            <a:off x="1218484" y="6548263"/>
            <a:ext cx="2381966" cy="365125"/>
          </a:xfrm>
        </p:spPr>
        <p:txBody>
          <a:bodyPr/>
          <a:lstStyle>
            <a:lvl1pPr algn="r">
              <a:defRPr b="1">
                <a:solidFill>
                  <a:schemeClr val="bg1"/>
                </a:solidFill>
                <a:latin typeface="K2D" panose="00000500000000000000" pitchFamily="2" charset="-34"/>
              </a:defRPr>
            </a:lvl1pPr>
          </a:lstStyle>
          <a:p>
            <a:fld id="{D86B3AB3-BDCC-41BF-8781-963E853753C3}" type="datetime1">
              <a:rPr lang="en-US" smtClean="0"/>
              <a:pPr/>
              <a:t>4/24/2026</a:t>
            </a:fld>
            <a:endParaRPr lang="en-US"/>
          </a:p>
        </p:txBody>
      </p:sp>
      <p:sp>
        <p:nvSpPr>
          <p:cNvPr id="18" name="Footer Placeholder 4">
            <a:extLst>
              <a:ext uri="{FF2B5EF4-FFF2-40B4-BE49-F238E27FC236}">
                <a16:creationId xmlns:a16="http://schemas.microsoft.com/office/drawing/2014/main" id="{386F145B-841B-1EA7-87E9-B007B9A54080}"/>
              </a:ext>
            </a:extLst>
          </p:cNvPr>
          <p:cNvSpPr>
            <a:spLocks noGrp="1"/>
          </p:cNvSpPr>
          <p:nvPr>
            <p:ph type="ftr" sz="quarter" idx="11"/>
          </p:nvPr>
        </p:nvSpPr>
        <p:spPr>
          <a:xfrm>
            <a:off x="4038600" y="6548263"/>
            <a:ext cx="4114800" cy="365125"/>
          </a:xfrm>
        </p:spPr>
        <p:txBody>
          <a:bodyPr/>
          <a:lstStyle>
            <a:lvl1pPr algn="l">
              <a:defRPr b="1">
                <a:solidFill>
                  <a:schemeClr val="bg1"/>
                </a:solidFill>
                <a:latin typeface="K2D" panose="00000500000000000000" pitchFamily="2" charset="-34"/>
              </a:defRPr>
            </a:lvl1pPr>
          </a:lstStyle>
          <a:p>
            <a:endParaRPr lang="en-US"/>
          </a:p>
        </p:txBody>
      </p:sp>
    </p:spTree>
    <p:extLst>
      <p:ext uri="{BB962C8B-B14F-4D97-AF65-F5344CB8AC3E}">
        <p14:creationId xmlns:p14="http://schemas.microsoft.com/office/powerpoint/2010/main" val="23677854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_white">
    <p:bg>
      <p:bgPr>
        <a:solidFill>
          <a:schemeClr val="bg1"/>
        </a:solidFill>
        <a:effectLst/>
      </p:bgPr>
    </p:bg>
    <p:spTree>
      <p:nvGrpSpPr>
        <p:cNvPr id="1" name=""/>
        <p:cNvGrpSpPr/>
        <p:nvPr/>
      </p:nvGrpSpPr>
      <p:grpSpPr>
        <a:xfrm>
          <a:off x="0" y="0"/>
          <a:ext cx="0" cy="0"/>
          <a:chOff x="0" y="0"/>
          <a:chExt cx="0" cy="0"/>
        </a:xfrm>
      </p:grpSpPr>
      <p:sp>
        <p:nvSpPr>
          <p:cNvPr id="19" name="Title 1"/>
          <p:cNvSpPr>
            <a:spLocks noGrp="1"/>
          </p:cNvSpPr>
          <p:nvPr>
            <p:ph type="ctrTitle" hasCustomPrompt="1"/>
          </p:nvPr>
        </p:nvSpPr>
        <p:spPr>
          <a:xfrm>
            <a:off x="493144" y="2008231"/>
            <a:ext cx="11205713" cy="1855310"/>
          </a:xfrm>
        </p:spPr>
        <p:txBody>
          <a:bodyPr anchor="b" anchorCtr="0">
            <a:normAutofit/>
          </a:bodyPr>
          <a:lstStyle>
            <a:lvl1pPr algn="ctr">
              <a:lnSpc>
                <a:spcPct val="100000"/>
              </a:lnSpc>
              <a:defRPr sz="4400" b="1" baseline="0">
                <a:solidFill>
                  <a:srgbClr val="0070C0"/>
                </a:solidFill>
                <a:latin typeface="K2D" panose="00000500000000000000" pitchFamily="2" charset="-34"/>
                <a:cs typeface="K2D" panose="00000500000000000000" pitchFamily="2" charset="-34"/>
              </a:defRPr>
            </a:lvl1pPr>
          </a:lstStyle>
          <a:p>
            <a:r>
              <a:rPr lang="en-US"/>
              <a:t>TIÊU ĐỀ CHÍNH</a:t>
            </a:r>
            <a:endParaRPr lang="en-US" dirty="0"/>
          </a:p>
        </p:txBody>
      </p:sp>
      <p:sp>
        <p:nvSpPr>
          <p:cNvPr id="20" name="Subtitle 2"/>
          <p:cNvSpPr>
            <a:spLocks noGrp="1"/>
          </p:cNvSpPr>
          <p:nvPr>
            <p:ph type="subTitle" idx="1" hasCustomPrompt="1"/>
          </p:nvPr>
        </p:nvSpPr>
        <p:spPr>
          <a:xfrm>
            <a:off x="493144" y="3863542"/>
            <a:ext cx="11205713" cy="1036706"/>
          </a:xfrm>
        </p:spPr>
        <p:txBody>
          <a:bodyPr anchor="t" anchorCtr="0">
            <a:normAutofit/>
          </a:bodyPr>
          <a:lstStyle>
            <a:lvl1pPr marL="0" indent="0" algn="ctr">
              <a:buNone/>
              <a:defRPr sz="3200" baseline="0">
                <a:solidFill>
                  <a:srgbClr val="0070C0"/>
                </a:solidFill>
                <a:latin typeface="Readex Pro" pitchFamily="2" charset="-78"/>
                <a:cs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Tiêu đề phụ</a:t>
            </a:r>
            <a:endParaRPr lang="en-US" dirty="0"/>
          </a:p>
        </p:txBody>
      </p:sp>
      <p:pic>
        <p:nvPicPr>
          <p:cNvPr id="21" name="Picture 20">
            <a:extLst>
              <a:ext uri="{FF2B5EF4-FFF2-40B4-BE49-F238E27FC236}">
                <a16:creationId xmlns:a16="http://schemas.microsoft.com/office/drawing/2014/main" id="{D4C28A5F-55DF-474B-BB6F-9232AF06D3CC}"/>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5565071" y="682679"/>
            <a:ext cx="1061859" cy="1062177"/>
          </a:xfrm>
          <a:prstGeom prst="rect">
            <a:avLst/>
          </a:prstGeom>
        </p:spPr>
      </p:pic>
      <p:sp>
        <p:nvSpPr>
          <p:cNvPr id="22" name="Text Placeholder 9"/>
          <p:cNvSpPr>
            <a:spLocks noGrp="1"/>
          </p:cNvSpPr>
          <p:nvPr>
            <p:ph type="body" sz="quarter" idx="12" hasCustomPrompt="1"/>
          </p:nvPr>
        </p:nvSpPr>
        <p:spPr>
          <a:xfrm>
            <a:off x="493144" y="4924425"/>
            <a:ext cx="11205713" cy="492125"/>
          </a:xfrm>
        </p:spPr>
        <p:txBody>
          <a:bodyPr>
            <a:noAutofit/>
          </a:bodyPr>
          <a:lstStyle>
            <a:lvl1pPr marL="0" indent="0" algn="ctr">
              <a:buNone/>
              <a:defRPr sz="2000" b="0" baseline="0">
                <a:solidFill>
                  <a:srgbClr val="00AFEF"/>
                </a:solidFill>
                <a:latin typeface="Readex Pro" pitchFamily="2" charset="-78"/>
                <a:cs typeface="Readex Pro" pitchFamily="2" charset="-78"/>
              </a:defRPr>
            </a:lvl1pPr>
            <a:lvl2pPr marL="457200" indent="0">
              <a:buNone/>
              <a:defRPr sz="1400">
                <a:solidFill>
                  <a:schemeClr val="bg1"/>
                </a:solidFill>
                <a:latin typeface="Barlow" panose="00000500000000000000" pitchFamily="2" charset="0"/>
              </a:defRPr>
            </a:lvl2pPr>
            <a:lvl3pPr marL="914400" indent="0">
              <a:buNone/>
              <a:defRPr sz="1200">
                <a:solidFill>
                  <a:schemeClr val="bg1"/>
                </a:solidFill>
                <a:latin typeface="Barlow" panose="00000500000000000000" pitchFamily="2" charset="0"/>
              </a:defRPr>
            </a:lvl3pPr>
            <a:lvl4pPr marL="1371600" indent="0">
              <a:buNone/>
              <a:defRPr sz="1100">
                <a:solidFill>
                  <a:schemeClr val="bg1"/>
                </a:solidFill>
                <a:latin typeface="Barlow" panose="00000500000000000000" pitchFamily="2" charset="0"/>
              </a:defRPr>
            </a:lvl4pPr>
            <a:lvl5pPr marL="1828800" indent="0">
              <a:buNone/>
              <a:defRPr sz="1100">
                <a:solidFill>
                  <a:schemeClr val="bg1"/>
                </a:solidFill>
                <a:latin typeface="Barlow" panose="00000500000000000000" pitchFamily="2" charset="0"/>
              </a:defRPr>
            </a:lvl5pPr>
          </a:lstStyle>
          <a:p>
            <a:pPr lvl="0"/>
            <a:r>
              <a:rPr lang="en-US"/>
              <a:t>Tên tác giả hoặc ngày tháng</a:t>
            </a:r>
            <a:endParaRPr lang="en-US" dirty="0"/>
          </a:p>
        </p:txBody>
      </p:sp>
      <p:sp>
        <p:nvSpPr>
          <p:cNvPr id="25" name="Rectangle 24"/>
          <p:cNvSpPr/>
          <p:nvPr userDrawn="1"/>
        </p:nvSpPr>
        <p:spPr>
          <a:xfrm>
            <a:off x="4998720" y="4782423"/>
            <a:ext cx="2194560" cy="27432"/>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pic>
        <p:nvPicPr>
          <p:cNvPr id="18" name="Picture 17"/>
          <p:cNvPicPr>
            <a:picLocks noChangeAspect="1"/>
          </p:cNvPicPr>
          <p:nvPr userDrawn="1"/>
        </p:nvPicPr>
        <p:blipFill>
          <a:blip r:embed="rId3"/>
          <a:stretch>
            <a:fillRect/>
          </a:stretch>
        </p:blipFill>
        <p:spPr>
          <a:xfrm>
            <a:off x="11987783" y="93587"/>
            <a:ext cx="107165" cy="107007"/>
          </a:xfrm>
          <a:prstGeom prst="rect">
            <a:avLst/>
          </a:prstGeom>
        </p:spPr>
      </p:pic>
      <p:sp>
        <p:nvSpPr>
          <p:cNvPr id="2" name="Slide Number Placeholder 5">
            <a:extLst>
              <a:ext uri="{FF2B5EF4-FFF2-40B4-BE49-F238E27FC236}">
                <a16:creationId xmlns:a16="http://schemas.microsoft.com/office/drawing/2014/main" id="{1F92E844-1828-0F51-3BFD-DF527D65BF8F}"/>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3" name="Rectangle 2">
            <a:extLst>
              <a:ext uri="{FF2B5EF4-FFF2-40B4-BE49-F238E27FC236}">
                <a16:creationId xmlns:a16="http://schemas.microsoft.com/office/drawing/2014/main" id="{DCC0BC67-81A5-AC24-0BB4-9D1D3E835D94}"/>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grpSp>
        <p:nvGrpSpPr>
          <p:cNvPr id="6" name="Group 5">
            <a:extLst>
              <a:ext uri="{FF2B5EF4-FFF2-40B4-BE49-F238E27FC236}">
                <a16:creationId xmlns:a16="http://schemas.microsoft.com/office/drawing/2014/main" id="{02AE1EA0-6222-87BA-38C9-866FE8F2830D}"/>
              </a:ext>
            </a:extLst>
          </p:cNvPr>
          <p:cNvGrpSpPr/>
          <p:nvPr userDrawn="1"/>
        </p:nvGrpSpPr>
        <p:grpSpPr>
          <a:xfrm>
            <a:off x="817685" y="6410864"/>
            <a:ext cx="2760487" cy="403790"/>
            <a:chOff x="741485" y="6410864"/>
            <a:chExt cx="2760487" cy="403790"/>
          </a:xfrm>
        </p:grpSpPr>
        <p:sp>
          <p:nvSpPr>
            <p:cNvPr id="7" name="TextBox 6">
              <a:extLst>
                <a:ext uri="{FF2B5EF4-FFF2-40B4-BE49-F238E27FC236}">
                  <a16:creationId xmlns:a16="http://schemas.microsoft.com/office/drawing/2014/main" id="{EC606771-B50F-5EF5-AF4C-183C88EEC70F}"/>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8" name="TextBox 7">
              <a:extLst>
                <a:ext uri="{FF2B5EF4-FFF2-40B4-BE49-F238E27FC236}">
                  <a16:creationId xmlns:a16="http://schemas.microsoft.com/office/drawing/2014/main" id="{57A8AD8D-BBBE-FFAE-563D-62AF760A44A6}"/>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9" name="TextBox 8">
            <a:extLst>
              <a:ext uri="{FF2B5EF4-FFF2-40B4-BE49-F238E27FC236}">
                <a16:creationId xmlns:a16="http://schemas.microsoft.com/office/drawing/2014/main" id="{FF63336F-2FD5-E8B2-B179-80665CF8D4BA}"/>
              </a:ext>
            </a:extLst>
          </p:cNvPr>
          <p:cNvSpPr txBox="1"/>
          <p:nvPr userDrawn="1"/>
        </p:nvSpPr>
        <p:spPr>
          <a:xfrm>
            <a:off x="10529591"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2" name="Picture 11">
            <a:extLst>
              <a:ext uri="{FF2B5EF4-FFF2-40B4-BE49-F238E27FC236}">
                <a16:creationId xmlns:a16="http://schemas.microsoft.com/office/drawing/2014/main" id="{48A62A7F-4A0D-8203-BB6A-E6AFE62BD364}"/>
              </a:ext>
            </a:extLst>
          </p:cNvPr>
          <p:cNvPicPr>
            <a:picLocks noChangeAspect="1"/>
          </p:cNvPicPr>
          <p:nvPr userDrawn="1"/>
        </p:nvPicPr>
        <p:blipFill>
          <a:blip r:embed="rId4"/>
          <a:stretch>
            <a:fillRect/>
          </a:stretch>
        </p:blipFill>
        <p:spPr>
          <a:xfrm>
            <a:off x="2583391" y="6481985"/>
            <a:ext cx="9339545" cy="118261"/>
          </a:xfrm>
          <a:prstGeom prst="rect">
            <a:avLst/>
          </a:prstGeom>
        </p:spPr>
      </p:pic>
      <p:sp>
        <p:nvSpPr>
          <p:cNvPr id="13" name="Date Placeholder 3">
            <a:extLst>
              <a:ext uri="{FF2B5EF4-FFF2-40B4-BE49-F238E27FC236}">
                <a16:creationId xmlns:a16="http://schemas.microsoft.com/office/drawing/2014/main" id="{8649E161-4DC5-D15C-6DAE-AE38C664B5FB}"/>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4/24/2026</a:t>
            </a:fld>
            <a:endParaRPr lang="en-US"/>
          </a:p>
        </p:txBody>
      </p:sp>
      <p:sp>
        <p:nvSpPr>
          <p:cNvPr id="14" name="Footer Placeholder 4">
            <a:extLst>
              <a:ext uri="{FF2B5EF4-FFF2-40B4-BE49-F238E27FC236}">
                <a16:creationId xmlns:a16="http://schemas.microsoft.com/office/drawing/2014/main" id="{CDD46289-EAED-BF63-CD78-95A65C49BE50}"/>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21537903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no logo">
    <p:bg>
      <p:bgPr>
        <a:solidFill>
          <a:srgbClr val="1F5CAA"/>
        </a:solidFill>
        <a:effectLst/>
      </p:bgPr>
    </p:bg>
    <p:spTree>
      <p:nvGrpSpPr>
        <p:cNvPr id="1" name=""/>
        <p:cNvGrpSpPr/>
        <p:nvPr/>
      </p:nvGrpSpPr>
      <p:grpSpPr>
        <a:xfrm>
          <a:off x="0" y="0"/>
          <a:ext cx="0" cy="0"/>
          <a:chOff x="0" y="0"/>
          <a:chExt cx="0" cy="0"/>
        </a:xfrm>
      </p:grpSpPr>
      <p:sp>
        <p:nvSpPr>
          <p:cNvPr id="19" name="Title 1"/>
          <p:cNvSpPr>
            <a:spLocks noGrp="1"/>
          </p:cNvSpPr>
          <p:nvPr>
            <p:ph type="ctrTitle" hasCustomPrompt="1"/>
          </p:nvPr>
        </p:nvSpPr>
        <p:spPr>
          <a:xfrm>
            <a:off x="493144" y="686872"/>
            <a:ext cx="11205713" cy="2200204"/>
          </a:xfrm>
        </p:spPr>
        <p:txBody>
          <a:bodyPr anchor="b" anchorCtr="0">
            <a:normAutofit/>
          </a:bodyPr>
          <a:lstStyle>
            <a:lvl1pPr algn="ctr">
              <a:lnSpc>
                <a:spcPct val="100000"/>
              </a:lnSpc>
              <a:defRPr sz="4400" b="1" baseline="0">
                <a:solidFill>
                  <a:schemeClr val="bg1"/>
                </a:solidFill>
                <a:latin typeface="K2D" panose="00000500000000000000" pitchFamily="2" charset="-34"/>
                <a:cs typeface="K2D" panose="00000500000000000000" pitchFamily="2" charset="-34"/>
              </a:defRPr>
            </a:lvl1pPr>
          </a:lstStyle>
          <a:p>
            <a:r>
              <a:rPr lang="en-US"/>
              <a:t>TIÊU ĐỀ CHÍNH</a:t>
            </a:r>
            <a:endParaRPr lang="en-US" dirty="0"/>
          </a:p>
        </p:txBody>
      </p:sp>
      <p:sp>
        <p:nvSpPr>
          <p:cNvPr id="20" name="Subtitle 2"/>
          <p:cNvSpPr>
            <a:spLocks noGrp="1"/>
          </p:cNvSpPr>
          <p:nvPr>
            <p:ph type="subTitle" idx="1" hasCustomPrompt="1"/>
          </p:nvPr>
        </p:nvSpPr>
        <p:spPr>
          <a:xfrm>
            <a:off x="493144" y="2887077"/>
            <a:ext cx="11205713" cy="1036706"/>
          </a:xfrm>
        </p:spPr>
        <p:txBody>
          <a:bodyPr anchor="t" anchorCtr="0">
            <a:normAutofit/>
          </a:bodyPr>
          <a:lstStyle>
            <a:lvl1pPr marL="0" indent="0" algn="ctr">
              <a:buNone/>
              <a:defRPr sz="3200" baseline="0">
                <a:solidFill>
                  <a:schemeClr val="bg1"/>
                </a:solidFill>
                <a:latin typeface="Readex Pro" pitchFamily="2" charset="-78"/>
                <a:cs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Tiêu đề phụ</a:t>
            </a:r>
            <a:endParaRPr lang="en-US" dirty="0"/>
          </a:p>
        </p:txBody>
      </p:sp>
      <p:sp>
        <p:nvSpPr>
          <p:cNvPr id="22" name="Text Placeholder 9"/>
          <p:cNvSpPr>
            <a:spLocks noGrp="1"/>
          </p:cNvSpPr>
          <p:nvPr>
            <p:ph type="body" sz="quarter" idx="12" hasCustomPrompt="1"/>
          </p:nvPr>
        </p:nvSpPr>
        <p:spPr>
          <a:xfrm>
            <a:off x="493144" y="3947960"/>
            <a:ext cx="11205713" cy="492125"/>
          </a:xfrm>
        </p:spPr>
        <p:txBody>
          <a:bodyPr>
            <a:noAutofit/>
          </a:bodyPr>
          <a:lstStyle>
            <a:lvl1pPr marL="0" indent="0" algn="ctr">
              <a:buNone/>
              <a:defRPr sz="2000" b="0" baseline="0">
                <a:solidFill>
                  <a:schemeClr val="bg1"/>
                </a:solidFill>
                <a:latin typeface="Readex Pro" pitchFamily="2" charset="-78"/>
                <a:cs typeface="Readex Pro" pitchFamily="2" charset="-78"/>
              </a:defRPr>
            </a:lvl1pPr>
            <a:lvl2pPr marL="457200" indent="0">
              <a:buNone/>
              <a:defRPr sz="1400">
                <a:solidFill>
                  <a:schemeClr val="bg1"/>
                </a:solidFill>
                <a:latin typeface="Barlow" panose="00000500000000000000" pitchFamily="2" charset="0"/>
              </a:defRPr>
            </a:lvl2pPr>
            <a:lvl3pPr marL="914400" indent="0">
              <a:buNone/>
              <a:defRPr sz="1200">
                <a:solidFill>
                  <a:schemeClr val="bg1"/>
                </a:solidFill>
                <a:latin typeface="Barlow" panose="00000500000000000000" pitchFamily="2" charset="0"/>
              </a:defRPr>
            </a:lvl3pPr>
            <a:lvl4pPr marL="1371600" indent="0">
              <a:buNone/>
              <a:defRPr sz="1100">
                <a:solidFill>
                  <a:schemeClr val="bg1"/>
                </a:solidFill>
                <a:latin typeface="Barlow" panose="00000500000000000000" pitchFamily="2" charset="0"/>
              </a:defRPr>
            </a:lvl4pPr>
            <a:lvl5pPr marL="1828800" indent="0">
              <a:buNone/>
              <a:defRPr sz="1100">
                <a:solidFill>
                  <a:schemeClr val="bg1"/>
                </a:solidFill>
                <a:latin typeface="Barlow" panose="00000500000000000000" pitchFamily="2" charset="0"/>
              </a:defRPr>
            </a:lvl5pPr>
          </a:lstStyle>
          <a:p>
            <a:pPr lvl="0"/>
            <a:r>
              <a:rPr lang="en-US"/>
              <a:t>Tên tác giả hoặc ngày tháng</a:t>
            </a:r>
            <a:endParaRPr lang="en-US" dirty="0"/>
          </a:p>
        </p:txBody>
      </p:sp>
      <p:sp>
        <p:nvSpPr>
          <p:cNvPr id="25" name="Rectangle 24"/>
          <p:cNvSpPr/>
          <p:nvPr userDrawn="1"/>
        </p:nvSpPr>
        <p:spPr>
          <a:xfrm>
            <a:off x="4998720" y="3805958"/>
            <a:ext cx="2194560" cy="27432"/>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grpSp>
        <p:nvGrpSpPr>
          <p:cNvPr id="2" name="Group 1">
            <a:extLst>
              <a:ext uri="{FF2B5EF4-FFF2-40B4-BE49-F238E27FC236}">
                <a16:creationId xmlns:a16="http://schemas.microsoft.com/office/drawing/2014/main" id="{F9948C5E-76A7-F702-69DB-282464E77641}"/>
              </a:ext>
            </a:extLst>
          </p:cNvPr>
          <p:cNvGrpSpPr/>
          <p:nvPr userDrawn="1"/>
        </p:nvGrpSpPr>
        <p:grpSpPr>
          <a:xfrm rot="5400000" flipH="1">
            <a:off x="11994349" y="89858"/>
            <a:ext cx="108319" cy="107166"/>
            <a:chOff x="9886950" y="442913"/>
            <a:chExt cx="216694" cy="214386"/>
          </a:xfrm>
        </p:grpSpPr>
        <p:sp>
          <p:nvSpPr>
            <p:cNvPr id="4" name="Rectangle: Rounded Corners 3">
              <a:extLst>
                <a:ext uri="{FF2B5EF4-FFF2-40B4-BE49-F238E27FC236}">
                  <a16:creationId xmlns:a16="http://schemas.microsoft.com/office/drawing/2014/main" id="{9456AD05-D0D5-B566-5464-905D6E126C9B}"/>
                </a:ext>
              </a:extLst>
            </p:cNvPr>
            <p:cNvSpPr/>
            <p:nvPr userDrawn="1"/>
          </p:nvSpPr>
          <p:spPr>
            <a:xfrm>
              <a:off x="9886950" y="442913"/>
              <a:ext cx="97631" cy="97631"/>
            </a:xfrm>
            <a:prstGeom prst="round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E39BB277-D677-7122-583C-E2DA058F670A}"/>
                </a:ext>
              </a:extLst>
            </p:cNvPr>
            <p:cNvSpPr/>
            <p:nvPr userDrawn="1"/>
          </p:nvSpPr>
          <p:spPr>
            <a:xfrm>
              <a:off x="10006013" y="559668"/>
              <a:ext cx="97631" cy="97631"/>
            </a:xfrm>
            <a:prstGeom prst="roundRect">
              <a:avLst/>
            </a:prstGeom>
            <a:solidFill>
              <a:srgbClr val="00AF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3FE1A5C2-1028-7EF7-EC88-4F04EC7380D2}"/>
                </a:ext>
              </a:extLst>
            </p:cNvPr>
            <p:cNvSpPr/>
            <p:nvPr userDrawn="1"/>
          </p:nvSpPr>
          <p:spPr>
            <a:xfrm>
              <a:off x="10006013" y="442913"/>
              <a:ext cx="97631" cy="97631"/>
            </a:xfrm>
            <a:prstGeom prst="roundRect">
              <a:avLst/>
            </a:prstGeom>
            <a:solidFill>
              <a:srgbClr val="CC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 name="Picture 2">
            <a:extLst>
              <a:ext uri="{FF2B5EF4-FFF2-40B4-BE49-F238E27FC236}">
                <a16:creationId xmlns:a16="http://schemas.microsoft.com/office/drawing/2014/main" id="{B542C0C7-F574-E38A-4EB3-08F7967A55EF}"/>
              </a:ext>
            </a:extLst>
          </p:cNvPr>
          <p:cNvPicPr>
            <a:picLocks noChangeAspect="1"/>
          </p:cNvPicPr>
          <p:nvPr userDrawn="1"/>
        </p:nvPicPr>
        <p:blipFill>
          <a:blip r:embed="rId2"/>
          <a:stretch>
            <a:fillRect/>
          </a:stretch>
        </p:blipFill>
        <p:spPr>
          <a:xfrm>
            <a:off x="2585036" y="6478829"/>
            <a:ext cx="9326880" cy="118101"/>
          </a:xfrm>
          <a:prstGeom prst="rect">
            <a:avLst/>
          </a:prstGeom>
        </p:spPr>
      </p:pic>
      <p:sp>
        <p:nvSpPr>
          <p:cNvPr id="5" name="Slide Number Placeholder 5">
            <a:extLst>
              <a:ext uri="{FF2B5EF4-FFF2-40B4-BE49-F238E27FC236}">
                <a16:creationId xmlns:a16="http://schemas.microsoft.com/office/drawing/2014/main" id="{509D78DE-4DE3-2990-85E4-786FD52314BF}"/>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6" name="Rectangle 5">
            <a:extLst>
              <a:ext uri="{FF2B5EF4-FFF2-40B4-BE49-F238E27FC236}">
                <a16:creationId xmlns:a16="http://schemas.microsoft.com/office/drawing/2014/main" id="{82A8D337-520D-D86F-59BE-49A69B9FFC61}"/>
              </a:ext>
            </a:extLst>
          </p:cNvPr>
          <p:cNvSpPr/>
          <p:nvPr userDrawn="1"/>
        </p:nvSpPr>
        <p:spPr>
          <a:xfrm>
            <a:off x="159150" y="6474525"/>
            <a:ext cx="653867" cy="298450"/>
          </a:xfrm>
          <a:prstGeom prst="rect">
            <a:avLst/>
          </a:prstGeom>
          <a:solidFill>
            <a:srgbClr val="27AC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grpSp>
        <p:nvGrpSpPr>
          <p:cNvPr id="7" name="Group 6">
            <a:extLst>
              <a:ext uri="{FF2B5EF4-FFF2-40B4-BE49-F238E27FC236}">
                <a16:creationId xmlns:a16="http://schemas.microsoft.com/office/drawing/2014/main" id="{4674FC1A-E55F-C03B-647D-62C9D227489C}"/>
              </a:ext>
            </a:extLst>
          </p:cNvPr>
          <p:cNvGrpSpPr/>
          <p:nvPr userDrawn="1"/>
        </p:nvGrpSpPr>
        <p:grpSpPr>
          <a:xfrm>
            <a:off x="817685" y="6410864"/>
            <a:ext cx="2760487" cy="403790"/>
            <a:chOff x="741485" y="6410864"/>
            <a:chExt cx="2760487" cy="403790"/>
          </a:xfrm>
        </p:grpSpPr>
        <p:sp>
          <p:nvSpPr>
            <p:cNvPr id="8" name="TextBox 7">
              <a:extLst>
                <a:ext uri="{FF2B5EF4-FFF2-40B4-BE49-F238E27FC236}">
                  <a16:creationId xmlns:a16="http://schemas.microsoft.com/office/drawing/2014/main" id="{0AF77203-FB16-225E-E2AD-E6F5BFB29DF4}"/>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chemeClr val="bg1"/>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chemeClr val="bg1"/>
                </a:solidFill>
                <a:effectLst/>
                <a:uLnTx/>
                <a:uFillTx/>
                <a:latin typeface="Readex Pro" pitchFamily="2" charset="-78"/>
                <a:ea typeface="+mn-ea"/>
                <a:cs typeface="+mn-cs"/>
              </a:endParaRPr>
            </a:p>
          </p:txBody>
        </p:sp>
        <p:sp>
          <p:nvSpPr>
            <p:cNvPr id="9" name="TextBox 8">
              <a:extLst>
                <a:ext uri="{FF2B5EF4-FFF2-40B4-BE49-F238E27FC236}">
                  <a16:creationId xmlns:a16="http://schemas.microsoft.com/office/drawing/2014/main" id="{59832108-B491-0ED9-0209-DCDB4B879444}"/>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chemeClr val="bg1"/>
                  </a:solidFill>
                  <a:latin typeface="K2D" panose="00000500000000000000" pitchFamily="2" charset="-34"/>
                </a:rPr>
                <a:t>ĐẠI HỌC CẦN THƠ</a:t>
              </a:r>
              <a:endParaRPr lang="en-US" sz="1400" b="1">
                <a:solidFill>
                  <a:schemeClr val="bg1"/>
                </a:solidFill>
                <a:latin typeface="K2D" panose="00000500000000000000" pitchFamily="2" charset="-34"/>
              </a:endParaRPr>
            </a:p>
          </p:txBody>
        </p:sp>
      </p:grpSp>
      <p:sp>
        <p:nvSpPr>
          <p:cNvPr id="27" name="TextBox 26">
            <a:extLst>
              <a:ext uri="{FF2B5EF4-FFF2-40B4-BE49-F238E27FC236}">
                <a16:creationId xmlns:a16="http://schemas.microsoft.com/office/drawing/2014/main" id="{BE3B44A9-629A-9AFC-6A18-1288714D7213}"/>
              </a:ext>
            </a:extLst>
          </p:cNvPr>
          <p:cNvSpPr txBox="1"/>
          <p:nvPr userDrawn="1"/>
        </p:nvSpPr>
        <p:spPr>
          <a:xfrm>
            <a:off x="10529596" y="6467840"/>
            <a:ext cx="1483098" cy="307777"/>
          </a:xfrm>
          <a:prstGeom prst="rect">
            <a:avLst/>
          </a:prstGeom>
          <a:noFill/>
        </p:spPr>
        <p:txBody>
          <a:bodyPr wrap="none" rtlCol="0">
            <a:spAutoFit/>
          </a:bodyPr>
          <a:lstStyle/>
          <a:p>
            <a:r>
              <a:rPr lang="en-US" sz="1400" b="1" i="0">
                <a:solidFill>
                  <a:schemeClr val="bg1"/>
                </a:solidFill>
                <a:latin typeface="K2D" panose="00000500000000000000" pitchFamily="2" charset="-34"/>
                <a:cs typeface="Readex Pro" pitchFamily="2" charset="-78"/>
              </a:rPr>
              <a:t>www.ctu.edu.vn</a:t>
            </a:r>
          </a:p>
        </p:txBody>
      </p:sp>
      <p:sp>
        <p:nvSpPr>
          <p:cNvPr id="28" name="Date Placeholder 3">
            <a:extLst>
              <a:ext uri="{FF2B5EF4-FFF2-40B4-BE49-F238E27FC236}">
                <a16:creationId xmlns:a16="http://schemas.microsoft.com/office/drawing/2014/main" id="{47E8952C-C96D-E1CF-68EF-C321F55822F3}"/>
              </a:ext>
            </a:extLst>
          </p:cNvPr>
          <p:cNvSpPr>
            <a:spLocks noGrp="1"/>
          </p:cNvSpPr>
          <p:nvPr>
            <p:ph type="dt" sz="half" idx="10"/>
          </p:nvPr>
        </p:nvSpPr>
        <p:spPr>
          <a:xfrm>
            <a:off x="1218484" y="6548263"/>
            <a:ext cx="2381966" cy="365125"/>
          </a:xfrm>
        </p:spPr>
        <p:txBody>
          <a:bodyPr/>
          <a:lstStyle>
            <a:lvl1pPr algn="r">
              <a:defRPr b="1">
                <a:solidFill>
                  <a:schemeClr val="bg1"/>
                </a:solidFill>
                <a:latin typeface="K2D" panose="00000500000000000000" pitchFamily="2" charset="-34"/>
              </a:defRPr>
            </a:lvl1pPr>
          </a:lstStyle>
          <a:p>
            <a:fld id="{D86B3AB3-BDCC-41BF-8781-963E853753C3}" type="datetime1">
              <a:rPr lang="en-US" smtClean="0"/>
              <a:pPr/>
              <a:t>4/24/2026</a:t>
            </a:fld>
            <a:endParaRPr lang="en-US"/>
          </a:p>
        </p:txBody>
      </p:sp>
      <p:sp>
        <p:nvSpPr>
          <p:cNvPr id="29" name="Footer Placeholder 4">
            <a:extLst>
              <a:ext uri="{FF2B5EF4-FFF2-40B4-BE49-F238E27FC236}">
                <a16:creationId xmlns:a16="http://schemas.microsoft.com/office/drawing/2014/main" id="{A43BEA4F-EC22-DCD8-2D07-6E96C6A77DC4}"/>
              </a:ext>
            </a:extLst>
          </p:cNvPr>
          <p:cNvSpPr>
            <a:spLocks noGrp="1"/>
          </p:cNvSpPr>
          <p:nvPr>
            <p:ph type="ftr" sz="quarter" idx="11"/>
          </p:nvPr>
        </p:nvSpPr>
        <p:spPr>
          <a:xfrm>
            <a:off x="4038600" y="6548263"/>
            <a:ext cx="4114800" cy="365125"/>
          </a:xfrm>
        </p:spPr>
        <p:txBody>
          <a:bodyPr/>
          <a:lstStyle>
            <a:lvl1pPr algn="l">
              <a:defRPr b="1">
                <a:solidFill>
                  <a:schemeClr val="bg1"/>
                </a:solidFill>
                <a:latin typeface="K2D" panose="00000500000000000000" pitchFamily="2" charset="-34"/>
              </a:defRPr>
            </a:lvl1pPr>
          </a:lstStyle>
          <a:p>
            <a:endParaRPr lang="en-US"/>
          </a:p>
        </p:txBody>
      </p:sp>
    </p:spTree>
    <p:extLst>
      <p:ext uri="{BB962C8B-B14F-4D97-AF65-F5344CB8AC3E}">
        <p14:creationId xmlns:p14="http://schemas.microsoft.com/office/powerpoint/2010/main" val="41586577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hite Pure">
    <p:spTree>
      <p:nvGrpSpPr>
        <p:cNvPr id="1" name=""/>
        <p:cNvGrpSpPr/>
        <p:nvPr/>
      </p:nvGrpSpPr>
      <p:grpSpPr>
        <a:xfrm>
          <a:off x="0" y="0"/>
          <a:ext cx="0" cy="0"/>
          <a:chOff x="0" y="0"/>
          <a:chExt cx="0" cy="0"/>
        </a:xfrm>
      </p:grpSpPr>
      <p:sp>
        <p:nvSpPr>
          <p:cNvPr id="16" name="Title 1"/>
          <p:cNvSpPr>
            <a:spLocks noGrp="1"/>
          </p:cNvSpPr>
          <p:nvPr userDrawn="1">
            <p:ph type="ctrTitle" hasCustomPrompt="1"/>
          </p:nvPr>
        </p:nvSpPr>
        <p:spPr>
          <a:xfrm>
            <a:off x="1443567" y="1773238"/>
            <a:ext cx="10029565" cy="1655762"/>
          </a:xfrm>
        </p:spPr>
        <p:txBody>
          <a:bodyPr anchor="b" anchorCtr="0">
            <a:noAutofit/>
          </a:bodyPr>
          <a:lstStyle>
            <a:lvl1pPr algn="l">
              <a:defRPr sz="4000" b="1" baseline="0">
                <a:solidFill>
                  <a:srgbClr val="1F5CA9"/>
                </a:solidFill>
                <a:latin typeface="K2D" panose="00000500000000000000" pitchFamily="2" charset="-34"/>
              </a:defRPr>
            </a:lvl1pPr>
          </a:lstStyle>
          <a:p>
            <a:r>
              <a:rPr lang="en-US"/>
              <a:t>Tiêu đề chính</a:t>
            </a:r>
            <a:endParaRPr lang="en-US" dirty="0"/>
          </a:p>
        </p:txBody>
      </p:sp>
      <p:sp>
        <p:nvSpPr>
          <p:cNvPr id="18" name="Subtitle 2"/>
          <p:cNvSpPr>
            <a:spLocks noGrp="1"/>
          </p:cNvSpPr>
          <p:nvPr userDrawn="1">
            <p:ph type="subTitle" idx="1" hasCustomPrompt="1"/>
          </p:nvPr>
        </p:nvSpPr>
        <p:spPr>
          <a:xfrm>
            <a:off x="1443566" y="3428999"/>
            <a:ext cx="10029565" cy="796491"/>
          </a:xfrm>
        </p:spPr>
        <p:txBody>
          <a:bodyPr anchor="t" anchorCtr="0">
            <a:normAutofit/>
          </a:bodyPr>
          <a:lstStyle>
            <a:lvl1pPr marL="0" indent="0" algn="l">
              <a:buNone/>
              <a:defRPr sz="3200" baseline="0">
                <a:solidFill>
                  <a:srgbClr val="00AFEF"/>
                </a:solidFill>
                <a:latin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Tiêu đề phụ</a:t>
            </a:r>
            <a:endParaRPr lang="en-US" dirty="0"/>
          </a:p>
        </p:txBody>
      </p:sp>
      <p:pic>
        <p:nvPicPr>
          <p:cNvPr id="30" name="Picture 2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51466" y="2942152"/>
            <a:ext cx="292100" cy="292100"/>
          </a:xfrm>
          <a:prstGeom prst="rect">
            <a:avLst/>
          </a:prstGeom>
        </p:spPr>
      </p:pic>
      <p:pic>
        <p:nvPicPr>
          <p:cNvPr id="15" name="Picture 14"/>
          <p:cNvPicPr>
            <a:picLocks noChangeAspect="1"/>
          </p:cNvPicPr>
          <p:nvPr userDrawn="1"/>
        </p:nvPicPr>
        <p:blipFill>
          <a:blip r:embed="rId3"/>
          <a:stretch>
            <a:fillRect/>
          </a:stretch>
        </p:blipFill>
        <p:spPr>
          <a:xfrm>
            <a:off x="11987783" y="93587"/>
            <a:ext cx="107165" cy="107007"/>
          </a:xfrm>
          <a:prstGeom prst="rect">
            <a:avLst/>
          </a:prstGeom>
        </p:spPr>
      </p:pic>
      <p:sp>
        <p:nvSpPr>
          <p:cNvPr id="2" name="Slide Number Placeholder 5">
            <a:extLst>
              <a:ext uri="{FF2B5EF4-FFF2-40B4-BE49-F238E27FC236}">
                <a16:creationId xmlns:a16="http://schemas.microsoft.com/office/drawing/2014/main" id="{23CFF9A2-77A5-DDEE-8CD5-81FBB071FF69}"/>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3" name="Rectangle 2">
            <a:extLst>
              <a:ext uri="{FF2B5EF4-FFF2-40B4-BE49-F238E27FC236}">
                <a16:creationId xmlns:a16="http://schemas.microsoft.com/office/drawing/2014/main" id="{00E020D5-F981-3E97-FE5E-ADF3F5D5D67B}"/>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4" name="Rectangle 3">
            <a:extLst>
              <a:ext uri="{FF2B5EF4-FFF2-40B4-BE49-F238E27FC236}">
                <a16:creationId xmlns:a16="http://schemas.microsoft.com/office/drawing/2014/main" id="{AE6F97B9-1D92-F527-C77C-03A8413842FA}"/>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5" name="Slide Number Placeholder 5">
            <a:extLst>
              <a:ext uri="{FF2B5EF4-FFF2-40B4-BE49-F238E27FC236}">
                <a16:creationId xmlns:a16="http://schemas.microsoft.com/office/drawing/2014/main" id="{E461B76C-9BE8-353C-CE4F-D68CC621DEA4}"/>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6" name="Group 5">
            <a:extLst>
              <a:ext uri="{FF2B5EF4-FFF2-40B4-BE49-F238E27FC236}">
                <a16:creationId xmlns:a16="http://schemas.microsoft.com/office/drawing/2014/main" id="{4BD53315-09D7-5756-C6C6-55FFDDCFE138}"/>
              </a:ext>
            </a:extLst>
          </p:cNvPr>
          <p:cNvGrpSpPr/>
          <p:nvPr userDrawn="1"/>
        </p:nvGrpSpPr>
        <p:grpSpPr>
          <a:xfrm>
            <a:off x="817685" y="6410864"/>
            <a:ext cx="2760487" cy="403790"/>
            <a:chOff x="741485" y="6410864"/>
            <a:chExt cx="2760487" cy="403790"/>
          </a:xfrm>
        </p:grpSpPr>
        <p:sp>
          <p:nvSpPr>
            <p:cNvPr id="7" name="TextBox 6">
              <a:extLst>
                <a:ext uri="{FF2B5EF4-FFF2-40B4-BE49-F238E27FC236}">
                  <a16:creationId xmlns:a16="http://schemas.microsoft.com/office/drawing/2014/main" id="{5DA79C1E-4CE5-9C79-D05A-E661FD9C1020}"/>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8" name="TextBox 7">
              <a:extLst>
                <a:ext uri="{FF2B5EF4-FFF2-40B4-BE49-F238E27FC236}">
                  <a16:creationId xmlns:a16="http://schemas.microsoft.com/office/drawing/2014/main" id="{517A207F-A3E9-4918-9A39-6AFD5C75AE21}"/>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9" name="TextBox 8">
            <a:extLst>
              <a:ext uri="{FF2B5EF4-FFF2-40B4-BE49-F238E27FC236}">
                <a16:creationId xmlns:a16="http://schemas.microsoft.com/office/drawing/2014/main" id="{741CAD55-C718-D746-6C4B-AC27D7F9E3C4}"/>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0" name="Picture 9">
            <a:extLst>
              <a:ext uri="{FF2B5EF4-FFF2-40B4-BE49-F238E27FC236}">
                <a16:creationId xmlns:a16="http://schemas.microsoft.com/office/drawing/2014/main" id="{5652AF38-7C96-9660-E7DF-32022B504063}"/>
              </a:ext>
            </a:extLst>
          </p:cNvPr>
          <p:cNvPicPr>
            <a:picLocks noChangeAspect="1"/>
          </p:cNvPicPr>
          <p:nvPr userDrawn="1"/>
        </p:nvPicPr>
        <p:blipFill>
          <a:blip r:embed="rId4"/>
          <a:stretch>
            <a:fillRect/>
          </a:stretch>
        </p:blipFill>
        <p:spPr>
          <a:xfrm>
            <a:off x="2583391" y="6481985"/>
            <a:ext cx="9339545" cy="118261"/>
          </a:xfrm>
          <a:prstGeom prst="rect">
            <a:avLst/>
          </a:prstGeom>
        </p:spPr>
      </p:pic>
      <p:sp>
        <p:nvSpPr>
          <p:cNvPr id="11" name="Date Placeholder 3">
            <a:extLst>
              <a:ext uri="{FF2B5EF4-FFF2-40B4-BE49-F238E27FC236}">
                <a16:creationId xmlns:a16="http://schemas.microsoft.com/office/drawing/2014/main" id="{998B8E65-85EA-EDA7-0D26-FAB09CE576A7}"/>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4/24/2026</a:t>
            </a:fld>
            <a:endParaRPr lang="en-US"/>
          </a:p>
        </p:txBody>
      </p:sp>
      <p:sp>
        <p:nvSpPr>
          <p:cNvPr id="12" name="Footer Placeholder 4">
            <a:extLst>
              <a:ext uri="{FF2B5EF4-FFF2-40B4-BE49-F238E27FC236}">
                <a16:creationId xmlns:a16="http://schemas.microsoft.com/office/drawing/2014/main" id="{E6AC2544-66BB-6379-48DA-83F16247F12D}"/>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36984924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Blue Background">
    <p:bg>
      <p:bgPr>
        <a:solidFill>
          <a:srgbClr val="00B0F0"/>
        </a:solidFill>
        <a:effectLst/>
      </p:bgPr>
    </p:bg>
    <p:spTree>
      <p:nvGrpSpPr>
        <p:cNvPr id="1" name=""/>
        <p:cNvGrpSpPr/>
        <p:nvPr/>
      </p:nvGrpSpPr>
      <p:grpSpPr>
        <a:xfrm>
          <a:off x="0" y="0"/>
          <a:ext cx="0" cy="0"/>
          <a:chOff x="0" y="0"/>
          <a:chExt cx="0" cy="0"/>
        </a:xfrm>
      </p:grpSpPr>
      <p:sp>
        <p:nvSpPr>
          <p:cNvPr id="19" name="Title 1"/>
          <p:cNvSpPr>
            <a:spLocks noGrp="1"/>
          </p:cNvSpPr>
          <p:nvPr>
            <p:ph type="ctrTitle" hasCustomPrompt="1"/>
          </p:nvPr>
        </p:nvSpPr>
        <p:spPr>
          <a:xfrm>
            <a:off x="1443567" y="1773238"/>
            <a:ext cx="10029565" cy="1655762"/>
          </a:xfrm>
        </p:spPr>
        <p:txBody>
          <a:bodyPr anchor="b" anchorCtr="0">
            <a:noAutofit/>
          </a:bodyPr>
          <a:lstStyle>
            <a:lvl1pPr algn="l">
              <a:defRPr sz="4000" b="1" baseline="0">
                <a:solidFill>
                  <a:schemeClr val="bg1"/>
                </a:solidFill>
                <a:latin typeface="K2D" panose="00000500000000000000" pitchFamily="2" charset="-34"/>
              </a:defRPr>
            </a:lvl1pPr>
          </a:lstStyle>
          <a:p>
            <a:r>
              <a:rPr lang="en-US"/>
              <a:t>Tiêu đề chính</a:t>
            </a:r>
            <a:endParaRPr lang="en-US" dirty="0"/>
          </a:p>
        </p:txBody>
      </p:sp>
      <p:sp>
        <p:nvSpPr>
          <p:cNvPr id="20" name="Subtitle 2"/>
          <p:cNvSpPr>
            <a:spLocks noGrp="1"/>
          </p:cNvSpPr>
          <p:nvPr>
            <p:ph type="subTitle" idx="1" hasCustomPrompt="1"/>
          </p:nvPr>
        </p:nvSpPr>
        <p:spPr>
          <a:xfrm>
            <a:off x="1443566" y="3428999"/>
            <a:ext cx="10029565" cy="796491"/>
          </a:xfrm>
        </p:spPr>
        <p:txBody>
          <a:bodyPr anchor="t" anchorCtr="0">
            <a:normAutofit/>
          </a:bodyPr>
          <a:lstStyle>
            <a:lvl1pPr marL="0" indent="0" algn="l">
              <a:buNone/>
              <a:defRPr sz="3200" baseline="0">
                <a:solidFill>
                  <a:schemeClr val="bg1"/>
                </a:solidFill>
                <a:latin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Tiêu đề phụ</a:t>
            </a:r>
            <a:endParaRPr lang="en-US" dirty="0"/>
          </a:p>
        </p:txBody>
      </p:sp>
      <p:pic>
        <p:nvPicPr>
          <p:cNvPr id="27" name="Picture 2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9066" y="2914650"/>
            <a:ext cx="364657" cy="364657"/>
          </a:xfrm>
          <a:prstGeom prst="rect">
            <a:avLst/>
          </a:prstGeom>
        </p:spPr>
      </p:pic>
      <p:grpSp>
        <p:nvGrpSpPr>
          <p:cNvPr id="2" name="Group 1">
            <a:extLst>
              <a:ext uri="{FF2B5EF4-FFF2-40B4-BE49-F238E27FC236}">
                <a16:creationId xmlns:a16="http://schemas.microsoft.com/office/drawing/2014/main" id="{D0407ADE-1691-B221-3DBE-A0668F67DFAD}"/>
              </a:ext>
            </a:extLst>
          </p:cNvPr>
          <p:cNvGrpSpPr/>
          <p:nvPr userDrawn="1"/>
        </p:nvGrpSpPr>
        <p:grpSpPr>
          <a:xfrm rot="5400000" flipH="1">
            <a:off x="11994349" y="89858"/>
            <a:ext cx="108319" cy="107166"/>
            <a:chOff x="9886950" y="442913"/>
            <a:chExt cx="216694" cy="214386"/>
          </a:xfrm>
        </p:grpSpPr>
        <p:sp>
          <p:nvSpPr>
            <p:cNvPr id="3" name="Rectangle: Rounded Corners 2">
              <a:extLst>
                <a:ext uri="{FF2B5EF4-FFF2-40B4-BE49-F238E27FC236}">
                  <a16:creationId xmlns:a16="http://schemas.microsoft.com/office/drawing/2014/main" id="{D34C1E1A-F6EE-479B-62C5-AAA2AF44D763}"/>
                </a:ext>
              </a:extLst>
            </p:cNvPr>
            <p:cNvSpPr/>
            <p:nvPr userDrawn="1"/>
          </p:nvSpPr>
          <p:spPr>
            <a:xfrm>
              <a:off x="9886950" y="442913"/>
              <a:ext cx="97631" cy="97631"/>
            </a:xfrm>
            <a:prstGeom prst="round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Rounded Corners 3">
              <a:extLst>
                <a:ext uri="{FF2B5EF4-FFF2-40B4-BE49-F238E27FC236}">
                  <a16:creationId xmlns:a16="http://schemas.microsoft.com/office/drawing/2014/main" id="{0CF4A6C1-BB6F-E2E1-2B44-FAD2A1B1382F}"/>
                </a:ext>
              </a:extLst>
            </p:cNvPr>
            <p:cNvSpPr/>
            <p:nvPr userDrawn="1"/>
          </p:nvSpPr>
          <p:spPr>
            <a:xfrm>
              <a:off x="10006013" y="559668"/>
              <a:ext cx="97631" cy="97631"/>
            </a:xfrm>
            <a:prstGeom prst="round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2C836B12-C2E7-7458-8EEF-C0E54C0712FC}"/>
                </a:ext>
              </a:extLst>
            </p:cNvPr>
            <p:cNvSpPr/>
            <p:nvPr userDrawn="1"/>
          </p:nvSpPr>
          <p:spPr>
            <a:xfrm>
              <a:off x="10006013" y="442913"/>
              <a:ext cx="97631" cy="97631"/>
            </a:xfrm>
            <a:prstGeom prst="roundRect">
              <a:avLst/>
            </a:prstGeom>
            <a:solidFill>
              <a:srgbClr val="CC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6" name="Picture 5">
            <a:extLst>
              <a:ext uri="{FF2B5EF4-FFF2-40B4-BE49-F238E27FC236}">
                <a16:creationId xmlns:a16="http://schemas.microsoft.com/office/drawing/2014/main" id="{702B1A35-3625-44F2-B450-96259B3697C6}"/>
              </a:ext>
            </a:extLst>
          </p:cNvPr>
          <p:cNvPicPr>
            <a:picLocks noChangeAspect="1"/>
          </p:cNvPicPr>
          <p:nvPr userDrawn="1"/>
        </p:nvPicPr>
        <p:blipFill>
          <a:blip r:embed="rId3"/>
          <a:stretch>
            <a:fillRect/>
          </a:stretch>
        </p:blipFill>
        <p:spPr>
          <a:xfrm>
            <a:off x="2599612" y="6488270"/>
            <a:ext cx="9336024" cy="118110"/>
          </a:xfrm>
          <a:prstGeom prst="rect">
            <a:avLst/>
          </a:prstGeom>
        </p:spPr>
      </p:pic>
      <p:sp>
        <p:nvSpPr>
          <p:cNvPr id="7" name="Slide Number Placeholder 5">
            <a:extLst>
              <a:ext uri="{FF2B5EF4-FFF2-40B4-BE49-F238E27FC236}">
                <a16:creationId xmlns:a16="http://schemas.microsoft.com/office/drawing/2014/main" id="{DE497A08-099F-1B3E-194B-4232B1D060A8}"/>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8" name="Rectangle 7">
            <a:extLst>
              <a:ext uri="{FF2B5EF4-FFF2-40B4-BE49-F238E27FC236}">
                <a16:creationId xmlns:a16="http://schemas.microsoft.com/office/drawing/2014/main" id="{3D5BAB25-FCB5-FAAB-5765-8D4ACA9B2625}"/>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9" name="Rectangle 8">
            <a:extLst>
              <a:ext uri="{FF2B5EF4-FFF2-40B4-BE49-F238E27FC236}">
                <a16:creationId xmlns:a16="http://schemas.microsoft.com/office/drawing/2014/main" id="{9B09F01B-7545-EE0B-CCDB-EA38604EB38F}"/>
              </a:ext>
            </a:extLst>
          </p:cNvPr>
          <p:cNvSpPr/>
          <p:nvPr userDrawn="1"/>
        </p:nvSpPr>
        <p:spPr>
          <a:xfrm>
            <a:off x="11577955" y="6548263"/>
            <a:ext cx="340536" cy="17037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10" name="Slide Number Placeholder 5">
            <a:extLst>
              <a:ext uri="{FF2B5EF4-FFF2-40B4-BE49-F238E27FC236}">
                <a16:creationId xmlns:a16="http://schemas.microsoft.com/office/drawing/2014/main" id="{90B09E43-1817-D52E-1B93-2D03B69FBBF9}"/>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11" name="Group 10">
            <a:extLst>
              <a:ext uri="{FF2B5EF4-FFF2-40B4-BE49-F238E27FC236}">
                <a16:creationId xmlns:a16="http://schemas.microsoft.com/office/drawing/2014/main" id="{E340A8E4-7C5F-7F57-1FD7-2B62EB3A0CAC}"/>
              </a:ext>
            </a:extLst>
          </p:cNvPr>
          <p:cNvGrpSpPr/>
          <p:nvPr userDrawn="1"/>
        </p:nvGrpSpPr>
        <p:grpSpPr>
          <a:xfrm>
            <a:off x="817685" y="6410864"/>
            <a:ext cx="2760487" cy="403790"/>
            <a:chOff x="741485" y="6410864"/>
            <a:chExt cx="2760487" cy="403790"/>
          </a:xfrm>
        </p:grpSpPr>
        <p:sp>
          <p:nvSpPr>
            <p:cNvPr id="12" name="TextBox 11">
              <a:extLst>
                <a:ext uri="{FF2B5EF4-FFF2-40B4-BE49-F238E27FC236}">
                  <a16:creationId xmlns:a16="http://schemas.microsoft.com/office/drawing/2014/main" id="{31401AA1-7975-3594-DC27-3B15A19D2BF9}"/>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chemeClr val="bg1"/>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chemeClr val="bg1"/>
                </a:solidFill>
                <a:effectLst/>
                <a:uLnTx/>
                <a:uFillTx/>
                <a:latin typeface="Readex Pro" pitchFamily="2" charset="-78"/>
                <a:ea typeface="+mn-ea"/>
                <a:cs typeface="+mn-cs"/>
              </a:endParaRPr>
            </a:p>
          </p:txBody>
        </p:sp>
        <p:sp>
          <p:nvSpPr>
            <p:cNvPr id="13" name="TextBox 12">
              <a:extLst>
                <a:ext uri="{FF2B5EF4-FFF2-40B4-BE49-F238E27FC236}">
                  <a16:creationId xmlns:a16="http://schemas.microsoft.com/office/drawing/2014/main" id="{786A1549-5E94-2A55-30E3-4C7A2D1E8077}"/>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chemeClr val="bg1"/>
                  </a:solidFill>
                  <a:latin typeface="K2D" panose="00000500000000000000" pitchFamily="2" charset="-34"/>
                </a:rPr>
                <a:t>ĐẠI HỌC CẦN THƠ</a:t>
              </a:r>
              <a:endParaRPr lang="en-US" sz="1400" b="1">
                <a:solidFill>
                  <a:schemeClr val="bg1"/>
                </a:solidFill>
                <a:latin typeface="K2D" panose="00000500000000000000" pitchFamily="2" charset="-34"/>
              </a:endParaRPr>
            </a:p>
          </p:txBody>
        </p:sp>
      </p:grpSp>
      <p:sp>
        <p:nvSpPr>
          <p:cNvPr id="14" name="TextBox 13">
            <a:extLst>
              <a:ext uri="{FF2B5EF4-FFF2-40B4-BE49-F238E27FC236}">
                <a16:creationId xmlns:a16="http://schemas.microsoft.com/office/drawing/2014/main" id="{4698C5B0-03A7-5383-3EC8-3710BCD55816}"/>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chemeClr val="bg1"/>
                </a:solidFill>
                <a:latin typeface="K2D" panose="00000500000000000000" pitchFamily="2" charset="-34"/>
                <a:cs typeface="Readex Pro" pitchFamily="2" charset="-78"/>
              </a:rPr>
              <a:t>www.ctu.edu.vn</a:t>
            </a:r>
          </a:p>
        </p:txBody>
      </p:sp>
      <p:sp>
        <p:nvSpPr>
          <p:cNvPr id="22" name="Date Placeholder 3">
            <a:extLst>
              <a:ext uri="{FF2B5EF4-FFF2-40B4-BE49-F238E27FC236}">
                <a16:creationId xmlns:a16="http://schemas.microsoft.com/office/drawing/2014/main" id="{EE419B5B-7A9D-F950-9502-52863B417140}"/>
              </a:ext>
            </a:extLst>
          </p:cNvPr>
          <p:cNvSpPr>
            <a:spLocks noGrp="1"/>
          </p:cNvSpPr>
          <p:nvPr>
            <p:ph type="dt" sz="half" idx="10"/>
          </p:nvPr>
        </p:nvSpPr>
        <p:spPr>
          <a:xfrm>
            <a:off x="1218484" y="6548263"/>
            <a:ext cx="2381966" cy="365125"/>
          </a:xfrm>
        </p:spPr>
        <p:txBody>
          <a:bodyPr/>
          <a:lstStyle>
            <a:lvl1pPr algn="r">
              <a:defRPr b="1">
                <a:solidFill>
                  <a:schemeClr val="bg1"/>
                </a:solidFill>
                <a:latin typeface="K2D" panose="00000500000000000000" pitchFamily="2" charset="-34"/>
              </a:defRPr>
            </a:lvl1pPr>
          </a:lstStyle>
          <a:p>
            <a:fld id="{D86B3AB3-BDCC-41BF-8781-963E853753C3}" type="datetime1">
              <a:rPr lang="en-US" smtClean="0"/>
              <a:pPr/>
              <a:t>4/24/2026</a:t>
            </a:fld>
            <a:endParaRPr lang="en-US"/>
          </a:p>
        </p:txBody>
      </p:sp>
      <p:sp>
        <p:nvSpPr>
          <p:cNvPr id="23" name="Footer Placeholder 4">
            <a:extLst>
              <a:ext uri="{FF2B5EF4-FFF2-40B4-BE49-F238E27FC236}">
                <a16:creationId xmlns:a16="http://schemas.microsoft.com/office/drawing/2014/main" id="{04DAFEAD-AB29-262E-41C9-C3201759FA1A}"/>
              </a:ext>
            </a:extLst>
          </p:cNvPr>
          <p:cNvSpPr>
            <a:spLocks noGrp="1"/>
          </p:cNvSpPr>
          <p:nvPr>
            <p:ph type="ftr" sz="quarter" idx="11"/>
          </p:nvPr>
        </p:nvSpPr>
        <p:spPr>
          <a:xfrm>
            <a:off x="4038600" y="6548263"/>
            <a:ext cx="4114800" cy="365125"/>
          </a:xfrm>
        </p:spPr>
        <p:txBody>
          <a:bodyPr/>
          <a:lstStyle>
            <a:lvl1pPr algn="l">
              <a:defRPr b="1">
                <a:solidFill>
                  <a:schemeClr val="bg1"/>
                </a:solidFill>
                <a:latin typeface="K2D" panose="00000500000000000000" pitchFamily="2" charset="-34"/>
              </a:defRPr>
            </a:lvl1pPr>
          </a:lstStyle>
          <a:p>
            <a:endParaRPr lang="en-US"/>
          </a:p>
        </p:txBody>
      </p:sp>
    </p:spTree>
    <p:extLst>
      <p:ext uri="{BB962C8B-B14F-4D97-AF65-F5344CB8AC3E}">
        <p14:creationId xmlns:p14="http://schemas.microsoft.com/office/powerpoint/2010/main" val="40504453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152005"/>
            <a:ext cx="10515600" cy="1325563"/>
          </a:xfrm>
        </p:spPr>
        <p:txBody>
          <a:bodyPr>
            <a:normAutofit/>
          </a:bodyPr>
          <a:lstStyle>
            <a:lvl1pPr>
              <a:defRPr lang="en-US" sz="3600" b="1" kern="1200" baseline="0" dirty="0" smtClean="0">
                <a:solidFill>
                  <a:srgbClr val="0070C0"/>
                </a:solidFill>
                <a:latin typeface="K2D" panose="00000500000000000000" pitchFamily="2" charset="-34"/>
                <a:ea typeface="+mj-ea"/>
                <a:cs typeface="+mj-cs"/>
              </a:defRPr>
            </a:lvl1pPr>
          </a:lstStyle>
          <a:p>
            <a:r>
              <a:rPr lang="en-US"/>
              <a:t>Tiêu đề</a:t>
            </a:r>
            <a:endParaRPr lang="en-US" dirty="0"/>
          </a:p>
        </p:txBody>
      </p:sp>
      <p:sp>
        <p:nvSpPr>
          <p:cNvPr id="3" name="Content Placeholder 2"/>
          <p:cNvSpPr>
            <a:spLocks noGrp="1"/>
          </p:cNvSpPr>
          <p:nvPr>
            <p:ph idx="1" hasCustomPrompt="1"/>
          </p:nvPr>
        </p:nvSpPr>
        <p:spPr/>
        <p:txBody>
          <a:bodyPr>
            <a:normAutofit/>
          </a:bodyPr>
          <a:lstStyle>
            <a:lvl1pPr marL="0" indent="0" algn="just">
              <a:lnSpc>
                <a:spcPct val="100000"/>
              </a:lnSpc>
              <a:spcBef>
                <a:spcPts val="1200"/>
              </a:spcBef>
              <a:buNone/>
              <a:defRPr sz="2400">
                <a:latin typeface="Readex Pro" pitchFamily="2" charset="-78"/>
                <a:cs typeface="Readex Pro" pitchFamily="2" charset="-78"/>
              </a:defRPr>
            </a:lvl1pPr>
            <a:lvl2pPr marL="457200" indent="0" algn="just">
              <a:lnSpc>
                <a:spcPct val="100000"/>
              </a:lnSpc>
              <a:buNone/>
              <a:defRPr sz="2400">
                <a:latin typeface="Readex Pro" pitchFamily="2" charset="-78"/>
                <a:cs typeface="Readex Pro" pitchFamily="2" charset="-78"/>
              </a:defRPr>
            </a:lvl2pPr>
            <a:lvl3pPr marL="914400" indent="0" algn="just">
              <a:lnSpc>
                <a:spcPct val="100000"/>
              </a:lnSpc>
              <a:buNone/>
              <a:defRPr sz="2000">
                <a:latin typeface="Readex Pro" pitchFamily="2" charset="-78"/>
                <a:cs typeface="Readex Pro" pitchFamily="2" charset="-78"/>
              </a:defRPr>
            </a:lvl3pPr>
            <a:lvl4pPr marL="1371600" indent="0" algn="just">
              <a:lnSpc>
                <a:spcPct val="100000"/>
              </a:lnSpc>
              <a:buNone/>
              <a:defRPr sz="1800">
                <a:latin typeface="Readex Pro" pitchFamily="2" charset="-78"/>
                <a:cs typeface="Readex Pro" pitchFamily="2" charset="-78"/>
              </a:defRPr>
            </a:lvl4pPr>
            <a:lvl5pPr marL="1828800" indent="0" algn="just">
              <a:lnSpc>
                <a:spcPct val="100000"/>
              </a:lnSpc>
              <a:buNone/>
              <a:defRPr sz="1800">
                <a:latin typeface="Readex Pro" pitchFamily="2" charset="-78"/>
                <a:cs typeface="Readex Pro" pitchFamily="2" charset="-78"/>
              </a:defRPr>
            </a:lvl5pPr>
          </a:lstStyle>
          <a:p>
            <a:pPr lvl="0"/>
            <a:r>
              <a:rPr lang="en-US"/>
              <a:t>Nội dung</a:t>
            </a:r>
            <a:endParaRPr lang="en-US" dirty="0"/>
          </a:p>
        </p:txBody>
      </p:sp>
      <p:pic>
        <p:nvPicPr>
          <p:cNvPr id="25" name="Picture 2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78656" y="656757"/>
            <a:ext cx="292100" cy="292100"/>
          </a:xfrm>
          <a:prstGeom prst="rect">
            <a:avLst/>
          </a:prstGeom>
        </p:spPr>
      </p:pic>
      <p:pic>
        <p:nvPicPr>
          <p:cNvPr id="20" name="Picture 19"/>
          <p:cNvPicPr>
            <a:picLocks noChangeAspect="1"/>
          </p:cNvPicPr>
          <p:nvPr userDrawn="1"/>
        </p:nvPicPr>
        <p:blipFill>
          <a:blip r:embed="rId3"/>
          <a:stretch>
            <a:fillRect/>
          </a:stretch>
        </p:blipFill>
        <p:spPr>
          <a:xfrm>
            <a:off x="11987783" y="93587"/>
            <a:ext cx="107165" cy="107007"/>
          </a:xfrm>
          <a:prstGeom prst="rect">
            <a:avLst/>
          </a:prstGeom>
        </p:spPr>
      </p:pic>
      <p:sp>
        <p:nvSpPr>
          <p:cNvPr id="4" name="Slide Number Placeholder 5">
            <a:extLst>
              <a:ext uri="{FF2B5EF4-FFF2-40B4-BE49-F238E27FC236}">
                <a16:creationId xmlns:a16="http://schemas.microsoft.com/office/drawing/2014/main" id="{9DEB5E8B-9D80-CFB1-EDED-87ECE2CB2B8A}"/>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5" name="Rectangle 4">
            <a:extLst>
              <a:ext uri="{FF2B5EF4-FFF2-40B4-BE49-F238E27FC236}">
                <a16:creationId xmlns:a16="http://schemas.microsoft.com/office/drawing/2014/main" id="{85F6291E-292F-647B-E93F-CCF3BD97EF41}"/>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6" name="Rectangle 5">
            <a:extLst>
              <a:ext uri="{FF2B5EF4-FFF2-40B4-BE49-F238E27FC236}">
                <a16:creationId xmlns:a16="http://schemas.microsoft.com/office/drawing/2014/main" id="{F972A86A-A3D6-70DE-0206-BB773A444275}"/>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7" name="Slide Number Placeholder 5">
            <a:extLst>
              <a:ext uri="{FF2B5EF4-FFF2-40B4-BE49-F238E27FC236}">
                <a16:creationId xmlns:a16="http://schemas.microsoft.com/office/drawing/2014/main" id="{CAF733AF-6C3E-C1DE-BF08-4108C35CB058}"/>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8" name="Group 7">
            <a:extLst>
              <a:ext uri="{FF2B5EF4-FFF2-40B4-BE49-F238E27FC236}">
                <a16:creationId xmlns:a16="http://schemas.microsoft.com/office/drawing/2014/main" id="{CAB7700C-E55C-27FB-89BF-E9B044E9EC33}"/>
              </a:ext>
            </a:extLst>
          </p:cNvPr>
          <p:cNvGrpSpPr/>
          <p:nvPr userDrawn="1"/>
        </p:nvGrpSpPr>
        <p:grpSpPr>
          <a:xfrm>
            <a:off x="817685" y="6410864"/>
            <a:ext cx="2760487" cy="403790"/>
            <a:chOff x="741485" y="6410864"/>
            <a:chExt cx="2760487" cy="403790"/>
          </a:xfrm>
        </p:grpSpPr>
        <p:sp>
          <p:nvSpPr>
            <p:cNvPr id="9" name="TextBox 8">
              <a:extLst>
                <a:ext uri="{FF2B5EF4-FFF2-40B4-BE49-F238E27FC236}">
                  <a16:creationId xmlns:a16="http://schemas.microsoft.com/office/drawing/2014/main" id="{8A9A2E08-C471-6D85-4D71-8B7583F204FA}"/>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10" name="TextBox 9">
              <a:extLst>
                <a:ext uri="{FF2B5EF4-FFF2-40B4-BE49-F238E27FC236}">
                  <a16:creationId xmlns:a16="http://schemas.microsoft.com/office/drawing/2014/main" id="{A08275F7-17A7-2357-D01F-B5A5E3884CF3}"/>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11" name="TextBox 10">
            <a:extLst>
              <a:ext uri="{FF2B5EF4-FFF2-40B4-BE49-F238E27FC236}">
                <a16:creationId xmlns:a16="http://schemas.microsoft.com/office/drawing/2014/main" id="{BBC96F8B-987B-47C3-DC48-3B2EC5C98BF8}"/>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2" name="Picture 11">
            <a:extLst>
              <a:ext uri="{FF2B5EF4-FFF2-40B4-BE49-F238E27FC236}">
                <a16:creationId xmlns:a16="http://schemas.microsoft.com/office/drawing/2014/main" id="{AB7A3534-0713-475D-C6A5-307770CE20B0}"/>
              </a:ext>
            </a:extLst>
          </p:cNvPr>
          <p:cNvPicPr>
            <a:picLocks noChangeAspect="1"/>
          </p:cNvPicPr>
          <p:nvPr userDrawn="1"/>
        </p:nvPicPr>
        <p:blipFill>
          <a:blip r:embed="rId4"/>
          <a:stretch>
            <a:fillRect/>
          </a:stretch>
        </p:blipFill>
        <p:spPr>
          <a:xfrm>
            <a:off x="2583391" y="6481985"/>
            <a:ext cx="9339545" cy="118261"/>
          </a:xfrm>
          <a:prstGeom prst="rect">
            <a:avLst/>
          </a:prstGeom>
        </p:spPr>
      </p:pic>
      <p:sp>
        <p:nvSpPr>
          <p:cNvPr id="13" name="Date Placeholder 3">
            <a:extLst>
              <a:ext uri="{FF2B5EF4-FFF2-40B4-BE49-F238E27FC236}">
                <a16:creationId xmlns:a16="http://schemas.microsoft.com/office/drawing/2014/main" id="{7EB70784-4611-F5A4-7D58-DD378AF3F6A9}"/>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4/24/2026</a:t>
            </a:fld>
            <a:endParaRPr lang="en-US"/>
          </a:p>
        </p:txBody>
      </p:sp>
      <p:sp>
        <p:nvSpPr>
          <p:cNvPr id="14" name="Footer Placeholder 4">
            <a:extLst>
              <a:ext uri="{FF2B5EF4-FFF2-40B4-BE49-F238E27FC236}">
                <a16:creationId xmlns:a16="http://schemas.microsoft.com/office/drawing/2014/main" id="{87628174-E628-DF34-7A10-83FDFC5D11EA}"/>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29461312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with logo">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152005"/>
            <a:ext cx="10515600" cy="1325563"/>
          </a:xfrm>
        </p:spPr>
        <p:txBody>
          <a:bodyPr>
            <a:normAutofit/>
          </a:bodyPr>
          <a:lstStyle>
            <a:lvl1pPr>
              <a:defRPr lang="en-US" sz="3600" b="1" kern="1200" baseline="0" dirty="0" smtClean="0">
                <a:solidFill>
                  <a:srgbClr val="0070C0"/>
                </a:solidFill>
                <a:latin typeface="K2D" panose="00000500000000000000" pitchFamily="2" charset="-34"/>
                <a:ea typeface="+mj-ea"/>
                <a:cs typeface="+mj-cs"/>
              </a:defRPr>
            </a:lvl1pPr>
          </a:lstStyle>
          <a:p>
            <a:r>
              <a:rPr lang="en-US"/>
              <a:t>Tiêu đề</a:t>
            </a:r>
            <a:endParaRPr lang="en-US" dirty="0"/>
          </a:p>
        </p:txBody>
      </p:sp>
      <p:sp>
        <p:nvSpPr>
          <p:cNvPr id="3" name="Content Placeholder 2"/>
          <p:cNvSpPr>
            <a:spLocks noGrp="1"/>
          </p:cNvSpPr>
          <p:nvPr>
            <p:ph idx="1" hasCustomPrompt="1"/>
          </p:nvPr>
        </p:nvSpPr>
        <p:spPr/>
        <p:txBody>
          <a:bodyPr>
            <a:normAutofit/>
          </a:bodyPr>
          <a:lstStyle>
            <a:lvl1pPr marL="0" indent="0" algn="just">
              <a:lnSpc>
                <a:spcPct val="100000"/>
              </a:lnSpc>
              <a:spcBef>
                <a:spcPts val="1200"/>
              </a:spcBef>
              <a:buNone/>
              <a:defRPr sz="2400">
                <a:latin typeface="Readex Pro" pitchFamily="2" charset="-78"/>
                <a:cs typeface="Readex Pro" pitchFamily="2" charset="-78"/>
              </a:defRPr>
            </a:lvl1pPr>
            <a:lvl2pPr marL="457200" indent="0" algn="just">
              <a:lnSpc>
                <a:spcPct val="100000"/>
              </a:lnSpc>
              <a:buNone/>
              <a:defRPr sz="2400">
                <a:latin typeface="Readex Pro" pitchFamily="2" charset="-78"/>
                <a:cs typeface="Readex Pro" pitchFamily="2" charset="-78"/>
              </a:defRPr>
            </a:lvl2pPr>
            <a:lvl3pPr marL="914400" indent="0" algn="just">
              <a:lnSpc>
                <a:spcPct val="100000"/>
              </a:lnSpc>
              <a:buNone/>
              <a:defRPr sz="2000">
                <a:latin typeface="Readex Pro" pitchFamily="2" charset="-78"/>
                <a:cs typeface="Readex Pro" pitchFamily="2" charset="-78"/>
              </a:defRPr>
            </a:lvl3pPr>
            <a:lvl4pPr marL="1371600" indent="0" algn="just">
              <a:lnSpc>
                <a:spcPct val="100000"/>
              </a:lnSpc>
              <a:buNone/>
              <a:defRPr sz="1800">
                <a:latin typeface="Readex Pro" pitchFamily="2" charset="-78"/>
                <a:cs typeface="Readex Pro" pitchFamily="2" charset="-78"/>
              </a:defRPr>
            </a:lvl4pPr>
            <a:lvl5pPr marL="1828800" indent="0" algn="just">
              <a:lnSpc>
                <a:spcPct val="100000"/>
              </a:lnSpc>
              <a:buNone/>
              <a:defRPr sz="1800">
                <a:latin typeface="Readex Pro" pitchFamily="2" charset="-78"/>
                <a:cs typeface="Readex Pro" pitchFamily="2" charset="-78"/>
              </a:defRPr>
            </a:lvl5pPr>
          </a:lstStyle>
          <a:p>
            <a:pPr lvl="0"/>
            <a:r>
              <a:rPr lang="en-US"/>
              <a:t>Nội dung</a:t>
            </a:r>
            <a:endParaRPr lang="en-US" dirty="0"/>
          </a:p>
        </p:txBody>
      </p:sp>
      <p:pic>
        <p:nvPicPr>
          <p:cNvPr id="13" name="Picture 12">
            <a:extLst>
              <a:ext uri="{FF2B5EF4-FFF2-40B4-BE49-F238E27FC236}">
                <a16:creationId xmlns:a16="http://schemas.microsoft.com/office/drawing/2014/main" id="{16CEE1D6-0A80-8A7D-310B-2F6B434F47E7}"/>
              </a:ext>
            </a:extLst>
          </p:cNvPr>
          <p:cNvPicPr>
            <a:picLocks noChangeAspect="1"/>
          </p:cNvPicPr>
          <p:nvPr userDrawn="1"/>
        </p:nvPicPr>
        <p:blipFill>
          <a:blip r:embed="rId2">
            <a:duotone>
              <a:prstClr val="black"/>
              <a:schemeClr val="tx2">
                <a:tint val="45000"/>
                <a:satMod val="400000"/>
              </a:schemeClr>
            </a:duotone>
            <a:alphaModFix amt="85000"/>
            <a:extLst>
              <a:ext uri="{28A0092B-C50C-407E-A947-70E740481C1C}">
                <a14:useLocalDpi xmlns:a14="http://schemas.microsoft.com/office/drawing/2010/main" val="0"/>
              </a:ext>
            </a:extLst>
          </a:blip>
          <a:stretch>
            <a:fillRect/>
          </a:stretch>
        </p:blipFill>
        <p:spPr>
          <a:xfrm>
            <a:off x="4369124" y="1727802"/>
            <a:ext cx="3453753" cy="3402396"/>
          </a:xfrm>
          <a:prstGeom prst="rect">
            <a:avLst/>
          </a:prstGeom>
        </p:spPr>
      </p:pic>
      <p:pic>
        <p:nvPicPr>
          <p:cNvPr id="25" name="Picture 2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78656" y="656757"/>
            <a:ext cx="292100" cy="292100"/>
          </a:xfrm>
          <a:prstGeom prst="rect">
            <a:avLst/>
          </a:prstGeom>
        </p:spPr>
      </p:pic>
      <p:pic>
        <p:nvPicPr>
          <p:cNvPr id="20" name="Picture 19"/>
          <p:cNvPicPr>
            <a:picLocks noChangeAspect="1"/>
          </p:cNvPicPr>
          <p:nvPr userDrawn="1"/>
        </p:nvPicPr>
        <p:blipFill>
          <a:blip r:embed="rId4"/>
          <a:stretch>
            <a:fillRect/>
          </a:stretch>
        </p:blipFill>
        <p:spPr>
          <a:xfrm>
            <a:off x="11987783" y="93587"/>
            <a:ext cx="107165" cy="107007"/>
          </a:xfrm>
          <a:prstGeom prst="rect">
            <a:avLst/>
          </a:prstGeom>
        </p:spPr>
      </p:pic>
      <p:sp>
        <p:nvSpPr>
          <p:cNvPr id="4" name="Slide Number Placeholder 5">
            <a:extLst>
              <a:ext uri="{FF2B5EF4-FFF2-40B4-BE49-F238E27FC236}">
                <a16:creationId xmlns:a16="http://schemas.microsoft.com/office/drawing/2014/main" id="{CC110D58-C7C9-AD78-555F-33E02058DAFC}"/>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5" name="Rectangle 4">
            <a:extLst>
              <a:ext uri="{FF2B5EF4-FFF2-40B4-BE49-F238E27FC236}">
                <a16:creationId xmlns:a16="http://schemas.microsoft.com/office/drawing/2014/main" id="{AB81B152-BF7B-A150-5A99-2B451EC38D47}"/>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6" name="Rectangle 5">
            <a:extLst>
              <a:ext uri="{FF2B5EF4-FFF2-40B4-BE49-F238E27FC236}">
                <a16:creationId xmlns:a16="http://schemas.microsoft.com/office/drawing/2014/main" id="{5D759768-9879-1B7A-B5FA-0DCEFE74D519}"/>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7" name="Slide Number Placeholder 5">
            <a:extLst>
              <a:ext uri="{FF2B5EF4-FFF2-40B4-BE49-F238E27FC236}">
                <a16:creationId xmlns:a16="http://schemas.microsoft.com/office/drawing/2014/main" id="{A3889155-4A4A-8DED-164F-8A56C00B8F97}"/>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8" name="Group 7">
            <a:extLst>
              <a:ext uri="{FF2B5EF4-FFF2-40B4-BE49-F238E27FC236}">
                <a16:creationId xmlns:a16="http://schemas.microsoft.com/office/drawing/2014/main" id="{35096035-4D5E-EF98-4374-6099861A66F4}"/>
              </a:ext>
            </a:extLst>
          </p:cNvPr>
          <p:cNvGrpSpPr/>
          <p:nvPr userDrawn="1"/>
        </p:nvGrpSpPr>
        <p:grpSpPr>
          <a:xfrm>
            <a:off x="817685" y="6410864"/>
            <a:ext cx="2760487" cy="403790"/>
            <a:chOff x="741485" y="6410864"/>
            <a:chExt cx="2760487" cy="403790"/>
          </a:xfrm>
        </p:grpSpPr>
        <p:sp>
          <p:nvSpPr>
            <p:cNvPr id="9" name="TextBox 8">
              <a:extLst>
                <a:ext uri="{FF2B5EF4-FFF2-40B4-BE49-F238E27FC236}">
                  <a16:creationId xmlns:a16="http://schemas.microsoft.com/office/drawing/2014/main" id="{88792706-2488-D26C-C54B-F6881C86D05F}"/>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10" name="TextBox 9">
              <a:extLst>
                <a:ext uri="{FF2B5EF4-FFF2-40B4-BE49-F238E27FC236}">
                  <a16:creationId xmlns:a16="http://schemas.microsoft.com/office/drawing/2014/main" id="{6F36761B-1C8C-2A9C-97D2-FD722A844AEB}"/>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11" name="TextBox 10">
            <a:extLst>
              <a:ext uri="{FF2B5EF4-FFF2-40B4-BE49-F238E27FC236}">
                <a16:creationId xmlns:a16="http://schemas.microsoft.com/office/drawing/2014/main" id="{EBA4366D-2C0B-5E27-DC28-A877427191AD}"/>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2" name="Picture 11">
            <a:extLst>
              <a:ext uri="{FF2B5EF4-FFF2-40B4-BE49-F238E27FC236}">
                <a16:creationId xmlns:a16="http://schemas.microsoft.com/office/drawing/2014/main" id="{82538E5B-E5A0-69DD-94F0-C506BC4743B8}"/>
              </a:ext>
            </a:extLst>
          </p:cNvPr>
          <p:cNvPicPr>
            <a:picLocks noChangeAspect="1"/>
          </p:cNvPicPr>
          <p:nvPr userDrawn="1"/>
        </p:nvPicPr>
        <p:blipFill>
          <a:blip r:embed="rId5"/>
          <a:stretch>
            <a:fillRect/>
          </a:stretch>
        </p:blipFill>
        <p:spPr>
          <a:xfrm>
            <a:off x="2583391" y="6481985"/>
            <a:ext cx="9339545" cy="118261"/>
          </a:xfrm>
          <a:prstGeom prst="rect">
            <a:avLst/>
          </a:prstGeom>
        </p:spPr>
      </p:pic>
      <p:sp>
        <p:nvSpPr>
          <p:cNvPr id="14" name="Date Placeholder 3">
            <a:extLst>
              <a:ext uri="{FF2B5EF4-FFF2-40B4-BE49-F238E27FC236}">
                <a16:creationId xmlns:a16="http://schemas.microsoft.com/office/drawing/2014/main" id="{709C7B13-13FD-9548-48BE-5821DF0AAE0D}"/>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4/24/2026</a:t>
            </a:fld>
            <a:endParaRPr lang="en-US"/>
          </a:p>
        </p:txBody>
      </p:sp>
      <p:sp>
        <p:nvSpPr>
          <p:cNvPr id="15" name="Footer Placeholder 4">
            <a:extLst>
              <a:ext uri="{FF2B5EF4-FFF2-40B4-BE49-F238E27FC236}">
                <a16:creationId xmlns:a16="http://schemas.microsoft.com/office/drawing/2014/main" id="{2283063C-B225-E607-FC11-4C67B2273148}"/>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38815895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Left - Placeholder Right">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6B71F910-DD42-8802-386F-AA27E891E307}"/>
              </a:ext>
            </a:extLst>
          </p:cNvPr>
          <p:cNvPicPr>
            <a:picLocks noChangeAspect="1"/>
          </p:cNvPicPr>
          <p:nvPr userDrawn="1"/>
        </p:nvPicPr>
        <p:blipFill>
          <a:blip r:embed="rId2">
            <a:duotone>
              <a:prstClr val="black"/>
              <a:schemeClr val="tx2">
                <a:tint val="45000"/>
                <a:satMod val="400000"/>
              </a:schemeClr>
            </a:duotone>
            <a:alphaModFix amt="85000"/>
            <a:extLst>
              <a:ext uri="{28A0092B-C50C-407E-A947-70E740481C1C}">
                <a14:useLocalDpi xmlns:a14="http://schemas.microsoft.com/office/drawing/2010/main" val="0"/>
              </a:ext>
            </a:extLst>
          </a:blip>
          <a:stretch>
            <a:fillRect/>
          </a:stretch>
        </p:blipFill>
        <p:spPr>
          <a:xfrm>
            <a:off x="4369124" y="1727802"/>
            <a:ext cx="3453753" cy="3402396"/>
          </a:xfrm>
          <a:prstGeom prst="rect">
            <a:avLst/>
          </a:prstGeom>
        </p:spPr>
      </p:pic>
      <p:sp>
        <p:nvSpPr>
          <p:cNvPr id="16" name="Title 1"/>
          <p:cNvSpPr>
            <a:spLocks noGrp="1"/>
          </p:cNvSpPr>
          <p:nvPr userDrawn="1">
            <p:ph type="ctrTitle" hasCustomPrompt="1"/>
          </p:nvPr>
        </p:nvSpPr>
        <p:spPr>
          <a:xfrm>
            <a:off x="514350" y="1125114"/>
            <a:ext cx="4467226" cy="1655762"/>
          </a:xfrm>
        </p:spPr>
        <p:txBody>
          <a:bodyPr anchor="b" anchorCtr="0">
            <a:noAutofit/>
          </a:bodyPr>
          <a:lstStyle>
            <a:lvl1pPr algn="l">
              <a:defRPr lang="en-US" sz="3600" b="1" kern="1200" baseline="0" dirty="0" smtClean="0">
                <a:solidFill>
                  <a:srgbClr val="0070C0"/>
                </a:solidFill>
                <a:latin typeface="K2D" panose="00000500000000000000" pitchFamily="2" charset="-34"/>
                <a:ea typeface="+mj-ea"/>
                <a:cs typeface="+mj-cs"/>
              </a:defRPr>
            </a:lvl1pPr>
          </a:lstStyle>
          <a:p>
            <a:r>
              <a:rPr lang="en-US"/>
              <a:t>Tiêu đề</a:t>
            </a:r>
            <a:endParaRPr lang="en-US" dirty="0"/>
          </a:p>
        </p:txBody>
      </p:sp>
      <p:sp>
        <p:nvSpPr>
          <p:cNvPr id="18" name="Subtitle 2"/>
          <p:cNvSpPr>
            <a:spLocks noGrp="1"/>
          </p:cNvSpPr>
          <p:nvPr userDrawn="1">
            <p:ph type="subTitle" idx="1" hasCustomPrompt="1"/>
          </p:nvPr>
        </p:nvSpPr>
        <p:spPr>
          <a:xfrm>
            <a:off x="514348" y="2885650"/>
            <a:ext cx="4467229" cy="2244548"/>
          </a:xfrm>
        </p:spPr>
        <p:txBody>
          <a:bodyPr anchor="t" anchorCtr="0">
            <a:noAutofit/>
          </a:bodyPr>
          <a:lstStyle>
            <a:lvl1pPr marL="0" indent="0" algn="l">
              <a:buNone/>
              <a:defRPr sz="2000" baseline="0">
                <a:solidFill>
                  <a:schemeClr val="tx1">
                    <a:lumMod val="65000"/>
                    <a:lumOff val="35000"/>
                  </a:schemeClr>
                </a:solidFill>
                <a:latin typeface="Readex Pro" pitchFamily="2" charset="-78"/>
                <a:cs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Nội dung </a:t>
            </a:r>
            <a:endParaRPr lang="en-US" dirty="0"/>
          </a:p>
        </p:txBody>
      </p:sp>
      <p:sp>
        <p:nvSpPr>
          <p:cNvPr id="19" name="Content Placeholder 9"/>
          <p:cNvSpPr>
            <a:spLocks noGrp="1"/>
          </p:cNvSpPr>
          <p:nvPr userDrawn="1">
            <p:ph sz="quarter" idx="12" hasCustomPrompt="1"/>
          </p:nvPr>
        </p:nvSpPr>
        <p:spPr>
          <a:xfrm>
            <a:off x="5667375" y="1125114"/>
            <a:ext cx="5381626" cy="3952875"/>
          </a:xfrm>
        </p:spPr>
        <p:txBody>
          <a:bodyPr>
            <a:normAutofit/>
          </a:bodyPr>
          <a:lstStyle>
            <a:lvl1pPr marL="0" indent="0">
              <a:buNone/>
              <a:defRPr sz="2400" b="0" i="0">
                <a:latin typeface="Readex Pro" pitchFamily="2" charset="-78"/>
                <a:cs typeface="Readex Pro" pitchFamily="2" charset="-78"/>
              </a:defRPr>
            </a:lvl1pPr>
            <a:lvl2pPr marL="457200" indent="0">
              <a:buNone/>
              <a:defRPr sz="2000" b="0" i="0">
                <a:latin typeface="Readex Pro" pitchFamily="2" charset="-78"/>
                <a:cs typeface="Readex Pro" pitchFamily="2" charset="-78"/>
              </a:defRPr>
            </a:lvl2pPr>
            <a:lvl3pPr marL="914400" indent="0">
              <a:buNone/>
              <a:defRPr sz="1800" b="0" i="0">
                <a:latin typeface="Readex Pro" pitchFamily="2" charset="-78"/>
                <a:cs typeface="Readex Pro" pitchFamily="2" charset="-78"/>
              </a:defRPr>
            </a:lvl3pPr>
            <a:lvl4pPr marL="1371600" indent="0">
              <a:buNone/>
              <a:defRPr sz="1600" b="0" i="0">
                <a:latin typeface="Readex Pro" pitchFamily="2" charset="-78"/>
                <a:cs typeface="Readex Pro" pitchFamily="2" charset="-78"/>
              </a:defRPr>
            </a:lvl4pPr>
            <a:lvl5pPr marL="1828800" indent="0">
              <a:buNone/>
              <a:defRPr sz="1600" b="0" i="0">
                <a:latin typeface="Readex Pro" pitchFamily="2" charset="-78"/>
                <a:cs typeface="Readex Pro" pitchFamily="2" charset="-78"/>
              </a:defRPr>
            </a:lvl5pPr>
          </a:lstStyle>
          <a:p>
            <a:pPr lvl="0"/>
            <a:r>
              <a:rPr lang="en-US"/>
              <a:t>Nội dung</a:t>
            </a:r>
            <a:endParaRPr lang="en-US" dirty="0"/>
          </a:p>
        </p:txBody>
      </p:sp>
      <p:pic>
        <p:nvPicPr>
          <p:cNvPr id="20" name="Picture 19"/>
          <p:cNvPicPr>
            <a:picLocks noChangeAspect="1"/>
          </p:cNvPicPr>
          <p:nvPr userDrawn="1"/>
        </p:nvPicPr>
        <p:blipFill>
          <a:blip r:embed="rId3"/>
          <a:stretch>
            <a:fillRect/>
          </a:stretch>
        </p:blipFill>
        <p:spPr>
          <a:xfrm>
            <a:off x="11987783" y="93587"/>
            <a:ext cx="107165" cy="107007"/>
          </a:xfrm>
          <a:prstGeom prst="rect">
            <a:avLst/>
          </a:prstGeom>
        </p:spPr>
      </p:pic>
      <p:sp>
        <p:nvSpPr>
          <p:cNvPr id="2" name="Slide Number Placeholder 5">
            <a:extLst>
              <a:ext uri="{FF2B5EF4-FFF2-40B4-BE49-F238E27FC236}">
                <a16:creationId xmlns:a16="http://schemas.microsoft.com/office/drawing/2014/main" id="{8E269295-E313-A799-7125-41D39E39DAFC}"/>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3" name="Rectangle 2">
            <a:extLst>
              <a:ext uri="{FF2B5EF4-FFF2-40B4-BE49-F238E27FC236}">
                <a16:creationId xmlns:a16="http://schemas.microsoft.com/office/drawing/2014/main" id="{EF4B895D-114D-C9C2-A547-220F39E95B3A}"/>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4" name="Rectangle 3">
            <a:extLst>
              <a:ext uri="{FF2B5EF4-FFF2-40B4-BE49-F238E27FC236}">
                <a16:creationId xmlns:a16="http://schemas.microsoft.com/office/drawing/2014/main" id="{9B61B30F-7B6D-78FB-BD6E-E34AD607BE56}"/>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5" name="Slide Number Placeholder 5">
            <a:extLst>
              <a:ext uri="{FF2B5EF4-FFF2-40B4-BE49-F238E27FC236}">
                <a16:creationId xmlns:a16="http://schemas.microsoft.com/office/drawing/2014/main" id="{227F6DF5-10A9-DC42-E1E9-D1FA91D6BBF1}"/>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6" name="Group 5">
            <a:extLst>
              <a:ext uri="{FF2B5EF4-FFF2-40B4-BE49-F238E27FC236}">
                <a16:creationId xmlns:a16="http://schemas.microsoft.com/office/drawing/2014/main" id="{71959BFF-8A0A-B338-A74E-37D7F5CED4DF}"/>
              </a:ext>
            </a:extLst>
          </p:cNvPr>
          <p:cNvGrpSpPr/>
          <p:nvPr userDrawn="1"/>
        </p:nvGrpSpPr>
        <p:grpSpPr>
          <a:xfrm>
            <a:off x="817685" y="6410864"/>
            <a:ext cx="2760487" cy="403790"/>
            <a:chOff x="741485" y="6410864"/>
            <a:chExt cx="2760487" cy="403790"/>
          </a:xfrm>
        </p:grpSpPr>
        <p:sp>
          <p:nvSpPr>
            <p:cNvPr id="7" name="TextBox 6">
              <a:extLst>
                <a:ext uri="{FF2B5EF4-FFF2-40B4-BE49-F238E27FC236}">
                  <a16:creationId xmlns:a16="http://schemas.microsoft.com/office/drawing/2014/main" id="{3AE9E1AD-2113-53D7-8783-10A60D932962}"/>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8" name="TextBox 7">
              <a:extLst>
                <a:ext uri="{FF2B5EF4-FFF2-40B4-BE49-F238E27FC236}">
                  <a16:creationId xmlns:a16="http://schemas.microsoft.com/office/drawing/2014/main" id="{FE1424EB-91CE-59BF-400F-9BCF3A182E62}"/>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9" name="TextBox 8">
            <a:extLst>
              <a:ext uri="{FF2B5EF4-FFF2-40B4-BE49-F238E27FC236}">
                <a16:creationId xmlns:a16="http://schemas.microsoft.com/office/drawing/2014/main" id="{A299800F-88A1-1EF2-673A-E19EDD4D12A2}"/>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0" name="Picture 9">
            <a:extLst>
              <a:ext uri="{FF2B5EF4-FFF2-40B4-BE49-F238E27FC236}">
                <a16:creationId xmlns:a16="http://schemas.microsoft.com/office/drawing/2014/main" id="{2DFA7C85-7A63-3F94-A6E0-51FBFB0A6214}"/>
              </a:ext>
            </a:extLst>
          </p:cNvPr>
          <p:cNvPicPr>
            <a:picLocks noChangeAspect="1"/>
          </p:cNvPicPr>
          <p:nvPr userDrawn="1"/>
        </p:nvPicPr>
        <p:blipFill>
          <a:blip r:embed="rId4"/>
          <a:stretch>
            <a:fillRect/>
          </a:stretch>
        </p:blipFill>
        <p:spPr>
          <a:xfrm>
            <a:off x="2583391" y="6481985"/>
            <a:ext cx="9339545" cy="118261"/>
          </a:xfrm>
          <a:prstGeom prst="rect">
            <a:avLst/>
          </a:prstGeom>
        </p:spPr>
      </p:pic>
      <p:sp>
        <p:nvSpPr>
          <p:cNvPr id="11" name="Date Placeholder 3">
            <a:extLst>
              <a:ext uri="{FF2B5EF4-FFF2-40B4-BE49-F238E27FC236}">
                <a16:creationId xmlns:a16="http://schemas.microsoft.com/office/drawing/2014/main" id="{39E5B1EA-BE1C-22C4-8140-1FF7F085C8B6}"/>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4/24/2026</a:t>
            </a:fld>
            <a:endParaRPr lang="en-US"/>
          </a:p>
        </p:txBody>
      </p:sp>
      <p:sp>
        <p:nvSpPr>
          <p:cNvPr id="12" name="Footer Placeholder 4">
            <a:extLst>
              <a:ext uri="{FF2B5EF4-FFF2-40B4-BE49-F238E27FC236}">
                <a16:creationId xmlns:a16="http://schemas.microsoft.com/office/drawing/2014/main" id="{23F5244F-399D-4048-0258-1C4D4345FF9B}"/>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39641975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laceholder Left - Title Right ">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036A66E2-7787-687B-3553-97FAF9109CAB}"/>
              </a:ext>
            </a:extLst>
          </p:cNvPr>
          <p:cNvPicPr>
            <a:picLocks noChangeAspect="1"/>
          </p:cNvPicPr>
          <p:nvPr userDrawn="1"/>
        </p:nvPicPr>
        <p:blipFill>
          <a:blip r:embed="rId2">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a:off x="4369124" y="1727802"/>
            <a:ext cx="3453753" cy="3402396"/>
          </a:xfrm>
          <a:prstGeom prst="rect">
            <a:avLst/>
          </a:prstGeom>
        </p:spPr>
      </p:pic>
      <p:sp>
        <p:nvSpPr>
          <p:cNvPr id="16" name="Title 1"/>
          <p:cNvSpPr>
            <a:spLocks noGrp="1"/>
          </p:cNvSpPr>
          <p:nvPr userDrawn="1">
            <p:ph type="ctrTitle" hasCustomPrompt="1"/>
          </p:nvPr>
        </p:nvSpPr>
        <p:spPr>
          <a:xfrm>
            <a:off x="6737350" y="1332588"/>
            <a:ext cx="4467226" cy="1655762"/>
          </a:xfrm>
        </p:spPr>
        <p:txBody>
          <a:bodyPr anchor="b" anchorCtr="0">
            <a:noAutofit/>
          </a:bodyPr>
          <a:lstStyle>
            <a:lvl1pPr algn="l">
              <a:defRPr lang="en-US" sz="3600" b="1" kern="1200" baseline="0" dirty="0" smtClean="0">
                <a:solidFill>
                  <a:srgbClr val="0070C0"/>
                </a:solidFill>
                <a:latin typeface="K2D" panose="00000500000000000000" pitchFamily="2" charset="-34"/>
                <a:ea typeface="+mj-ea"/>
                <a:cs typeface="+mj-cs"/>
              </a:defRPr>
            </a:lvl1pPr>
          </a:lstStyle>
          <a:p>
            <a:r>
              <a:rPr lang="en-US"/>
              <a:t>Tiêu đề</a:t>
            </a:r>
            <a:endParaRPr lang="en-US" dirty="0"/>
          </a:p>
        </p:txBody>
      </p:sp>
      <p:sp>
        <p:nvSpPr>
          <p:cNvPr id="18" name="Subtitle 2"/>
          <p:cNvSpPr>
            <a:spLocks noGrp="1"/>
          </p:cNvSpPr>
          <p:nvPr userDrawn="1">
            <p:ph type="subTitle" idx="1" hasCustomPrompt="1"/>
          </p:nvPr>
        </p:nvSpPr>
        <p:spPr>
          <a:xfrm>
            <a:off x="6737348" y="3093124"/>
            <a:ext cx="4467229" cy="2192339"/>
          </a:xfrm>
        </p:spPr>
        <p:txBody>
          <a:bodyPr anchor="t" anchorCtr="0">
            <a:noAutofit/>
          </a:bodyPr>
          <a:lstStyle>
            <a:lvl1pPr marL="0" indent="0" algn="l">
              <a:buNone/>
              <a:defRPr sz="2000" baseline="0">
                <a:solidFill>
                  <a:schemeClr val="tx1">
                    <a:lumMod val="65000"/>
                    <a:lumOff val="35000"/>
                  </a:schemeClr>
                </a:solidFill>
                <a:latin typeface="Readex Pro" pitchFamily="2" charset="-78"/>
                <a:cs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Nội dung</a:t>
            </a:r>
            <a:endParaRPr lang="en-US" dirty="0"/>
          </a:p>
        </p:txBody>
      </p:sp>
      <p:sp>
        <p:nvSpPr>
          <p:cNvPr id="19" name="Content Placeholder 9"/>
          <p:cNvSpPr>
            <a:spLocks noGrp="1"/>
          </p:cNvSpPr>
          <p:nvPr userDrawn="1">
            <p:ph sz="quarter" idx="12" hasCustomPrompt="1"/>
          </p:nvPr>
        </p:nvSpPr>
        <p:spPr>
          <a:xfrm>
            <a:off x="624706" y="1332588"/>
            <a:ext cx="5381626" cy="3952875"/>
          </a:xfrm>
        </p:spPr>
        <p:txBody>
          <a:bodyPr>
            <a:normAutofit/>
          </a:bodyPr>
          <a:lstStyle>
            <a:lvl1pPr marL="0" indent="0">
              <a:buNone/>
              <a:defRPr sz="2400" b="0" i="0">
                <a:latin typeface="Readex Pro" pitchFamily="2" charset="-78"/>
                <a:cs typeface="Readex Pro" pitchFamily="2" charset="-78"/>
              </a:defRPr>
            </a:lvl1pPr>
            <a:lvl2pPr marL="457200" indent="0">
              <a:buNone/>
              <a:defRPr sz="2000" b="0" i="0">
                <a:latin typeface="Readex Pro" pitchFamily="2" charset="-78"/>
                <a:cs typeface="Readex Pro" pitchFamily="2" charset="-78"/>
              </a:defRPr>
            </a:lvl2pPr>
            <a:lvl3pPr marL="914400" indent="0">
              <a:buNone/>
              <a:defRPr sz="1800" b="0" i="0">
                <a:latin typeface="Readex Pro" pitchFamily="2" charset="-78"/>
                <a:cs typeface="Readex Pro" pitchFamily="2" charset="-78"/>
              </a:defRPr>
            </a:lvl3pPr>
            <a:lvl4pPr marL="1371600" indent="0">
              <a:buNone/>
              <a:defRPr sz="1600" b="0" i="0">
                <a:latin typeface="Readex Pro" pitchFamily="2" charset="-78"/>
                <a:cs typeface="Readex Pro" pitchFamily="2" charset="-78"/>
              </a:defRPr>
            </a:lvl4pPr>
            <a:lvl5pPr marL="1828800" indent="0">
              <a:buNone/>
              <a:defRPr sz="1600" b="0" i="0">
                <a:latin typeface="Readex Pro" pitchFamily="2" charset="-78"/>
                <a:cs typeface="Readex Pro" pitchFamily="2" charset="-78"/>
              </a:defRPr>
            </a:lvl5pPr>
          </a:lstStyle>
          <a:p>
            <a:pPr lvl="0"/>
            <a:r>
              <a:rPr lang="en-US"/>
              <a:t>Nội dung</a:t>
            </a:r>
            <a:endParaRPr lang="en-US" dirty="0"/>
          </a:p>
        </p:txBody>
      </p:sp>
      <p:pic>
        <p:nvPicPr>
          <p:cNvPr id="17" name="Picture 16"/>
          <p:cNvPicPr>
            <a:picLocks noChangeAspect="1"/>
          </p:cNvPicPr>
          <p:nvPr userDrawn="1"/>
        </p:nvPicPr>
        <p:blipFill>
          <a:blip r:embed="rId3"/>
          <a:stretch>
            <a:fillRect/>
          </a:stretch>
        </p:blipFill>
        <p:spPr>
          <a:xfrm>
            <a:off x="11987783" y="93587"/>
            <a:ext cx="107165" cy="107007"/>
          </a:xfrm>
          <a:prstGeom prst="rect">
            <a:avLst/>
          </a:prstGeom>
        </p:spPr>
      </p:pic>
      <p:sp>
        <p:nvSpPr>
          <p:cNvPr id="2" name="Slide Number Placeholder 5">
            <a:extLst>
              <a:ext uri="{FF2B5EF4-FFF2-40B4-BE49-F238E27FC236}">
                <a16:creationId xmlns:a16="http://schemas.microsoft.com/office/drawing/2014/main" id="{D473B34E-C5A1-D7E2-C692-BFBE5EBD6ACC}"/>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3" name="Rectangle 2">
            <a:extLst>
              <a:ext uri="{FF2B5EF4-FFF2-40B4-BE49-F238E27FC236}">
                <a16:creationId xmlns:a16="http://schemas.microsoft.com/office/drawing/2014/main" id="{0C1CFE12-2689-2DB3-6CB8-E6D662CAE886}"/>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4" name="Rectangle 3">
            <a:extLst>
              <a:ext uri="{FF2B5EF4-FFF2-40B4-BE49-F238E27FC236}">
                <a16:creationId xmlns:a16="http://schemas.microsoft.com/office/drawing/2014/main" id="{206B0CF2-5878-8045-7665-76673B4F71AB}"/>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5" name="Slide Number Placeholder 5">
            <a:extLst>
              <a:ext uri="{FF2B5EF4-FFF2-40B4-BE49-F238E27FC236}">
                <a16:creationId xmlns:a16="http://schemas.microsoft.com/office/drawing/2014/main" id="{46C447DE-39C2-0CF7-466F-6F936D0397D6}"/>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6" name="Group 5">
            <a:extLst>
              <a:ext uri="{FF2B5EF4-FFF2-40B4-BE49-F238E27FC236}">
                <a16:creationId xmlns:a16="http://schemas.microsoft.com/office/drawing/2014/main" id="{6BB166D7-5532-DFCC-4719-A557C504B8F3}"/>
              </a:ext>
            </a:extLst>
          </p:cNvPr>
          <p:cNvGrpSpPr/>
          <p:nvPr userDrawn="1"/>
        </p:nvGrpSpPr>
        <p:grpSpPr>
          <a:xfrm>
            <a:off x="817685" y="6410864"/>
            <a:ext cx="2760487" cy="403790"/>
            <a:chOff x="741485" y="6410864"/>
            <a:chExt cx="2760487" cy="403790"/>
          </a:xfrm>
        </p:grpSpPr>
        <p:sp>
          <p:nvSpPr>
            <p:cNvPr id="7" name="TextBox 6">
              <a:extLst>
                <a:ext uri="{FF2B5EF4-FFF2-40B4-BE49-F238E27FC236}">
                  <a16:creationId xmlns:a16="http://schemas.microsoft.com/office/drawing/2014/main" id="{5B618045-F14E-9F31-0FA0-0532F46BF465}"/>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8" name="TextBox 7">
              <a:extLst>
                <a:ext uri="{FF2B5EF4-FFF2-40B4-BE49-F238E27FC236}">
                  <a16:creationId xmlns:a16="http://schemas.microsoft.com/office/drawing/2014/main" id="{3AF28839-2BBD-09C4-84D8-C7BD82D44B55}"/>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9" name="TextBox 8">
            <a:extLst>
              <a:ext uri="{FF2B5EF4-FFF2-40B4-BE49-F238E27FC236}">
                <a16:creationId xmlns:a16="http://schemas.microsoft.com/office/drawing/2014/main" id="{BCD9E80B-3CE1-773E-29BB-8B95E6D45434}"/>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0" name="Picture 9">
            <a:extLst>
              <a:ext uri="{FF2B5EF4-FFF2-40B4-BE49-F238E27FC236}">
                <a16:creationId xmlns:a16="http://schemas.microsoft.com/office/drawing/2014/main" id="{8ACA3E05-765A-20DC-76C7-1BB18527C022}"/>
              </a:ext>
            </a:extLst>
          </p:cNvPr>
          <p:cNvPicPr>
            <a:picLocks noChangeAspect="1"/>
          </p:cNvPicPr>
          <p:nvPr userDrawn="1"/>
        </p:nvPicPr>
        <p:blipFill>
          <a:blip r:embed="rId4"/>
          <a:stretch>
            <a:fillRect/>
          </a:stretch>
        </p:blipFill>
        <p:spPr>
          <a:xfrm>
            <a:off x="2583391" y="6481985"/>
            <a:ext cx="9339545" cy="118261"/>
          </a:xfrm>
          <a:prstGeom prst="rect">
            <a:avLst/>
          </a:prstGeom>
        </p:spPr>
      </p:pic>
      <p:sp>
        <p:nvSpPr>
          <p:cNvPr id="11" name="Date Placeholder 3">
            <a:extLst>
              <a:ext uri="{FF2B5EF4-FFF2-40B4-BE49-F238E27FC236}">
                <a16:creationId xmlns:a16="http://schemas.microsoft.com/office/drawing/2014/main" id="{D2971456-C6D4-0F38-6B9E-1F35DDA6E437}"/>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4/24/2026</a:t>
            </a:fld>
            <a:endParaRPr lang="en-US"/>
          </a:p>
        </p:txBody>
      </p:sp>
      <p:sp>
        <p:nvSpPr>
          <p:cNvPr id="12" name="Footer Placeholder 4">
            <a:extLst>
              <a:ext uri="{FF2B5EF4-FFF2-40B4-BE49-F238E27FC236}">
                <a16:creationId xmlns:a16="http://schemas.microsoft.com/office/drawing/2014/main" id="{C3720CF9-36DD-EAE0-4DFF-B34E1D725608}"/>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15420981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icture Left">
    <p:spTree>
      <p:nvGrpSpPr>
        <p:cNvPr id="1" name=""/>
        <p:cNvGrpSpPr/>
        <p:nvPr/>
      </p:nvGrpSpPr>
      <p:grpSpPr>
        <a:xfrm>
          <a:off x="0" y="0"/>
          <a:ext cx="0" cy="0"/>
          <a:chOff x="0" y="0"/>
          <a:chExt cx="0" cy="0"/>
        </a:xfrm>
      </p:grpSpPr>
      <p:sp>
        <p:nvSpPr>
          <p:cNvPr id="3" name="Picture Placeholder 2"/>
          <p:cNvSpPr>
            <a:spLocks noGrp="1"/>
          </p:cNvSpPr>
          <p:nvPr>
            <p:ph type="pic" sz="quarter" idx="12" hasCustomPrompt="1"/>
          </p:nvPr>
        </p:nvSpPr>
        <p:spPr>
          <a:xfrm>
            <a:off x="0" y="0"/>
            <a:ext cx="4787900" cy="6858000"/>
          </a:xfrm>
        </p:spPr>
        <p:txBody>
          <a:bodyPr anchor="ctr" anchorCtr="0"/>
          <a:lstStyle>
            <a:lvl1pPr marL="0" indent="0" algn="ctr">
              <a:buNone/>
              <a:defRPr/>
            </a:lvl1pPr>
          </a:lstStyle>
          <a:p>
            <a:r>
              <a:rPr lang="en-US"/>
              <a:t>Chèn ảnh</a:t>
            </a:r>
          </a:p>
        </p:txBody>
      </p:sp>
      <p:sp>
        <p:nvSpPr>
          <p:cNvPr id="16" name="Title 1"/>
          <p:cNvSpPr>
            <a:spLocks noGrp="1"/>
          </p:cNvSpPr>
          <p:nvPr>
            <p:ph type="ctrTitle" hasCustomPrompt="1"/>
          </p:nvPr>
        </p:nvSpPr>
        <p:spPr>
          <a:xfrm>
            <a:off x="5626100" y="1109534"/>
            <a:ext cx="5959476" cy="1655762"/>
          </a:xfrm>
        </p:spPr>
        <p:txBody>
          <a:bodyPr anchor="b" anchorCtr="0">
            <a:noAutofit/>
          </a:bodyPr>
          <a:lstStyle>
            <a:lvl1pPr algn="l">
              <a:defRPr lang="en-US" sz="3600" b="1" kern="1200" baseline="0" dirty="0" smtClean="0">
                <a:solidFill>
                  <a:srgbClr val="0070C0"/>
                </a:solidFill>
                <a:latin typeface="K2D" panose="00000500000000000000" pitchFamily="2" charset="-34"/>
                <a:ea typeface="+mj-ea"/>
                <a:cs typeface="+mj-cs"/>
              </a:defRPr>
            </a:lvl1pPr>
          </a:lstStyle>
          <a:p>
            <a:r>
              <a:rPr lang="en-US"/>
              <a:t>Tiêu đề</a:t>
            </a:r>
            <a:endParaRPr lang="en-US" dirty="0"/>
          </a:p>
        </p:txBody>
      </p:sp>
      <p:sp>
        <p:nvSpPr>
          <p:cNvPr id="18" name="Subtitle 2"/>
          <p:cNvSpPr>
            <a:spLocks noGrp="1"/>
          </p:cNvSpPr>
          <p:nvPr>
            <p:ph type="subTitle" idx="1" hasCustomPrompt="1"/>
          </p:nvPr>
        </p:nvSpPr>
        <p:spPr>
          <a:xfrm>
            <a:off x="5626098" y="2870070"/>
            <a:ext cx="5959480" cy="2502381"/>
          </a:xfrm>
        </p:spPr>
        <p:txBody>
          <a:bodyPr anchor="t" anchorCtr="0">
            <a:noAutofit/>
          </a:bodyPr>
          <a:lstStyle>
            <a:lvl1pPr marL="0" indent="0" algn="just">
              <a:lnSpc>
                <a:spcPct val="100000"/>
              </a:lnSpc>
              <a:buNone/>
              <a:defRPr sz="2000" baseline="0">
                <a:solidFill>
                  <a:schemeClr val="tx1">
                    <a:lumMod val="65000"/>
                    <a:lumOff val="35000"/>
                  </a:schemeClr>
                </a:solidFill>
                <a:latin typeface="Readex Pro" pitchFamily="2" charset="-78"/>
                <a:cs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Nội dung</a:t>
            </a:r>
            <a:endParaRPr lang="en-US" dirty="0"/>
          </a:p>
        </p:txBody>
      </p:sp>
      <p:sp>
        <p:nvSpPr>
          <p:cNvPr id="17" name="Rectangle 16"/>
          <p:cNvSpPr/>
          <p:nvPr userDrawn="1"/>
        </p:nvSpPr>
        <p:spPr>
          <a:xfrm>
            <a:off x="4787899" y="0"/>
            <a:ext cx="116779" cy="6858000"/>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pic>
        <p:nvPicPr>
          <p:cNvPr id="14" name="Picture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785106" y="241300"/>
            <a:ext cx="292100" cy="292100"/>
          </a:xfrm>
          <a:prstGeom prst="rect">
            <a:avLst/>
          </a:prstGeom>
        </p:spPr>
      </p:pic>
      <p:pic>
        <p:nvPicPr>
          <p:cNvPr id="22" name="Picture 21"/>
          <p:cNvPicPr>
            <a:picLocks noChangeAspect="1"/>
          </p:cNvPicPr>
          <p:nvPr userDrawn="1"/>
        </p:nvPicPr>
        <p:blipFill>
          <a:blip r:embed="rId3"/>
          <a:stretch>
            <a:fillRect/>
          </a:stretch>
        </p:blipFill>
        <p:spPr>
          <a:xfrm>
            <a:off x="11987783" y="93587"/>
            <a:ext cx="107165" cy="107007"/>
          </a:xfrm>
          <a:prstGeom prst="rect">
            <a:avLst/>
          </a:prstGeom>
        </p:spPr>
      </p:pic>
      <p:sp>
        <p:nvSpPr>
          <p:cNvPr id="2" name="Slide Number Placeholder 5">
            <a:extLst>
              <a:ext uri="{FF2B5EF4-FFF2-40B4-BE49-F238E27FC236}">
                <a16:creationId xmlns:a16="http://schemas.microsoft.com/office/drawing/2014/main" id="{7666FBEF-96D4-A728-F979-1B9E3C584618}"/>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4" name="Rectangle 3">
            <a:extLst>
              <a:ext uri="{FF2B5EF4-FFF2-40B4-BE49-F238E27FC236}">
                <a16:creationId xmlns:a16="http://schemas.microsoft.com/office/drawing/2014/main" id="{68E8E8DD-CE54-0055-2BF7-151D57DF8BD3}"/>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5" name="Rectangle 4">
            <a:extLst>
              <a:ext uri="{FF2B5EF4-FFF2-40B4-BE49-F238E27FC236}">
                <a16:creationId xmlns:a16="http://schemas.microsoft.com/office/drawing/2014/main" id="{D272301E-8D74-6168-3E37-23F22C232E8A}"/>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6" name="Slide Number Placeholder 5">
            <a:extLst>
              <a:ext uri="{FF2B5EF4-FFF2-40B4-BE49-F238E27FC236}">
                <a16:creationId xmlns:a16="http://schemas.microsoft.com/office/drawing/2014/main" id="{1E1F16EF-BF90-0E2D-8C37-9F7F65B32C5A}"/>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7" name="Group 6">
            <a:extLst>
              <a:ext uri="{FF2B5EF4-FFF2-40B4-BE49-F238E27FC236}">
                <a16:creationId xmlns:a16="http://schemas.microsoft.com/office/drawing/2014/main" id="{24C6974A-DD6E-7CB5-8FD4-600450267DC0}"/>
              </a:ext>
            </a:extLst>
          </p:cNvPr>
          <p:cNvGrpSpPr/>
          <p:nvPr userDrawn="1"/>
        </p:nvGrpSpPr>
        <p:grpSpPr>
          <a:xfrm>
            <a:off x="817685" y="6410864"/>
            <a:ext cx="2760487" cy="403790"/>
            <a:chOff x="741485" y="6410864"/>
            <a:chExt cx="2760487" cy="403790"/>
          </a:xfrm>
        </p:grpSpPr>
        <p:sp>
          <p:nvSpPr>
            <p:cNvPr id="8" name="TextBox 7">
              <a:extLst>
                <a:ext uri="{FF2B5EF4-FFF2-40B4-BE49-F238E27FC236}">
                  <a16:creationId xmlns:a16="http://schemas.microsoft.com/office/drawing/2014/main" id="{56196367-A723-A537-EB98-81ACB69748FB}"/>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9" name="TextBox 8">
              <a:extLst>
                <a:ext uri="{FF2B5EF4-FFF2-40B4-BE49-F238E27FC236}">
                  <a16:creationId xmlns:a16="http://schemas.microsoft.com/office/drawing/2014/main" id="{E466BEA6-14C4-AF23-E4A2-9D451D536F01}"/>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10" name="TextBox 9">
            <a:extLst>
              <a:ext uri="{FF2B5EF4-FFF2-40B4-BE49-F238E27FC236}">
                <a16:creationId xmlns:a16="http://schemas.microsoft.com/office/drawing/2014/main" id="{C8362F22-F1FE-F284-D164-71325E2FE29A}"/>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1" name="Picture 10">
            <a:extLst>
              <a:ext uri="{FF2B5EF4-FFF2-40B4-BE49-F238E27FC236}">
                <a16:creationId xmlns:a16="http://schemas.microsoft.com/office/drawing/2014/main" id="{C52A85AC-B7B7-482A-12B3-980D59815FDD}"/>
              </a:ext>
            </a:extLst>
          </p:cNvPr>
          <p:cNvPicPr>
            <a:picLocks noChangeAspect="1"/>
          </p:cNvPicPr>
          <p:nvPr userDrawn="1"/>
        </p:nvPicPr>
        <p:blipFill>
          <a:blip r:embed="rId4"/>
          <a:stretch>
            <a:fillRect/>
          </a:stretch>
        </p:blipFill>
        <p:spPr>
          <a:xfrm>
            <a:off x="2583391" y="6481985"/>
            <a:ext cx="9339545" cy="118261"/>
          </a:xfrm>
          <a:prstGeom prst="rect">
            <a:avLst/>
          </a:prstGeom>
        </p:spPr>
      </p:pic>
      <p:sp>
        <p:nvSpPr>
          <p:cNvPr id="12" name="Date Placeholder 3">
            <a:extLst>
              <a:ext uri="{FF2B5EF4-FFF2-40B4-BE49-F238E27FC236}">
                <a16:creationId xmlns:a16="http://schemas.microsoft.com/office/drawing/2014/main" id="{BF6D7656-F800-D94D-225F-EDD31055092D}"/>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4/24/2026</a:t>
            </a:fld>
            <a:endParaRPr lang="en-US"/>
          </a:p>
        </p:txBody>
      </p:sp>
      <p:sp>
        <p:nvSpPr>
          <p:cNvPr id="13" name="Footer Placeholder 4">
            <a:extLst>
              <a:ext uri="{FF2B5EF4-FFF2-40B4-BE49-F238E27FC236}">
                <a16:creationId xmlns:a16="http://schemas.microsoft.com/office/drawing/2014/main" id="{7D4C748E-C498-F3D1-FA1A-8DE0452D33B4}"/>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22509313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Picture Left">
    <p:spTree>
      <p:nvGrpSpPr>
        <p:cNvPr id="1" name=""/>
        <p:cNvGrpSpPr/>
        <p:nvPr/>
      </p:nvGrpSpPr>
      <p:grpSpPr>
        <a:xfrm>
          <a:off x="0" y="0"/>
          <a:ext cx="0" cy="0"/>
          <a:chOff x="0" y="0"/>
          <a:chExt cx="0" cy="0"/>
        </a:xfrm>
      </p:grpSpPr>
      <p:pic>
        <p:nvPicPr>
          <p:cNvPr id="28" name="Picture 27">
            <a:extLst>
              <a:ext uri="{FF2B5EF4-FFF2-40B4-BE49-F238E27FC236}">
                <a16:creationId xmlns:a16="http://schemas.microsoft.com/office/drawing/2014/main" id="{F9E864A0-20A2-BDEB-4706-A5E83DDFA48B}"/>
              </a:ext>
            </a:extLst>
          </p:cNvPr>
          <p:cNvPicPr>
            <a:picLocks noChangeAspect="1"/>
          </p:cNvPicPr>
          <p:nvPr userDrawn="1"/>
        </p:nvPicPr>
        <p:blipFill>
          <a:blip r:embed="rId2">
            <a:duotone>
              <a:schemeClr val="bg2">
                <a:shade val="45000"/>
                <a:satMod val="135000"/>
              </a:schemeClr>
              <a:prstClr val="white"/>
            </a:duotone>
          </a:blip>
          <a:stretch>
            <a:fillRect/>
          </a:stretch>
        </p:blipFill>
        <p:spPr>
          <a:xfrm rot="2700000">
            <a:off x="781863" y="1310095"/>
            <a:ext cx="3916148" cy="3910374"/>
          </a:xfrm>
          <a:prstGeom prst="rect">
            <a:avLst/>
          </a:prstGeom>
        </p:spPr>
      </p:pic>
      <p:sp>
        <p:nvSpPr>
          <p:cNvPr id="16" name="Title 1"/>
          <p:cNvSpPr>
            <a:spLocks noGrp="1"/>
          </p:cNvSpPr>
          <p:nvPr>
            <p:ph type="ctrTitle" hasCustomPrompt="1"/>
          </p:nvPr>
        </p:nvSpPr>
        <p:spPr>
          <a:xfrm>
            <a:off x="5575300" y="769938"/>
            <a:ext cx="5959476" cy="1655762"/>
          </a:xfrm>
        </p:spPr>
        <p:txBody>
          <a:bodyPr anchor="b" anchorCtr="0">
            <a:noAutofit/>
          </a:bodyPr>
          <a:lstStyle>
            <a:lvl1pPr algn="l">
              <a:defRPr lang="en-US" sz="3600" b="1" kern="1200" baseline="0" dirty="0" smtClean="0">
                <a:solidFill>
                  <a:srgbClr val="0070C0"/>
                </a:solidFill>
                <a:latin typeface="K2D" panose="00000500000000000000" pitchFamily="2" charset="-34"/>
                <a:ea typeface="+mj-ea"/>
                <a:cs typeface="+mj-cs"/>
              </a:defRPr>
            </a:lvl1pPr>
          </a:lstStyle>
          <a:p>
            <a:r>
              <a:rPr lang="en-US"/>
              <a:t>Tiêu đề</a:t>
            </a:r>
            <a:endParaRPr lang="en-US" dirty="0"/>
          </a:p>
        </p:txBody>
      </p:sp>
      <p:sp>
        <p:nvSpPr>
          <p:cNvPr id="18" name="Subtitle 2"/>
          <p:cNvSpPr>
            <a:spLocks noGrp="1"/>
          </p:cNvSpPr>
          <p:nvPr>
            <p:ph type="subTitle" idx="1" hasCustomPrompt="1"/>
          </p:nvPr>
        </p:nvSpPr>
        <p:spPr>
          <a:xfrm>
            <a:off x="5575298" y="2530474"/>
            <a:ext cx="5959480" cy="3550350"/>
          </a:xfrm>
        </p:spPr>
        <p:txBody>
          <a:bodyPr anchor="t" anchorCtr="0">
            <a:noAutofit/>
          </a:bodyPr>
          <a:lstStyle>
            <a:lvl1pPr marL="0" indent="0" algn="just">
              <a:lnSpc>
                <a:spcPct val="100000"/>
              </a:lnSpc>
              <a:buNone/>
              <a:defRPr sz="2000" baseline="0">
                <a:solidFill>
                  <a:schemeClr val="tx1">
                    <a:lumMod val="65000"/>
                    <a:lumOff val="35000"/>
                  </a:schemeClr>
                </a:solidFill>
                <a:latin typeface="Readex Pro" pitchFamily="2" charset="-78"/>
                <a:cs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Nội dung</a:t>
            </a:r>
            <a:endParaRPr lang="en-US" dirty="0"/>
          </a:p>
        </p:txBody>
      </p:sp>
      <p:pic>
        <p:nvPicPr>
          <p:cNvPr id="22" name="Picture 21"/>
          <p:cNvPicPr>
            <a:picLocks noChangeAspect="1"/>
          </p:cNvPicPr>
          <p:nvPr userDrawn="1"/>
        </p:nvPicPr>
        <p:blipFill>
          <a:blip r:embed="rId2"/>
          <a:stretch>
            <a:fillRect/>
          </a:stretch>
        </p:blipFill>
        <p:spPr>
          <a:xfrm>
            <a:off x="11987783" y="93587"/>
            <a:ext cx="107165" cy="107007"/>
          </a:xfrm>
          <a:prstGeom prst="rect">
            <a:avLst/>
          </a:prstGeom>
        </p:spPr>
      </p:pic>
      <p:sp>
        <p:nvSpPr>
          <p:cNvPr id="23" name="Picture Placeholder 22">
            <a:extLst>
              <a:ext uri="{FF2B5EF4-FFF2-40B4-BE49-F238E27FC236}">
                <a16:creationId xmlns:a16="http://schemas.microsoft.com/office/drawing/2014/main" id="{8A90EEE0-CD8C-2ACB-25F9-50BB8997F9B6}"/>
              </a:ext>
            </a:extLst>
          </p:cNvPr>
          <p:cNvSpPr>
            <a:spLocks noGrp="1"/>
          </p:cNvSpPr>
          <p:nvPr>
            <p:ph type="pic" sz="quarter" idx="12" hasCustomPrompt="1"/>
          </p:nvPr>
        </p:nvSpPr>
        <p:spPr>
          <a:xfrm>
            <a:off x="438976" y="127568"/>
            <a:ext cx="2971800" cy="2971800"/>
          </a:xfrm>
          <a:prstGeom prst="diamond">
            <a:avLst/>
          </a:prstGeom>
          <a:ln>
            <a:noFill/>
          </a:ln>
        </p:spPr>
        <p:txBody>
          <a:bodyPr anchor="ctr" anchorCtr="0">
            <a:normAutofit/>
          </a:bodyPr>
          <a:lstStyle>
            <a:lvl1pPr marL="0" indent="0" algn="ctr">
              <a:buNone/>
              <a:defRPr sz="2400"/>
            </a:lvl1pPr>
          </a:lstStyle>
          <a:p>
            <a:r>
              <a:rPr lang="en-US"/>
              <a:t>Chèn ảnh</a:t>
            </a:r>
          </a:p>
        </p:txBody>
      </p:sp>
      <p:sp>
        <p:nvSpPr>
          <p:cNvPr id="24" name="Picture Placeholder 22">
            <a:extLst>
              <a:ext uri="{FF2B5EF4-FFF2-40B4-BE49-F238E27FC236}">
                <a16:creationId xmlns:a16="http://schemas.microsoft.com/office/drawing/2014/main" id="{DDDAF3A5-8C80-403E-4204-D45A798228F3}"/>
              </a:ext>
            </a:extLst>
          </p:cNvPr>
          <p:cNvSpPr>
            <a:spLocks noGrp="1"/>
          </p:cNvSpPr>
          <p:nvPr>
            <p:ph type="pic" sz="quarter" idx="13" hasCustomPrompt="1"/>
          </p:nvPr>
        </p:nvSpPr>
        <p:spPr>
          <a:xfrm>
            <a:off x="438976" y="3365543"/>
            <a:ext cx="2971800" cy="2971800"/>
          </a:xfrm>
          <a:prstGeom prst="diamond">
            <a:avLst/>
          </a:prstGeom>
          <a:ln>
            <a:noFill/>
          </a:ln>
        </p:spPr>
        <p:txBody>
          <a:bodyPr anchor="ctr" anchorCtr="0">
            <a:normAutofit/>
          </a:bodyPr>
          <a:lstStyle>
            <a:lvl1pPr marL="0" indent="0" algn="ctr">
              <a:buNone/>
              <a:defRPr sz="2400"/>
            </a:lvl1pPr>
          </a:lstStyle>
          <a:p>
            <a:r>
              <a:rPr lang="en-US"/>
              <a:t>Chèn ảnh</a:t>
            </a:r>
          </a:p>
        </p:txBody>
      </p:sp>
      <p:sp>
        <p:nvSpPr>
          <p:cNvPr id="25" name="Picture Placeholder 22">
            <a:extLst>
              <a:ext uri="{FF2B5EF4-FFF2-40B4-BE49-F238E27FC236}">
                <a16:creationId xmlns:a16="http://schemas.microsoft.com/office/drawing/2014/main" id="{1442A5B8-CFC4-5FD2-2AD5-A6E2BE31C3D6}"/>
              </a:ext>
            </a:extLst>
          </p:cNvPr>
          <p:cNvSpPr>
            <a:spLocks noGrp="1"/>
          </p:cNvSpPr>
          <p:nvPr>
            <p:ph type="pic" sz="quarter" idx="14" hasCustomPrompt="1"/>
          </p:nvPr>
        </p:nvSpPr>
        <p:spPr>
          <a:xfrm>
            <a:off x="2032811" y="1752381"/>
            <a:ext cx="2971800" cy="2971800"/>
          </a:xfrm>
          <a:prstGeom prst="diamond">
            <a:avLst/>
          </a:prstGeom>
          <a:ln>
            <a:noFill/>
          </a:ln>
        </p:spPr>
        <p:txBody>
          <a:bodyPr anchor="ctr" anchorCtr="0">
            <a:normAutofit/>
          </a:bodyPr>
          <a:lstStyle>
            <a:lvl1pPr marL="0" indent="0" algn="ctr">
              <a:buNone/>
              <a:defRPr sz="2400"/>
            </a:lvl1pPr>
          </a:lstStyle>
          <a:p>
            <a:r>
              <a:rPr lang="en-US"/>
              <a:t>Chèn ảnh</a:t>
            </a:r>
          </a:p>
        </p:txBody>
      </p:sp>
      <p:pic>
        <p:nvPicPr>
          <p:cNvPr id="26" name="Picture 25">
            <a:extLst>
              <a:ext uri="{FF2B5EF4-FFF2-40B4-BE49-F238E27FC236}">
                <a16:creationId xmlns:a16="http://schemas.microsoft.com/office/drawing/2014/main" id="{18BE5A7E-5F20-6A38-5D19-14DA476864CA}"/>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102776" y="2393663"/>
            <a:ext cx="1716960" cy="1717475"/>
          </a:xfrm>
          <a:prstGeom prst="rect">
            <a:avLst/>
          </a:prstGeom>
        </p:spPr>
      </p:pic>
      <p:sp>
        <p:nvSpPr>
          <p:cNvPr id="2" name="Slide Number Placeholder 5">
            <a:extLst>
              <a:ext uri="{FF2B5EF4-FFF2-40B4-BE49-F238E27FC236}">
                <a16:creationId xmlns:a16="http://schemas.microsoft.com/office/drawing/2014/main" id="{09D97C13-D91F-4682-B432-81FF1B14B495}"/>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3" name="Rectangle 2">
            <a:extLst>
              <a:ext uri="{FF2B5EF4-FFF2-40B4-BE49-F238E27FC236}">
                <a16:creationId xmlns:a16="http://schemas.microsoft.com/office/drawing/2014/main" id="{2684DFD5-27A7-C363-7007-2DC193A3EAFE}"/>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4" name="Rectangle 3">
            <a:extLst>
              <a:ext uri="{FF2B5EF4-FFF2-40B4-BE49-F238E27FC236}">
                <a16:creationId xmlns:a16="http://schemas.microsoft.com/office/drawing/2014/main" id="{8316999E-E9FF-973E-7101-9B1C41997646}"/>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5" name="Slide Number Placeholder 5">
            <a:extLst>
              <a:ext uri="{FF2B5EF4-FFF2-40B4-BE49-F238E27FC236}">
                <a16:creationId xmlns:a16="http://schemas.microsoft.com/office/drawing/2014/main" id="{766026A7-B4F0-EAA7-6E24-26FFBCA763F1}"/>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6" name="Group 5">
            <a:extLst>
              <a:ext uri="{FF2B5EF4-FFF2-40B4-BE49-F238E27FC236}">
                <a16:creationId xmlns:a16="http://schemas.microsoft.com/office/drawing/2014/main" id="{8FF0E9D6-6802-7688-2B57-6C08D5DA59C9}"/>
              </a:ext>
            </a:extLst>
          </p:cNvPr>
          <p:cNvGrpSpPr/>
          <p:nvPr userDrawn="1"/>
        </p:nvGrpSpPr>
        <p:grpSpPr>
          <a:xfrm>
            <a:off x="817685" y="6410864"/>
            <a:ext cx="2760487" cy="403790"/>
            <a:chOff x="741485" y="6410864"/>
            <a:chExt cx="2760487" cy="403790"/>
          </a:xfrm>
        </p:grpSpPr>
        <p:sp>
          <p:nvSpPr>
            <p:cNvPr id="7" name="TextBox 6">
              <a:extLst>
                <a:ext uri="{FF2B5EF4-FFF2-40B4-BE49-F238E27FC236}">
                  <a16:creationId xmlns:a16="http://schemas.microsoft.com/office/drawing/2014/main" id="{6E658449-E3D8-FD81-A0DE-693514AECD38}"/>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8" name="TextBox 7">
              <a:extLst>
                <a:ext uri="{FF2B5EF4-FFF2-40B4-BE49-F238E27FC236}">
                  <a16:creationId xmlns:a16="http://schemas.microsoft.com/office/drawing/2014/main" id="{33B45509-564D-FF36-7D23-E19C5706B85B}"/>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9" name="TextBox 8">
            <a:extLst>
              <a:ext uri="{FF2B5EF4-FFF2-40B4-BE49-F238E27FC236}">
                <a16:creationId xmlns:a16="http://schemas.microsoft.com/office/drawing/2014/main" id="{034F2291-6314-C1AD-04AC-4C2F36AFBCE5}"/>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0" name="Picture 9">
            <a:extLst>
              <a:ext uri="{FF2B5EF4-FFF2-40B4-BE49-F238E27FC236}">
                <a16:creationId xmlns:a16="http://schemas.microsoft.com/office/drawing/2014/main" id="{60D81222-A6F3-0F0F-54F8-3440A58FEE7D}"/>
              </a:ext>
            </a:extLst>
          </p:cNvPr>
          <p:cNvPicPr>
            <a:picLocks noChangeAspect="1"/>
          </p:cNvPicPr>
          <p:nvPr userDrawn="1"/>
        </p:nvPicPr>
        <p:blipFill>
          <a:blip r:embed="rId4"/>
          <a:stretch>
            <a:fillRect/>
          </a:stretch>
        </p:blipFill>
        <p:spPr>
          <a:xfrm>
            <a:off x="2583391" y="6481985"/>
            <a:ext cx="9339545" cy="118261"/>
          </a:xfrm>
          <a:prstGeom prst="rect">
            <a:avLst/>
          </a:prstGeom>
        </p:spPr>
      </p:pic>
      <p:sp>
        <p:nvSpPr>
          <p:cNvPr id="11" name="Date Placeholder 3">
            <a:extLst>
              <a:ext uri="{FF2B5EF4-FFF2-40B4-BE49-F238E27FC236}">
                <a16:creationId xmlns:a16="http://schemas.microsoft.com/office/drawing/2014/main" id="{15F7985F-5BDC-B2DF-EE61-A86912B6894F}"/>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4/24/2026</a:t>
            </a:fld>
            <a:endParaRPr lang="en-US"/>
          </a:p>
        </p:txBody>
      </p:sp>
      <p:sp>
        <p:nvSpPr>
          <p:cNvPr id="12" name="Footer Placeholder 4">
            <a:extLst>
              <a:ext uri="{FF2B5EF4-FFF2-40B4-BE49-F238E27FC236}">
                <a16:creationId xmlns:a16="http://schemas.microsoft.com/office/drawing/2014/main" id="{3F3C7577-EE0C-2234-C1BF-DA9C643EE268}"/>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39654137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lue Left">
    <p:spTree>
      <p:nvGrpSpPr>
        <p:cNvPr id="1" name=""/>
        <p:cNvGrpSpPr/>
        <p:nvPr/>
      </p:nvGrpSpPr>
      <p:grpSpPr>
        <a:xfrm>
          <a:off x="0" y="0"/>
          <a:ext cx="0" cy="0"/>
          <a:chOff x="0" y="0"/>
          <a:chExt cx="0" cy="0"/>
        </a:xfrm>
      </p:grpSpPr>
      <p:grpSp>
        <p:nvGrpSpPr>
          <p:cNvPr id="15" name="Group 14"/>
          <p:cNvGrpSpPr/>
          <p:nvPr userDrawn="1"/>
        </p:nvGrpSpPr>
        <p:grpSpPr>
          <a:xfrm>
            <a:off x="170156" y="134614"/>
            <a:ext cx="3918888" cy="6192390"/>
            <a:chOff x="125766" y="134614"/>
            <a:chExt cx="3918888" cy="6192390"/>
          </a:xfrm>
        </p:grpSpPr>
        <p:sp>
          <p:nvSpPr>
            <p:cNvPr id="16" name="Rectangle 15"/>
            <p:cNvSpPr/>
            <p:nvPr userDrawn="1"/>
          </p:nvSpPr>
          <p:spPr>
            <a:xfrm>
              <a:off x="125766" y="134614"/>
              <a:ext cx="3918888" cy="6192390"/>
            </a:xfrm>
            <a:prstGeom prst="rect">
              <a:avLst/>
            </a:prstGeom>
            <a:solidFill>
              <a:srgbClr val="1F5CA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17" name="Rectangle 16"/>
            <p:cNvSpPr/>
            <p:nvPr userDrawn="1"/>
          </p:nvSpPr>
          <p:spPr>
            <a:xfrm>
              <a:off x="125766" y="134614"/>
              <a:ext cx="3918888" cy="54884"/>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grpSp>
      <p:sp>
        <p:nvSpPr>
          <p:cNvPr id="3" name="Subtitle 2"/>
          <p:cNvSpPr>
            <a:spLocks noGrp="1"/>
          </p:cNvSpPr>
          <p:nvPr>
            <p:ph type="subTitle" idx="1" hasCustomPrompt="1"/>
          </p:nvPr>
        </p:nvSpPr>
        <p:spPr>
          <a:xfrm>
            <a:off x="423332" y="2190750"/>
            <a:ext cx="3335867" cy="3761528"/>
          </a:xfrm>
        </p:spPr>
        <p:txBody>
          <a:bodyPr>
            <a:normAutofit/>
          </a:bodyPr>
          <a:lstStyle>
            <a:lvl1pPr marL="0" indent="0" algn="l">
              <a:lnSpc>
                <a:spcPct val="100000"/>
              </a:lnSpc>
              <a:buNone/>
              <a:defRPr sz="1600" b="0" i="0">
                <a:solidFill>
                  <a:schemeClr val="bg1"/>
                </a:solidFill>
                <a:latin typeface="Readex Pro" pitchFamily="2" charset="-78"/>
                <a:cs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Nội dung</a:t>
            </a:r>
            <a:endParaRPr lang="en-US" dirty="0"/>
          </a:p>
        </p:txBody>
      </p:sp>
      <p:sp>
        <p:nvSpPr>
          <p:cNvPr id="2" name="Title 1"/>
          <p:cNvSpPr>
            <a:spLocks noGrp="1"/>
          </p:cNvSpPr>
          <p:nvPr>
            <p:ph type="ctrTitle" hasCustomPrompt="1"/>
          </p:nvPr>
        </p:nvSpPr>
        <p:spPr>
          <a:xfrm>
            <a:off x="423333" y="481807"/>
            <a:ext cx="3335866" cy="1570038"/>
          </a:xfrm>
        </p:spPr>
        <p:txBody>
          <a:bodyPr anchor="b" anchorCtr="0">
            <a:noAutofit/>
          </a:bodyPr>
          <a:lstStyle>
            <a:lvl1pPr algn="l">
              <a:defRPr sz="2800" b="1">
                <a:solidFill>
                  <a:schemeClr val="bg1"/>
                </a:solidFill>
                <a:latin typeface="K2D" panose="00000500000000000000" pitchFamily="2" charset="-34"/>
              </a:defRPr>
            </a:lvl1pPr>
          </a:lstStyle>
          <a:p>
            <a:r>
              <a:rPr lang="en-US"/>
              <a:t>Tiêu đề</a:t>
            </a:r>
            <a:endParaRPr lang="en-US" dirty="0"/>
          </a:p>
        </p:txBody>
      </p:sp>
      <p:sp>
        <p:nvSpPr>
          <p:cNvPr id="10" name="Content Placeholder 9"/>
          <p:cNvSpPr>
            <a:spLocks noGrp="1"/>
          </p:cNvSpPr>
          <p:nvPr>
            <p:ph sz="quarter" idx="12" hasCustomPrompt="1"/>
          </p:nvPr>
        </p:nvSpPr>
        <p:spPr>
          <a:xfrm>
            <a:off x="4210050" y="1233577"/>
            <a:ext cx="7685088" cy="4882552"/>
          </a:xfrm>
        </p:spPr>
        <p:txBody>
          <a:bodyPr>
            <a:normAutofit/>
          </a:bodyPr>
          <a:lstStyle>
            <a:lvl1pPr marL="0" indent="0">
              <a:buNone/>
              <a:defRPr sz="2400" b="0" i="0">
                <a:latin typeface="Readex Pro" pitchFamily="2" charset="-78"/>
                <a:cs typeface="Readex Pro" pitchFamily="2" charset="-78"/>
              </a:defRPr>
            </a:lvl1pPr>
            <a:lvl2pPr marL="457200" indent="0">
              <a:buNone/>
              <a:defRPr sz="2000" b="0" i="0">
                <a:latin typeface="Readex Pro" pitchFamily="2" charset="-78"/>
                <a:cs typeface="Readex Pro" pitchFamily="2" charset="-78"/>
              </a:defRPr>
            </a:lvl2pPr>
            <a:lvl3pPr marL="914400" indent="0">
              <a:buNone/>
              <a:defRPr sz="1800" b="0" i="0">
                <a:latin typeface="Readex Pro" pitchFamily="2" charset="-78"/>
                <a:cs typeface="Readex Pro" pitchFamily="2" charset="-78"/>
              </a:defRPr>
            </a:lvl3pPr>
            <a:lvl4pPr marL="1371600" indent="0">
              <a:buNone/>
              <a:defRPr sz="1600" b="0" i="0">
                <a:latin typeface="Readex Pro" pitchFamily="2" charset="-78"/>
                <a:cs typeface="Readex Pro" pitchFamily="2" charset="-78"/>
              </a:defRPr>
            </a:lvl4pPr>
            <a:lvl5pPr marL="1828800" indent="0">
              <a:buNone/>
              <a:defRPr sz="1600" b="0" i="0">
                <a:latin typeface="Readex Pro" pitchFamily="2" charset="-78"/>
                <a:cs typeface="Readex Pro" pitchFamily="2" charset="-78"/>
              </a:defRPr>
            </a:lvl5pPr>
          </a:lstStyle>
          <a:p>
            <a:pPr lvl="0"/>
            <a:r>
              <a:rPr lang="en-US"/>
              <a:t>Nội dung</a:t>
            </a:r>
            <a:endParaRPr lang="en-US" dirty="0"/>
          </a:p>
        </p:txBody>
      </p:sp>
      <p:pic>
        <p:nvPicPr>
          <p:cNvPr id="31" name="Picture 3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57565" y="285479"/>
            <a:ext cx="457200" cy="457200"/>
          </a:xfrm>
          <a:prstGeom prst="rect">
            <a:avLst/>
          </a:prstGeom>
        </p:spPr>
      </p:pic>
      <p:pic>
        <p:nvPicPr>
          <p:cNvPr id="23" name="Picture 22"/>
          <p:cNvPicPr>
            <a:picLocks noChangeAspect="1"/>
          </p:cNvPicPr>
          <p:nvPr userDrawn="1"/>
        </p:nvPicPr>
        <p:blipFill>
          <a:blip r:embed="rId3"/>
          <a:stretch>
            <a:fillRect/>
          </a:stretch>
        </p:blipFill>
        <p:spPr>
          <a:xfrm>
            <a:off x="11987783" y="93587"/>
            <a:ext cx="107165" cy="107007"/>
          </a:xfrm>
          <a:prstGeom prst="rect">
            <a:avLst/>
          </a:prstGeom>
        </p:spPr>
      </p:pic>
      <p:sp>
        <p:nvSpPr>
          <p:cNvPr id="4" name="Slide Number Placeholder 5">
            <a:extLst>
              <a:ext uri="{FF2B5EF4-FFF2-40B4-BE49-F238E27FC236}">
                <a16:creationId xmlns:a16="http://schemas.microsoft.com/office/drawing/2014/main" id="{555DA46C-D8B6-7CFC-66B8-7CB0661BDC50}"/>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5" name="Rectangle 4">
            <a:extLst>
              <a:ext uri="{FF2B5EF4-FFF2-40B4-BE49-F238E27FC236}">
                <a16:creationId xmlns:a16="http://schemas.microsoft.com/office/drawing/2014/main" id="{C520D40A-2E3B-C7A9-C896-AB297CD1D502}"/>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6" name="Rectangle 5">
            <a:extLst>
              <a:ext uri="{FF2B5EF4-FFF2-40B4-BE49-F238E27FC236}">
                <a16:creationId xmlns:a16="http://schemas.microsoft.com/office/drawing/2014/main" id="{90772D73-D33F-3CF1-F2EC-3AB49AB0A3E2}"/>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7" name="Slide Number Placeholder 5">
            <a:extLst>
              <a:ext uri="{FF2B5EF4-FFF2-40B4-BE49-F238E27FC236}">
                <a16:creationId xmlns:a16="http://schemas.microsoft.com/office/drawing/2014/main" id="{C3B7BB71-C74C-F574-53FD-686AF1FFDDB1}"/>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8" name="Group 7">
            <a:extLst>
              <a:ext uri="{FF2B5EF4-FFF2-40B4-BE49-F238E27FC236}">
                <a16:creationId xmlns:a16="http://schemas.microsoft.com/office/drawing/2014/main" id="{D2F3CACD-6A80-FFA4-A1A8-D43F712955F4}"/>
              </a:ext>
            </a:extLst>
          </p:cNvPr>
          <p:cNvGrpSpPr/>
          <p:nvPr userDrawn="1"/>
        </p:nvGrpSpPr>
        <p:grpSpPr>
          <a:xfrm>
            <a:off x="817685" y="6410864"/>
            <a:ext cx="2760487" cy="403790"/>
            <a:chOff x="741485" y="6410864"/>
            <a:chExt cx="2760487" cy="403790"/>
          </a:xfrm>
        </p:grpSpPr>
        <p:sp>
          <p:nvSpPr>
            <p:cNvPr id="9" name="TextBox 8">
              <a:extLst>
                <a:ext uri="{FF2B5EF4-FFF2-40B4-BE49-F238E27FC236}">
                  <a16:creationId xmlns:a16="http://schemas.microsoft.com/office/drawing/2014/main" id="{8FAEB09F-CD5E-7ADC-1B2F-8965E3D71282}"/>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11" name="TextBox 10">
              <a:extLst>
                <a:ext uri="{FF2B5EF4-FFF2-40B4-BE49-F238E27FC236}">
                  <a16:creationId xmlns:a16="http://schemas.microsoft.com/office/drawing/2014/main" id="{D6F64E0D-6262-6968-C324-91B0C29DAE29}"/>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12" name="TextBox 11">
            <a:extLst>
              <a:ext uri="{FF2B5EF4-FFF2-40B4-BE49-F238E27FC236}">
                <a16:creationId xmlns:a16="http://schemas.microsoft.com/office/drawing/2014/main" id="{46ACF565-7282-52D8-2F87-9979EB7D22E4}"/>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3" name="Picture 12">
            <a:extLst>
              <a:ext uri="{FF2B5EF4-FFF2-40B4-BE49-F238E27FC236}">
                <a16:creationId xmlns:a16="http://schemas.microsoft.com/office/drawing/2014/main" id="{F5EB52C3-46A3-8597-EB48-A059B972B610}"/>
              </a:ext>
            </a:extLst>
          </p:cNvPr>
          <p:cNvPicPr>
            <a:picLocks noChangeAspect="1"/>
          </p:cNvPicPr>
          <p:nvPr userDrawn="1"/>
        </p:nvPicPr>
        <p:blipFill>
          <a:blip r:embed="rId4"/>
          <a:stretch>
            <a:fillRect/>
          </a:stretch>
        </p:blipFill>
        <p:spPr>
          <a:xfrm>
            <a:off x="2583391" y="6481985"/>
            <a:ext cx="9339545" cy="118261"/>
          </a:xfrm>
          <a:prstGeom prst="rect">
            <a:avLst/>
          </a:prstGeom>
        </p:spPr>
      </p:pic>
      <p:sp>
        <p:nvSpPr>
          <p:cNvPr id="14" name="Date Placeholder 3">
            <a:extLst>
              <a:ext uri="{FF2B5EF4-FFF2-40B4-BE49-F238E27FC236}">
                <a16:creationId xmlns:a16="http://schemas.microsoft.com/office/drawing/2014/main" id="{F417CD2D-3662-2AA5-03DA-B7DB71FD4D11}"/>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4/24/2026</a:t>
            </a:fld>
            <a:endParaRPr lang="en-US"/>
          </a:p>
        </p:txBody>
      </p:sp>
      <p:sp>
        <p:nvSpPr>
          <p:cNvPr id="18" name="Footer Placeholder 4">
            <a:extLst>
              <a:ext uri="{FF2B5EF4-FFF2-40B4-BE49-F238E27FC236}">
                <a16:creationId xmlns:a16="http://schemas.microsoft.com/office/drawing/2014/main" id="{176764BE-F724-71A0-BE05-2D8CD35F4D59}"/>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17590626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icture Top">
    <p:bg>
      <p:bgPr>
        <a:solidFill>
          <a:schemeClr val="bg1"/>
        </a:solidFill>
        <a:effectLst/>
      </p:bgPr>
    </p:bg>
    <p:spTree>
      <p:nvGrpSpPr>
        <p:cNvPr id="1" name=""/>
        <p:cNvGrpSpPr/>
        <p:nvPr/>
      </p:nvGrpSpPr>
      <p:grpSpPr>
        <a:xfrm>
          <a:off x="0" y="0"/>
          <a:ext cx="0" cy="0"/>
          <a:chOff x="0" y="0"/>
          <a:chExt cx="0" cy="0"/>
        </a:xfrm>
      </p:grpSpPr>
      <p:grpSp>
        <p:nvGrpSpPr>
          <p:cNvPr id="4" name="Group 3"/>
          <p:cNvGrpSpPr/>
          <p:nvPr userDrawn="1"/>
        </p:nvGrpSpPr>
        <p:grpSpPr>
          <a:xfrm>
            <a:off x="152386" y="134613"/>
            <a:ext cx="11887228" cy="2275212"/>
            <a:chOff x="125766" y="134611"/>
            <a:chExt cx="3918888" cy="6192393"/>
          </a:xfrm>
        </p:grpSpPr>
        <p:sp>
          <p:nvSpPr>
            <p:cNvPr id="8" name="Rectangle 7"/>
            <p:cNvSpPr/>
            <p:nvPr userDrawn="1"/>
          </p:nvSpPr>
          <p:spPr>
            <a:xfrm>
              <a:off x="125766" y="134614"/>
              <a:ext cx="3918888" cy="6192390"/>
            </a:xfrm>
            <a:prstGeom prst="rect">
              <a:avLst/>
            </a:prstGeom>
            <a:solidFill>
              <a:srgbClr val="1F5CA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20" name="Rectangle 19"/>
            <p:cNvSpPr/>
            <p:nvPr userDrawn="1"/>
          </p:nvSpPr>
          <p:spPr>
            <a:xfrm>
              <a:off x="125766" y="134611"/>
              <a:ext cx="3918888" cy="124432"/>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grpSp>
      <p:sp>
        <p:nvSpPr>
          <p:cNvPr id="3" name="Subtitle 2"/>
          <p:cNvSpPr>
            <a:spLocks noGrp="1"/>
          </p:cNvSpPr>
          <p:nvPr>
            <p:ph type="subTitle" idx="1" hasCustomPrompt="1"/>
          </p:nvPr>
        </p:nvSpPr>
        <p:spPr>
          <a:xfrm>
            <a:off x="6191250" y="465934"/>
            <a:ext cx="5229225" cy="1634339"/>
          </a:xfrm>
        </p:spPr>
        <p:txBody>
          <a:bodyPr wrap="square">
            <a:noAutofit/>
          </a:bodyPr>
          <a:lstStyle>
            <a:lvl1pPr marL="0" indent="0" algn="l">
              <a:lnSpc>
                <a:spcPct val="150000"/>
              </a:lnSpc>
              <a:buNone/>
              <a:defRPr sz="1600" b="0" i="0">
                <a:solidFill>
                  <a:schemeClr val="bg1"/>
                </a:solidFill>
                <a:latin typeface="Readex Pro" pitchFamily="2" charset="-78"/>
                <a:cs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Nội dung</a:t>
            </a:r>
            <a:endParaRPr lang="en-US" dirty="0"/>
          </a:p>
        </p:txBody>
      </p:sp>
      <p:sp>
        <p:nvSpPr>
          <p:cNvPr id="2" name="Title 1"/>
          <p:cNvSpPr>
            <a:spLocks noGrp="1"/>
          </p:cNvSpPr>
          <p:nvPr>
            <p:ph type="ctrTitle" hasCustomPrompt="1"/>
          </p:nvPr>
        </p:nvSpPr>
        <p:spPr>
          <a:xfrm>
            <a:off x="624705" y="3223632"/>
            <a:ext cx="4928369" cy="1420849"/>
          </a:xfrm>
        </p:spPr>
        <p:txBody>
          <a:bodyPr anchor="b" anchorCtr="0">
            <a:noAutofit/>
          </a:bodyPr>
          <a:lstStyle>
            <a:lvl1pPr algn="l">
              <a:defRPr sz="2800" b="1">
                <a:solidFill>
                  <a:srgbClr val="1F5CA9"/>
                </a:solidFill>
                <a:latin typeface="K2D" panose="00000500000000000000" pitchFamily="2" charset="-34"/>
              </a:defRPr>
            </a:lvl1pPr>
          </a:lstStyle>
          <a:p>
            <a:r>
              <a:rPr lang="en-US"/>
              <a:t>Tiêu đề</a:t>
            </a:r>
            <a:endParaRPr lang="en-US" dirty="0"/>
          </a:p>
        </p:txBody>
      </p:sp>
      <p:sp>
        <p:nvSpPr>
          <p:cNvPr id="9" name="Picture Placeholder 8"/>
          <p:cNvSpPr>
            <a:spLocks noGrp="1"/>
          </p:cNvSpPr>
          <p:nvPr>
            <p:ph type="pic" sz="quarter" idx="12" hasCustomPrompt="1"/>
          </p:nvPr>
        </p:nvSpPr>
        <p:spPr>
          <a:xfrm>
            <a:off x="625089" y="438150"/>
            <a:ext cx="4927600" cy="2619375"/>
          </a:xfrm>
          <a:solidFill>
            <a:schemeClr val="bg1"/>
          </a:solidFill>
          <a:ln w="38100">
            <a:noFill/>
            <a:miter lim="800000"/>
          </a:ln>
        </p:spPr>
        <p:txBody>
          <a:bodyPr anchor="ctr" anchorCtr="0"/>
          <a:lstStyle>
            <a:lvl1pPr marL="0" indent="0" algn="ctr">
              <a:buNone/>
              <a:defRPr/>
            </a:lvl1pPr>
          </a:lstStyle>
          <a:p>
            <a:r>
              <a:rPr lang="en-US"/>
              <a:t>Chèn ảnh</a:t>
            </a:r>
          </a:p>
        </p:txBody>
      </p:sp>
      <p:sp>
        <p:nvSpPr>
          <p:cNvPr id="19" name="Rectangle 18"/>
          <p:cNvSpPr/>
          <p:nvPr userDrawn="1"/>
        </p:nvSpPr>
        <p:spPr>
          <a:xfrm>
            <a:off x="624706" y="3062972"/>
            <a:ext cx="4927984" cy="88554"/>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pic>
        <p:nvPicPr>
          <p:cNvPr id="21" name="Picture 20">
            <a:extLst>
              <a:ext uri="{FF2B5EF4-FFF2-40B4-BE49-F238E27FC236}">
                <a16:creationId xmlns:a16="http://schemas.microsoft.com/office/drawing/2014/main" id="{9DE2B706-8307-6ED5-F877-389B0B297961}"/>
              </a:ext>
            </a:extLst>
          </p:cNvPr>
          <p:cNvPicPr>
            <a:picLocks noChangeAspect="1"/>
          </p:cNvPicPr>
          <p:nvPr userDrawn="1"/>
        </p:nvPicPr>
        <p:blipFill>
          <a:blip r:embed="rId2">
            <a:duotone>
              <a:prstClr val="black"/>
              <a:schemeClr val="tx2">
                <a:tint val="45000"/>
                <a:satMod val="400000"/>
              </a:schemeClr>
            </a:duotone>
            <a:alphaModFix amt="85000"/>
            <a:extLst>
              <a:ext uri="{28A0092B-C50C-407E-A947-70E740481C1C}">
                <a14:useLocalDpi xmlns:a14="http://schemas.microsoft.com/office/drawing/2010/main" val="0"/>
              </a:ext>
            </a:extLst>
          </a:blip>
          <a:stretch>
            <a:fillRect/>
          </a:stretch>
        </p:blipFill>
        <p:spPr>
          <a:xfrm>
            <a:off x="7069466" y="2644402"/>
            <a:ext cx="3453753" cy="3402396"/>
          </a:xfrm>
          <a:prstGeom prst="rect">
            <a:avLst/>
          </a:prstGeom>
        </p:spPr>
      </p:pic>
      <p:pic>
        <p:nvPicPr>
          <p:cNvPr id="37" name="Picture 3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353815" y="2177429"/>
            <a:ext cx="457200" cy="457200"/>
          </a:xfrm>
          <a:prstGeom prst="rect">
            <a:avLst/>
          </a:prstGeom>
        </p:spPr>
      </p:pic>
      <p:pic>
        <p:nvPicPr>
          <p:cNvPr id="27" name="Picture 26"/>
          <p:cNvPicPr>
            <a:picLocks noChangeAspect="1"/>
          </p:cNvPicPr>
          <p:nvPr userDrawn="1"/>
        </p:nvPicPr>
        <p:blipFill>
          <a:blip r:embed="rId4"/>
          <a:stretch>
            <a:fillRect/>
          </a:stretch>
        </p:blipFill>
        <p:spPr>
          <a:xfrm>
            <a:off x="11987783" y="93587"/>
            <a:ext cx="107165" cy="107007"/>
          </a:xfrm>
          <a:prstGeom prst="rect">
            <a:avLst/>
          </a:prstGeom>
        </p:spPr>
      </p:pic>
      <p:sp>
        <p:nvSpPr>
          <p:cNvPr id="5" name="Slide Number Placeholder 5">
            <a:extLst>
              <a:ext uri="{FF2B5EF4-FFF2-40B4-BE49-F238E27FC236}">
                <a16:creationId xmlns:a16="http://schemas.microsoft.com/office/drawing/2014/main" id="{A5B4C324-3C81-EE05-863B-0BFD10068AD0}"/>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6" name="Rectangle 5">
            <a:extLst>
              <a:ext uri="{FF2B5EF4-FFF2-40B4-BE49-F238E27FC236}">
                <a16:creationId xmlns:a16="http://schemas.microsoft.com/office/drawing/2014/main" id="{7CC62863-B89C-435F-F151-714E85DDC0DE}"/>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7" name="Rectangle 6">
            <a:extLst>
              <a:ext uri="{FF2B5EF4-FFF2-40B4-BE49-F238E27FC236}">
                <a16:creationId xmlns:a16="http://schemas.microsoft.com/office/drawing/2014/main" id="{54D858D0-591A-DB7C-B0CF-EC5885EF6AA5}"/>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10" name="Slide Number Placeholder 5">
            <a:extLst>
              <a:ext uri="{FF2B5EF4-FFF2-40B4-BE49-F238E27FC236}">
                <a16:creationId xmlns:a16="http://schemas.microsoft.com/office/drawing/2014/main" id="{91B9E2AA-8C7B-B434-371B-D07F8E42BC7D}"/>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11" name="Group 10">
            <a:extLst>
              <a:ext uri="{FF2B5EF4-FFF2-40B4-BE49-F238E27FC236}">
                <a16:creationId xmlns:a16="http://schemas.microsoft.com/office/drawing/2014/main" id="{EE048CFE-B19B-7653-369A-1274DDC6A672}"/>
              </a:ext>
            </a:extLst>
          </p:cNvPr>
          <p:cNvGrpSpPr/>
          <p:nvPr userDrawn="1"/>
        </p:nvGrpSpPr>
        <p:grpSpPr>
          <a:xfrm>
            <a:off x="817685" y="6410864"/>
            <a:ext cx="2760487" cy="403790"/>
            <a:chOff x="741485" y="6410864"/>
            <a:chExt cx="2760487" cy="403790"/>
          </a:xfrm>
        </p:grpSpPr>
        <p:sp>
          <p:nvSpPr>
            <p:cNvPr id="12" name="TextBox 11">
              <a:extLst>
                <a:ext uri="{FF2B5EF4-FFF2-40B4-BE49-F238E27FC236}">
                  <a16:creationId xmlns:a16="http://schemas.microsoft.com/office/drawing/2014/main" id="{38B54DA6-059E-42E3-D2C2-7CC236D17F72}"/>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13" name="TextBox 12">
              <a:extLst>
                <a:ext uri="{FF2B5EF4-FFF2-40B4-BE49-F238E27FC236}">
                  <a16:creationId xmlns:a16="http://schemas.microsoft.com/office/drawing/2014/main" id="{B478C257-C905-714F-8D36-7C4FEA7B1012}"/>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14" name="TextBox 13">
            <a:extLst>
              <a:ext uri="{FF2B5EF4-FFF2-40B4-BE49-F238E27FC236}">
                <a16:creationId xmlns:a16="http://schemas.microsoft.com/office/drawing/2014/main" id="{7171E3B6-9344-8EA5-ECCC-B4E2DB489CB6}"/>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5" name="Picture 14">
            <a:extLst>
              <a:ext uri="{FF2B5EF4-FFF2-40B4-BE49-F238E27FC236}">
                <a16:creationId xmlns:a16="http://schemas.microsoft.com/office/drawing/2014/main" id="{EB4D2815-B553-E7E3-A420-642D631F8509}"/>
              </a:ext>
            </a:extLst>
          </p:cNvPr>
          <p:cNvPicPr>
            <a:picLocks noChangeAspect="1"/>
          </p:cNvPicPr>
          <p:nvPr userDrawn="1"/>
        </p:nvPicPr>
        <p:blipFill>
          <a:blip r:embed="rId5"/>
          <a:stretch>
            <a:fillRect/>
          </a:stretch>
        </p:blipFill>
        <p:spPr>
          <a:xfrm>
            <a:off x="2583391" y="6481985"/>
            <a:ext cx="9339545" cy="118261"/>
          </a:xfrm>
          <a:prstGeom prst="rect">
            <a:avLst/>
          </a:prstGeom>
        </p:spPr>
      </p:pic>
      <p:sp>
        <p:nvSpPr>
          <p:cNvPr id="16" name="Date Placeholder 3">
            <a:extLst>
              <a:ext uri="{FF2B5EF4-FFF2-40B4-BE49-F238E27FC236}">
                <a16:creationId xmlns:a16="http://schemas.microsoft.com/office/drawing/2014/main" id="{D43C1B86-79CD-A2B3-901F-0E811E86BC41}"/>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4/24/2026</a:t>
            </a:fld>
            <a:endParaRPr lang="en-US"/>
          </a:p>
        </p:txBody>
      </p:sp>
      <p:sp>
        <p:nvSpPr>
          <p:cNvPr id="17" name="Footer Placeholder 4">
            <a:extLst>
              <a:ext uri="{FF2B5EF4-FFF2-40B4-BE49-F238E27FC236}">
                <a16:creationId xmlns:a16="http://schemas.microsoft.com/office/drawing/2014/main" id="{01990695-EF78-6AB0-E960-0608F2EFCBD6}"/>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42322556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Bottom">
    <p:bg>
      <p:bgPr>
        <a:solidFill>
          <a:schemeClr val="bg1"/>
        </a:solidFill>
        <a:effectLst/>
      </p:bgPr>
    </p:bg>
    <p:spTree>
      <p:nvGrpSpPr>
        <p:cNvPr id="1" name=""/>
        <p:cNvGrpSpPr/>
        <p:nvPr/>
      </p:nvGrpSpPr>
      <p:grpSpPr>
        <a:xfrm>
          <a:off x="0" y="0"/>
          <a:ext cx="0" cy="0"/>
          <a:chOff x="0" y="0"/>
          <a:chExt cx="0" cy="0"/>
        </a:xfrm>
      </p:grpSpPr>
      <p:grpSp>
        <p:nvGrpSpPr>
          <p:cNvPr id="4" name="Group 3"/>
          <p:cNvGrpSpPr/>
          <p:nvPr userDrawn="1"/>
        </p:nvGrpSpPr>
        <p:grpSpPr>
          <a:xfrm>
            <a:off x="152386" y="3979538"/>
            <a:ext cx="11887228" cy="2275212"/>
            <a:chOff x="125766" y="134611"/>
            <a:chExt cx="3918888" cy="6192393"/>
          </a:xfrm>
        </p:grpSpPr>
        <p:sp>
          <p:nvSpPr>
            <p:cNvPr id="8" name="Rectangle 7"/>
            <p:cNvSpPr/>
            <p:nvPr userDrawn="1"/>
          </p:nvSpPr>
          <p:spPr>
            <a:xfrm>
              <a:off x="125766" y="134614"/>
              <a:ext cx="3918888" cy="6192390"/>
            </a:xfrm>
            <a:prstGeom prst="rect">
              <a:avLst/>
            </a:prstGeom>
            <a:solidFill>
              <a:srgbClr val="1F5CA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20" name="Rectangle 19"/>
            <p:cNvSpPr/>
            <p:nvPr userDrawn="1"/>
          </p:nvSpPr>
          <p:spPr>
            <a:xfrm>
              <a:off x="125766" y="134611"/>
              <a:ext cx="3918888" cy="124432"/>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grpSp>
      <p:sp>
        <p:nvSpPr>
          <p:cNvPr id="3" name="Subtitle 2"/>
          <p:cNvSpPr>
            <a:spLocks noGrp="1"/>
          </p:cNvSpPr>
          <p:nvPr>
            <p:ph type="subTitle" idx="1" hasCustomPrompt="1"/>
          </p:nvPr>
        </p:nvSpPr>
        <p:spPr>
          <a:xfrm>
            <a:off x="741485" y="4229011"/>
            <a:ext cx="5229225" cy="1634339"/>
          </a:xfrm>
        </p:spPr>
        <p:txBody>
          <a:bodyPr>
            <a:normAutofit/>
          </a:bodyPr>
          <a:lstStyle>
            <a:lvl1pPr marL="0" indent="0" algn="l">
              <a:lnSpc>
                <a:spcPct val="150000"/>
              </a:lnSpc>
              <a:buNone/>
              <a:defRPr sz="1600" b="0" i="0">
                <a:solidFill>
                  <a:schemeClr val="bg1"/>
                </a:solidFill>
                <a:latin typeface="Readex Pro" pitchFamily="2" charset="-78"/>
                <a:cs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Nội dung</a:t>
            </a:r>
            <a:endParaRPr lang="en-US" dirty="0"/>
          </a:p>
        </p:txBody>
      </p:sp>
      <p:sp>
        <p:nvSpPr>
          <p:cNvPr id="2" name="Title 1"/>
          <p:cNvSpPr>
            <a:spLocks noGrp="1"/>
          </p:cNvSpPr>
          <p:nvPr>
            <p:ph type="ctrTitle" hasCustomPrompt="1"/>
          </p:nvPr>
        </p:nvSpPr>
        <p:spPr>
          <a:xfrm>
            <a:off x="6569891" y="811935"/>
            <a:ext cx="5229225" cy="1420849"/>
          </a:xfrm>
        </p:spPr>
        <p:txBody>
          <a:bodyPr anchor="b" anchorCtr="0">
            <a:noAutofit/>
          </a:bodyPr>
          <a:lstStyle>
            <a:lvl1pPr algn="l">
              <a:defRPr sz="2800" b="1">
                <a:solidFill>
                  <a:srgbClr val="1F5CA9"/>
                </a:solidFill>
                <a:latin typeface="K2D" panose="00000500000000000000" pitchFamily="2" charset="-34"/>
              </a:defRPr>
            </a:lvl1pPr>
          </a:lstStyle>
          <a:p>
            <a:r>
              <a:rPr lang="en-US"/>
              <a:t>Tiêu đề</a:t>
            </a:r>
            <a:endParaRPr lang="en-US" dirty="0"/>
          </a:p>
        </p:txBody>
      </p:sp>
      <p:sp>
        <p:nvSpPr>
          <p:cNvPr id="9" name="Picture Placeholder 8"/>
          <p:cNvSpPr>
            <a:spLocks noGrp="1"/>
          </p:cNvSpPr>
          <p:nvPr>
            <p:ph type="pic" sz="quarter" idx="12" hasCustomPrompt="1"/>
          </p:nvPr>
        </p:nvSpPr>
        <p:spPr>
          <a:xfrm>
            <a:off x="6720704" y="2860675"/>
            <a:ext cx="4927600" cy="2619375"/>
          </a:xfrm>
          <a:solidFill>
            <a:schemeClr val="bg1"/>
          </a:solidFill>
          <a:ln w="38100">
            <a:noFill/>
            <a:miter lim="800000"/>
          </a:ln>
        </p:spPr>
        <p:txBody>
          <a:bodyPr anchor="ctr" anchorCtr="0"/>
          <a:lstStyle>
            <a:lvl1pPr marL="0" indent="0" algn="ctr">
              <a:buNone/>
              <a:defRPr/>
            </a:lvl1pPr>
          </a:lstStyle>
          <a:p>
            <a:r>
              <a:rPr lang="en-US"/>
              <a:t>Chèn ảnh</a:t>
            </a:r>
          </a:p>
        </p:txBody>
      </p:sp>
      <p:sp>
        <p:nvSpPr>
          <p:cNvPr id="19" name="Rectangle 18"/>
          <p:cNvSpPr/>
          <p:nvPr userDrawn="1"/>
        </p:nvSpPr>
        <p:spPr>
          <a:xfrm>
            <a:off x="6720704" y="2772120"/>
            <a:ext cx="4928369" cy="88554"/>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pic>
        <p:nvPicPr>
          <p:cNvPr id="21" name="Picture 20">
            <a:extLst>
              <a:ext uri="{FF2B5EF4-FFF2-40B4-BE49-F238E27FC236}">
                <a16:creationId xmlns:a16="http://schemas.microsoft.com/office/drawing/2014/main" id="{2CD997C6-547B-2702-8F85-89942F1AB17D}"/>
              </a:ext>
            </a:extLst>
          </p:cNvPr>
          <p:cNvPicPr>
            <a:picLocks noChangeAspect="1"/>
          </p:cNvPicPr>
          <p:nvPr userDrawn="1"/>
        </p:nvPicPr>
        <p:blipFill>
          <a:blip r:embed="rId2">
            <a:duotone>
              <a:prstClr val="black"/>
              <a:schemeClr val="tx2">
                <a:tint val="45000"/>
                <a:satMod val="400000"/>
              </a:schemeClr>
            </a:duotone>
            <a:alphaModFix amt="85000"/>
            <a:extLst>
              <a:ext uri="{28A0092B-C50C-407E-A947-70E740481C1C}">
                <a14:useLocalDpi xmlns:a14="http://schemas.microsoft.com/office/drawing/2010/main" val="0"/>
              </a:ext>
            </a:extLst>
          </a:blip>
          <a:stretch>
            <a:fillRect/>
          </a:stretch>
        </p:blipFill>
        <p:spPr>
          <a:xfrm>
            <a:off x="1183842" y="373388"/>
            <a:ext cx="3453753" cy="3402396"/>
          </a:xfrm>
          <a:prstGeom prst="rect">
            <a:avLst/>
          </a:prstGeom>
        </p:spPr>
      </p:pic>
      <p:pic>
        <p:nvPicPr>
          <p:cNvPr id="36" name="Picture 3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rot="16200000">
            <a:off x="222467" y="3759764"/>
            <a:ext cx="457200" cy="457200"/>
          </a:xfrm>
          <a:prstGeom prst="rect">
            <a:avLst/>
          </a:prstGeom>
        </p:spPr>
      </p:pic>
      <p:pic>
        <p:nvPicPr>
          <p:cNvPr id="27" name="Picture 26"/>
          <p:cNvPicPr>
            <a:picLocks noChangeAspect="1"/>
          </p:cNvPicPr>
          <p:nvPr userDrawn="1"/>
        </p:nvPicPr>
        <p:blipFill>
          <a:blip r:embed="rId4"/>
          <a:stretch>
            <a:fillRect/>
          </a:stretch>
        </p:blipFill>
        <p:spPr>
          <a:xfrm>
            <a:off x="11987783" y="93587"/>
            <a:ext cx="107165" cy="107007"/>
          </a:xfrm>
          <a:prstGeom prst="rect">
            <a:avLst/>
          </a:prstGeom>
        </p:spPr>
      </p:pic>
      <p:sp>
        <p:nvSpPr>
          <p:cNvPr id="5" name="Slide Number Placeholder 5">
            <a:extLst>
              <a:ext uri="{FF2B5EF4-FFF2-40B4-BE49-F238E27FC236}">
                <a16:creationId xmlns:a16="http://schemas.microsoft.com/office/drawing/2014/main" id="{4AF876A1-6B11-6FF8-2D84-015F96056B19}"/>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6" name="Rectangle 5">
            <a:extLst>
              <a:ext uri="{FF2B5EF4-FFF2-40B4-BE49-F238E27FC236}">
                <a16:creationId xmlns:a16="http://schemas.microsoft.com/office/drawing/2014/main" id="{29CA6408-9D66-09C4-41AB-00CC1729D300}"/>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7" name="Rectangle 6">
            <a:extLst>
              <a:ext uri="{FF2B5EF4-FFF2-40B4-BE49-F238E27FC236}">
                <a16:creationId xmlns:a16="http://schemas.microsoft.com/office/drawing/2014/main" id="{1E0018DF-49AD-91F7-0DB0-C9BC1261979F}"/>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10" name="Slide Number Placeholder 5">
            <a:extLst>
              <a:ext uri="{FF2B5EF4-FFF2-40B4-BE49-F238E27FC236}">
                <a16:creationId xmlns:a16="http://schemas.microsoft.com/office/drawing/2014/main" id="{A0C13370-E7EC-678E-BD5A-DB77AAE1330C}"/>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11" name="Group 10">
            <a:extLst>
              <a:ext uri="{FF2B5EF4-FFF2-40B4-BE49-F238E27FC236}">
                <a16:creationId xmlns:a16="http://schemas.microsoft.com/office/drawing/2014/main" id="{84E15444-C65B-BCB2-0C08-2D44E08572BC}"/>
              </a:ext>
            </a:extLst>
          </p:cNvPr>
          <p:cNvGrpSpPr/>
          <p:nvPr userDrawn="1"/>
        </p:nvGrpSpPr>
        <p:grpSpPr>
          <a:xfrm>
            <a:off x="817685" y="6410864"/>
            <a:ext cx="2760487" cy="403790"/>
            <a:chOff x="741485" y="6410864"/>
            <a:chExt cx="2760487" cy="403790"/>
          </a:xfrm>
        </p:grpSpPr>
        <p:sp>
          <p:nvSpPr>
            <p:cNvPr id="12" name="TextBox 11">
              <a:extLst>
                <a:ext uri="{FF2B5EF4-FFF2-40B4-BE49-F238E27FC236}">
                  <a16:creationId xmlns:a16="http://schemas.microsoft.com/office/drawing/2014/main" id="{552101A3-77ED-E52F-5EB8-690B6987CDF4}"/>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13" name="TextBox 12">
              <a:extLst>
                <a:ext uri="{FF2B5EF4-FFF2-40B4-BE49-F238E27FC236}">
                  <a16:creationId xmlns:a16="http://schemas.microsoft.com/office/drawing/2014/main" id="{97794B63-DFC9-1FBB-688F-B4BDE18353AD}"/>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14" name="TextBox 13">
            <a:extLst>
              <a:ext uri="{FF2B5EF4-FFF2-40B4-BE49-F238E27FC236}">
                <a16:creationId xmlns:a16="http://schemas.microsoft.com/office/drawing/2014/main" id="{3970B167-68C8-83AC-0439-E32E52CA290E}"/>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5" name="Picture 14">
            <a:extLst>
              <a:ext uri="{FF2B5EF4-FFF2-40B4-BE49-F238E27FC236}">
                <a16:creationId xmlns:a16="http://schemas.microsoft.com/office/drawing/2014/main" id="{D62CD55A-1C1C-F2FF-326E-E4EDF0960961}"/>
              </a:ext>
            </a:extLst>
          </p:cNvPr>
          <p:cNvPicPr>
            <a:picLocks noChangeAspect="1"/>
          </p:cNvPicPr>
          <p:nvPr userDrawn="1"/>
        </p:nvPicPr>
        <p:blipFill>
          <a:blip r:embed="rId5"/>
          <a:stretch>
            <a:fillRect/>
          </a:stretch>
        </p:blipFill>
        <p:spPr>
          <a:xfrm>
            <a:off x="2583391" y="6481985"/>
            <a:ext cx="9339545" cy="118261"/>
          </a:xfrm>
          <a:prstGeom prst="rect">
            <a:avLst/>
          </a:prstGeom>
        </p:spPr>
      </p:pic>
      <p:sp>
        <p:nvSpPr>
          <p:cNvPr id="16" name="Date Placeholder 3">
            <a:extLst>
              <a:ext uri="{FF2B5EF4-FFF2-40B4-BE49-F238E27FC236}">
                <a16:creationId xmlns:a16="http://schemas.microsoft.com/office/drawing/2014/main" id="{2106D705-167D-4957-B052-389F58C3C7E6}"/>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4/24/2026</a:t>
            </a:fld>
            <a:endParaRPr lang="en-US"/>
          </a:p>
        </p:txBody>
      </p:sp>
      <p:sp>
        <p:nvSpPr>
          <p:cNvPr id="17" name="Footer Placeholder 4">
            <a:extLst>
              <a:ext uri="{FF2B5EF4-FFF2-40B4-BE49-F238E27FC236}">
                <a16:creationId xmlns:a16="http://schemas.microsoft.com/office/drawing/2014/main" id="{4B50CB5C-9421-8092-B746-31E9C2FB3146}"/>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823943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User Information">
    <p:bg>
      <p:bgPr>
        <a:solidFill>
          <a:schemeClr val="bg1"/>
        </a:solidFill>
        <a:effectLst/>
      </p:bgPr>
    </p:bg>
    <p:spTree>
      <p:nvGrpSpPr>
        <p:cNvPr id="1" name=""/>
        <p:cNvGrpSpPr/>
        <p:nvPr/>
      </p:nvGrpSpPr>
      <p:grpSpPr>
        <a:xfrm>
          <a:off x="0" y="0"/>
          <a:ext cx="0" cy="0"/>
          <a:chOff x="0" y="0"/>
          <a:chExt cx="0" cy="0"/>
        </a:xfrm>
      </p:grpSpPr>
      <p:sp>
        <p:nvSpPr>
          <p:cNvPr id="20" name="Rectangle 19"/>
          <p:cNvSpPr/>
          <p:nvPr userDrawn="1"/>
        </p:nvSpPr>
        <p:spPr>
          <a:xfrm>
            <a:off x="0" y="2580549"/>
            <a:ext cx="12192000" cy="107901"/>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3" name="Subtitle 2"/>
          <p:cNvSpPr>
            <a:spLocks noGrp="1"/>
          </p:cNvSpPr>
          <p:nvPr>
            <p:ph type="subTitle" idx="1" hasCustomPrompt="1"/>
          </p:nvPr>
        </p:nvSpPr>
        <p:spPr>
          <a:xfrm>
            <a:off x="3501972" y="3856819"/>
            <a:ext cx="7445428" cy="2304603"/>
          </a:xfrm>
        </p:spPr>
        <p:txBody>
          <a:bodyPr>
            <a:normAutofit/>
          </a:bodyPr>
          <a:lstStyle>
            <a:lvl1pPr marL="0" indent="0" algn="l">
              <a:lnSpc>
                <a:spcPct val="100000"/>
              </a:lnSpc>
              <a:buNone/>
              <a:defRPr sz="1600" b="0" i="0">
                <a:solidFill>
                  <a:srgbClr val="000000"/>
                </a:solidFill>
                <a:latin typeface="Readex Pro" pitchFamily="2" charset="-78"/>
                <a:cs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Các thông tin cá nhân có liên quan</a:t>
            </a:r>
            <a:endParaRPr lang="en-US" dirty="0"/>
          </a:p>
        </p:txBody>
      </p:sp>
      <p:sp>
        <p:nvSpPr>
          <p:cNvPr id="2" name="Title 1"/>
          <p:cNvSpPr>
            <a:spLocks noGrp="1"/>
          </p:cNvSpPr>
          <p:nvPr>
            <p:ph type="ctrTitle" hasCustomPrompt="1"/>
          </p:nvPr>
        </p:nvSpPr>
        <p:spPr>
          <a:xfrm>
            <a:off x="3503437" y="2747660"/>
            <a:ext cx="7443963" cy="904404"/>
          </a:xfrm>
        </p:spPr>
        <p:txBody>
          <a:bodyPr vert="horz" lIns="91440" tIns="45720" rIns="91440" bIns="45720" rtlCol="0" anchor="ctr">
            <a:normAutofit/>
          </a:bodyPr>
          <a:lstStyle>
            <a:lvl1pPr>
              <a:defRPr lang="en-US" sz="3200" b="1" baseline="0" dirty="0">
                <a:solidFill>
                  <a:srgbClr val="1F5CA9"/>
                </a:solidFill>
                <a:latin typeface="K2D" panose="00000500000000000000" pitchFamily="2" charset="-34"/>
                <a:ea typeface="+mn-ea"/>
                <a:cs typeface="+mn-cs"/>
              </a:defRPr>
            </a:lvl1pPr>
          </a:lstStyle>
          <a:p>
            <a:pPr lvl="0"/>
            <a:r>
              <a:rPr lang="en-US"/>
              <a:t>Nhấn vào để chỉnh sửa tên</a:t>
            </a:r>
            <a:endParaRPr lang="en-US" dirty="0"/>
          </a:p>
        </p:txBody>
      </p:sp>
      <p:sp>
        <p:nvSpPr>
          <p:cNvPr id="10" name="Picture Placeholder 9"/>
          <p:cNvSpPr>
            <a:spLocks noGrp="1"/>
          </p:cNvSpPr>
          <p:nvPr>
            <p:ph type="pic" sz="quarter" idx="13" hasCustomPrompt="1"/>
          </p:nvPr>
        </p:nvSpPr>
        <p:spPr>
          <a:xfrm>
            <a:off x="0" y="0"/>
            <a:ext cx="12192000" cy="2584938"/>
          </a:xfrm>
          <a:solidFill>
            <a:schemeClr val="bg1">
              <a:lumMod val="95000"/>
            </a:schemeClr>
          </a:solidFill>
        </p:spPr>
        <p:txBody>
          <a:bodyPr anchor="ctr" anchorCtr="0"/>
          <a:lstStyle>
            <a:lvl1pPr marL="0" indent="0" algn="ctr">
              <a:buNone/>
              <a:defRPr/>
            </a:lvl1pPr>
          </a:lstStyle>
          <a:p>
            <a:r>
              <a:rPr lang="en-US"/>
              <a:t>Ảnh bìa</a:t>
            </a:r>
          </a:p>
        </p:txBody>
      </p:sp>
      <p:sp>
        <p:nvSpPr>
          <p:cNvPr id="9" name="Picture Placeholder 8"/>
          <p:cNvSpPr>
            <a:spLocks noGrp="1"/>
          </p:cNvSpPr>
          <p:nvPr>
            <p:ph type="pic" sz="quarter" idx="12" hasCustomPrompt="1"/>
          </p:nvPr>
        </p:nvSpPr>
        <p:spPr>
          <a:xfrm>
            <a:off x="664144" y="1144291"/>
            <a:ext cx="2601302" cy="2606040"/>
          </a:xfrm>
          <a:prstGeom prst="ellipse">
            <a:avLst/>
          </a:prstGeom>
          <a:solidFill>
            <a:schemeClr val="bg1">
              <a:lumMod val="95000"/>
            </a:schemeClr>
          </a:solidFill>
          <a:ln w="38100">
            <a:solidFill>
              <a:schemeClr val="bg1"/>
            </a:solidFill>
            <a:miter lim="800000"/>
          </a:ln>
        </p:spPr>
        <p:txBody>
          <a:bodyPr anchor="ctr" anchorCtr="0"/>
          <a:lstStyle>
            <a:lvl1pPr marL="0" indent="0" algn="ctr">
              <a:buNone/>
              <a:defRPr/>
            </a:lvl1pPr>
          </a:lstStyle>
          <a:p>
            <a:r>
              <a:rPr lang="en-US"/>
              <a:t>Avatar</a:t>
            </a:r>
          </a:p>
        </p:txBody>
      </p:sp>
      <p:sp>
        <p:nvSpPr>
          <p:cNvPr id="19" name="Rectangle 18"/>
          <p:cNvSpPr/>
          <p:nvPr userDrawn="1"/>
        </p:nvSpPr>
        <p:spPr>
          <a:xfrm>
            <a:off x="3631224" y="3726827"/>
            <a:ext cx="1820007" cy="45719"/>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12" name="Picture Placeholder 11"/>
          <p:cNvSpPr>
            <a:spLocks noGrp="1"/>
          </p:cNvSpPr>
          <p:nvPr>
            <p:ph type="pic" sz="quarter" idx="14" hasCustomPrompt="1"/>
          </p:nvPr>
        </p:nvSpPr>
        <p:spPr>
          <a:xfrm>
            <a:off x="10348756" y="4679980"/>
            <a:ext cx="1574800" cy="1589422"/>
          </a:xfrm>
        </p:spPr>
        <p:txBody>
          <a:bodyPr anchor="ctr" anchorCtr="1"/>
          <a:lstStyle>
            <a:lvl1pPr marL="0" indent="0">
              <a:buNone/>
              <a:defRPr baseline="0">
                <a:latin typeface="K2D" panose="00000500000000000000" pitchFamily="2" charset="-34"/>
              </a:defRPr>
            </a:lvl1pPr>
          </a:lstStyle>
          <a:p>
            <a:r>
              <a:rPr lang="en-US"/>
              <a:t>Mã QR</a:t>
            </a:r>
          </a:p>
        </p:txBody>
      </p:sp>
      <p:pic>
        <p:nvPicPr>
          <p:cNvPr id="21" name="Picture 20">
            <a:extLst>
              <a:ext uri="{FF2B5EF4-FFF2-40B4-BE49-F238E27FC236}">
                <a16:creationId xmlns:a16="http://schemas.microsoft.com/office/drawing/2014/main" id="{A8399B61-C397-6E24-154B-55AEE91F31FA}"/>
              </a:ext>
            </a:extLst>
          </p:cNvPr>
          <p:cNvPicPr>
            <a:picLocks noChangeAspect="1"/>
          </p:cNvPicPr>
          <p:nvPr userDrawn="1"/>
        </p:nvPicPr>
        <p:blipFill>
          <a:blip r:embed="rId2" cstate="print">
            <a:duotone>
              <a:prstClr val="black"/>
              <a:schemeClr val="tx2">
                <a:tint val="45000"/>
                <a:satMod val="400000"/>
              </a:schemeClr>
            </a:duotone>
            <a:alphaModFix amt="85000"/>
            <a:extLst>
              <a:ext uri="{28A0092B-C50C-407E-A947-70E740481C1C}">
                <a14:useLocalDpi xmlns:a14="http://schemas.microsoft.com/office/drawing/2010/main" val="0"/>
              </a:ext>
            </a:extLst>
          </a:blip>
          <a:stretch>
            <a:fillRect/>
          </a:stretch>
        </p:blipFill>
        <p:spPr>
          <a:xfrm>
            <a:off x="4839319" y="3749686"/>
            <a:ext cx="2513362" cy="2475989"/>
          </a:xfrm>
          <a:prstGeom prst="rect">
            <a:avLst/>
          </a:prstGeom>
        </p:spPr>
      </p:pic>
      <p:pic>
        <p:nvPicPr>
          <p:cNvPr id="35" name="Picture 3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209872" y="3047462"/>
            <a:ext cx="292100" cy="292100"/>
          </a:xfrm>
          <a:prstGeom prst="rect">
            <a:avLst/>
          </a:prstGeom>
        </p:spPr>
      </p:pic>
      <p:pic>
        <p:nvPicPr>
          <p:cNvPr id="26" name="Picture 25"/>
          <p:cNvPicPr>
            <a:picLocks noChangeAspect="1"/>
          </p:cNvPicPr>
          <p:nvPr userDrawn="1"/>
        </p:nvPicPr>
        <p:blipFill>
          <a:blip r:embed="rId4"/>
          <a:stretch>
            <a:fillRect/>
          </a:stretch>
        </p:blipFill>
        <p:spPr>
          <a:xfrm>
            <a:off x="11987783" y="93587"/>
            <a:ext cx="107165" cy="107007"/>
          </a:xfrm>
          <a:prstGeom prst="rect">
            <a:avLst/>
          </a:prstGeom>
        </p:spPr>
      </p:pic>
      <p:sp>
        <p:nvSpPr>
          <p:cNvPr id="4" name="Slide Number Placeholder 5">
            <a:extLst>
              <a:ext uri="{FF2B5EF4-FFF2-40B4-BE49-F238E27FC236}">
                <a16:creationId xmlns:a16="http://schemas.microsoft.com/office/drawing/2014/main" id="{678885C0-D685-8BA1-0334-F39B9B68D717}"/>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5" name="Rectangle 4">
            <a:extLst>
              <a:ext uri="{FF2B5EF4-FFF2-40B4-BE49-F238E27FC236}">
                <a16:creationId xmlns:a16="http://schemas.microsoft.com/office/drawing/2014/main" id="{036DF714-887C-B1B4-0544-F3318FB93600}"/>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6" name="Rectangle 5">
            <a:extLst>
              <a:ext uri="{FF2B5EF4-FFF2-40B4-BE49-F238E27FC236}">
                <a16:creationId xmlns:a16="http://schemas.microsoft.com/office/drawing/2014/main" id="{245B2670-DCDB-9912-43A9-DB6F7732594F}"/>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7" name="Slide Number Placeholder 5">
            <a:extLst>
              <a:ext uri="{FF2B5EF4-FFF2-40B4-BE49-F238E27FC236}">
                <a16:creationId xmlns:a16="http://schemas.microsoft.com/office/drawing/2014/main" id="{10719D13-9667-D80B-8E63-2EAE238785EC}"/>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8" name="Group 7">
            <a:extLst>
              <a:ext uri="{FF2B5EF4-FFF2-40B4-BE49-F238E27FC236}">
                <a16:creationId xmlns:a16="http://schemas.microsoft.com/office/drawing/2014/main" id="{6D5820E4-D785-554F-4A26-439F94DC39CB}"/>
              </a:ext>
            </a:extLst>
          </p:cNvPr>
          <p:cNvGrpSpPr/>
          <p:nvPr userDrawn="1"/>
        </p:nvGrpSpPr>
        <p:grpSpPr>
          <a:xfrm>
            <a:off x="817685" y="6410864"/>
            <a:ext cx="2760487" cy="403790"/>
            <a:chOff x="741485" y="6410864"/>
            <a:chExt cx="2760487" cy="403790"/>
          </a:xfrm>
        </p:grpSpPr>
        <p:sp>
          <p:nvSpPr>
            <p:cNvPr id="11" name="TextBox 10">
              <a:extLst>
                <a:ext uri="{FF2B5EF4-FFF2-40B4-BE49-F238E27FC236}">
                  <a16:creationId xmlns:a16="http://schemas.microsoft.com/office/drawing/2014/main" id="{72173FE2-FAF0-8CC7-CB52-0A02CAB31B9F}"/>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13" name="TextBox 12">
              <a:extLst>
                <a:ext uri="{FF2B5EF4-FFF2-40B4-BE49-F238E27FC236}">
                  <a16:creationId xmlns:a16="http://schemas.microsoft.com/office/drawing/2014/main" id="{EAC9A41C-6FE6-99FD-63A0-4F13214472F2}"/>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14" name="TextBox 13">
            <a:extLst>
              <a:ext uri="{FF2B5EF4-FFF2-40B4-BE49-F238E27FC236}">
                <a16:creationId xmlns:a16="http://schemas.microsoft.com/office/drawing/2014/main" id="{AE355810-09A4-7711-CAE0-3B52F9B0F7A6}"/>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5" name="Picture 14">
            <a:extLst>
              <a:ext uri="{FF2B5EF4-FFF2-40B4-BE49-F238E27FC236}">
                <a16:creationId xmlns:a16="http://schemas.microsoft.com/office/drawing/2014/main" id="{7CFD61F0-56D5-64BF-42C1-A40A09A1EC80}"/>
              </a:ext>
            </a:extLst>
          </p:cNvPr>
          <p:cNvPicPr>
            <a:picLocks noChangeAspect="1"/>
          </p:cNvPicPr>
          <p:nvPr userDrawn="1"/>
        </p:nvPicPr>
        <p:blipFill>
          <a:blip r:embed="rId5"/>
          <a:stretch>
            <a:fillRect/>
          </a:stretch>
        </p:blipFill>
        <p:spPr>
          <a:xfrm>
            <a:off x="2583391" y="6481985"/>
            <a:ext cx="9339545" cy="118261"/>
          </a:xfrm>
          <a:prstGeom prst="rect">
            <a:avLst/>
          </a:prstGeom>
        </p:spPr>
      </p:pic>
      <p:sp>
        <p:nvSpPr>
          <p:cNvPr id="16" name="Date Placeholder 3">
            <a:extLst>
              <a:ext uri="{FF2B5EF4-FFF2-40B4-BE49-F238E27FC236}">
                <a16:creationId xmlns:a16="http://schemas.microsoft.com/office/drawing/2014/main" id="{DD9E8BE1-8359-B3EB-76B9-E21898BB1182}"/>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4/24/2026</a:t>
            </a:fld>
            <a:endParaRPr lang="en-US"/>
          </a:p>
        </p:txBody>
      </p:sp>
      <p:sp>
        <p:nvSpPr>
          <p:cNvPr id="17" name="Footer Placeholder 4">
            <a:extLst>
              <a:ext uri="{FF2B5EF4-FFF2-40B4-BE49-F238E27FC236}">
                <a16:creationId xmlns:a16="http://schemas.microsoft.com/office/drawing/2014/main" id="{D8313AA7-7AE7-BBBB-D161-E7992A58C09F}"/>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26855047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9788" y="365125"/>
            <a:ext cx="10515600" cy="938865"/>
          </a:xfrm>
        </p:spPr>
        <p:txBody>
          <a:bodyPr vert="horz" lIns="91440" tIns="45720" rIns="91440" bIns="45720" rtlCol="0" anchor="ctr">
            <a:normAutofit/>
          </a:bodyPr>
          <a:lstStyle>
            <a:lvl1pPr>
              <a:defRPr lang="en-US" sz="3600" b="1" baseline="0" dirty="0">
                <a:solidFill>
                  <a:srgbClr val="1F5CA9"/>
                </a:solidFill>
                <a:latin typeface="K2D" panose="00000500000000000000" pitchFamily="2" charset="-34"/>
                <a:ea typeface="+mn-ea"/>
                <a:cs typeface="+mn-cs"/>
              </a:defRPr>
            </a:lvl1pPr>
          </a:lstStyle>
          <a:p>
            <a:pPr lvl="0"/>
            <a:r>
              <a:rPr lang="en-US"/>
              <a:t>Tiêu đề</a:t>
            </a:r>
            <a:endParaRPr lang="en-US" dirty="0"/>
          </a:p>
        </p:txBody>
      </p:sp>
      <p:sp>
        <p:nvSpPr>
          <p:cNvPr id="3" name="Text Placeholder 2"/>
          <p:cNvSpPr>
            <a:spLocks noGrp="1"/>
          </p:cNvSpPr>
          <p:nvPr>
            <p:ph type="body" idx="1" hasCustomPrompt="1"/>
          </p:nvPr>
        </p:nvSpPr>
        <p:spPr>
          <a:xfrm>
            <a:off x="839789" y="1919678"/>
            <a:ext cx="5046661" cy="823912"/>
          </a:xfrm>
        </p:spPr>
        <p:txBody>
          <a:bodyPr anchor="b">
            <a:normAutofit/>
          </a:bodyPr>
          <a:lstStyle>
            <a:lvl1pPr marL="0" indent="0">
              <a:buNone/>
              <a:defRPr lang="en-US" sz="2800" b="1" kern="1200" dirty="0" smtClean="0">
                <a:solidFill>
                  <a:srgbClr val="00AFEF"/>
                </a:solidFill>
                <a:latin typeface="K2D" panose="00000500000000000000" pitchFamily="2" charset="-34"/>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Tiêu đề phụ 1</a:t>
            </a:r>
            <a:endParaRPr lang="en-US" dirty="0"/>
          </a:p>
        </p:txBody>
      </p:sp>
      <p:sp>
        <p:nvSpPr>
          <p:cNvPr id="15" name="Content Placeholder 9"/>
          <p:cNvSpPr>
            <a:spLocks noGrp="1"/>
          </p:cNvSpPr>
          <p:nvPr>
            <p:ph sz="quarter" idx="12" hasCustomPrompt="1"/>
          </p:nvPr>
        </p:nvSpPr>
        <p:spPr>
          <a:xfrm>
            <a:off x="839788" y="3006726"/>
            <a:ext cx="5046662" cy="3109402"/>
          </a:xfrm>
        </p:spPr>
        <p:txBody>
          <a:bodyPr>
            <a:normAutofit/>
          </a:bodyPr>
          <a:lstStyle>
            <a:lvl1pPr marL="0" indent="0">
              <a:buNone/>
              <a:defRPr sz="2000" b="0" i="0">
                <a:latin typeface="Readex Pro" pitchFamily="2" charset="-78"/>
                <a:cs typeface="Readex Pro" pitchFamily="2" charset="-78"/>
              </a:defRPr>
            </a:lvl1pPr>
            <a:lvl2pPr marL="457200" indent="0">
              <a:buNone/>
              <a:defRPr sz="1800" b="0" i="0">
                <a:latin typeface="Readex Pro" pitchFamily="2" charset="-78"/>
                <a:cs typeface="Readex Pro" pitchFamily="2" charset="-78"/>
              </a:defRPr>
            </a:lvl2pPr>
            <a:lvl3pPr marL="914400" indent="0">
              <a:buNone/>
              <a:defRPr sz="1600" b="0" i="0">
                <a:latin typeface="Readex Pro" pitchFamily="2" charset="-78"/>
                <a:cs typeface="Readex Pro" pitchFamily="2" charset="-78"/>
              </a:defRPr>
            </a:lvl3pPr>
            <a:lvl4pPr marL="1371600" indent="0">
              <a:buNone/>
              <a:defRPr sz="1400" b="0" i="0">
                <a:latin typeface="Readex Pro" pitchFamily="2" charset="-78"/>
                <a:cs typeface="Readex Pro" pitchFamily="2" charset="-78"/>
              </a:defRPr>
            </a:lvl4pPr>
            <a:lvl5pPr marL="1828800" indent="0">
              <a:buNone/>
              <a:defRPr sz="1400" b="0" i="0">
                <a:latin typeface="Readex Pro" pitchFamily="2" charset="-78"/>
                <a:cs typeface="Readex Pro" pitchFamily="2" charset="-78"/>
              </a:defRPr>
            </a:lvl5pPr>
          </a:lstStyle>
          <a:p>
            <a:pPr lvl="0"/>
            <a:r>
              <a:rPr lang="en-US"/>
              <a:t>Nội dung</a:t>
            </a:r>
            <a:endParaRPr lang="en-US" dirty="0"/>
          </a:p>
        </p:txBody>
      </p:sp>
      <p:sp>
        <p:nvSpPr>
          <p:cNvPr id="22" name="Text Placeholder 2"/>
          <p:cNvSpPr>
            <a:spLocks noGrp="1"/>
          </p:cNvSpPr>
          <p:nvPr>
            <p:ph type="body" idx="13" hasCustomPrompt="1"/>
          </p:nvPr>
        </p:nvSpPr>
        <p:spPr>
          <a:xfrm>
            <a:off x="6308727" y="1919678"/>
            <a:ext cx="5046661" cy="823912"/>
          </a:xfrm>
        </p:spPr>
        <p:txBody>
          <a:bodyPr anchor="b">
            <a:normAutofit/>
          </a:bodyPr>
          <a:lstStyle>
            <a:lvl1pPr marL="0" indent="0">
              <a:buNone/>
              <a:defRPr lang="en-US" sz="2800" b="1" kern="1200" dirty="0" smtClean="0">
                <a:solidFill>
                  <a:srgbClr val="00AFEF"/>
                </a:solidFill>
                <a:latin typeface="K2D" panose="00000500000000000000" pitchFamily="2" charset="-34"/>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Tiêu đề phụ 2</a:t>
            </a:r>
            <a:endParaRPr lang="en-US" dirty="0"/>
          </a:p>
        </p:txBody>
      </p:sp>
      <p:sp>
        <p:nvSpPr>
          <p:cNvPr id="23" name="Content Placeholder 9"/>
          <p:cNvSpPr>
            <a:spLocks noGrp="1"/>
          </p:cNvSpPr>
          <p:nvPr>
            <p:ph sz="quarter" idx="14" hasCustomPrompt="1"/>
          </p:nvPr>
        </p:nvSpPr>
        <p:spPr>
          <a:xfrm>
            <a:off x="6308726" y="3006726"/>
            <a:ext cx="5046662" cy="3109402"/>
          </a:xfrm>
        </p:spPr>
        <p:txBody>
          <a:bodyPr>
            <a:normAutofit/>
          </a:bodyPr>
          <a:lstStyle>
            <a:lvl1pPr marL="0" indent="0">
              <a:buNone/>
              <a:defRPr sz="2000" b="0" i="0">
                <a:latin typeface="Readex Pro" pitchFamily="2" charset="-78"/>
                <a:cs typeface="Readex Pro" pitchFamily="2" charset="-78"/>
              </a:defRPr>
            </a:lvl1pPr>
            <a:lvl2pPr marL="457200" indent="0">
              <a:buNone/>
              <a:defRPr sz="1800" b="0" i="0">
                <a:latin typeface="Readex Pro" pitchFamily="2" charset="-78"/>
                <a:cs typeface="Readex Pro" pitchFamily="2" charset="-78"/>
              </a:defRPr>
            </a:lvl2pPr>
            <a:lvl3pPr marL="914400" indent="0">
              <a:buNone/>
              <a:defRPr sz="1600" b="0" i="0">
                <a:latin typeface="Readex Pro" pitchFamily="2" charset="-78"/>
                <a:cs typeface="Readex Pro" pitchFamily="2" charset="-78"/>
              </a:defRPr>
            </a:lvl3pPr>
            <a:lvl4pPr marL="1371600" indent="0">
              <a:buNone/>
              <a:defRPr sz="1400" b="0" i="0">
                <a:latin typeface="Readex Pro" pitchFamily="2" charset="-78"/>
                <a:cs typeface="Readex Pro" pitchFamily="2" charset="-78"/>
              </a:defRPr>
            </a:lvl4pPr>
            <a:lvl5pPr marL="1828800" indent="0">
              <a:buNone/>
              <a:defRPr sz="1400" b="0" i="0">
                <a:latin typeface="Readex Pro" pitchFamily="2" charset="-78"/>
                <a:cs typeface="Readex Pro" pitchFamily="2" charset="-78"/>
              </a:defRPr>
            </a:lvl5pPr>
          </a:lstStyle>
          <a:p>
            <a:pPr lvl="0"/>
            <a:r>
              <a:rPr lang="en-US"/>
              <a:t>Nội dung</a:t>
            </a:r>
            <a:endParaRPr lang="en-US" dirty="0"/>
          </a:p>
        </p:txBody>
      </p:sp>
      <p:pic>
        <p:nvPicPr>
          <p:cNvPr id="32" name="Picture 3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78656" y="688507"/>
            <a:ext cx="292100" cy="292100"/>
          </a:xfrm>
          <a:prstGeom prst="rect">
            <a:avLst/>
          </a:prstGeom>
        </p:spPr>
      </p:pic>
      <p:pic>
        <p:nvPicPr>
          <p:cNvPr id="25" name="Picture 24"/>
          <p:cNvPicPr>
            <a:picLocks noChangeAspect="1"/>
          </p:cNvPicPr>
          <p:nvPr userDrawn="1"/>
        </p:nvPicPr>
        <p:blipFill>
          <a:blip r:embed="rId3"/>
          <a:stretch>
            <a:fillRect/>
          </a:stretch>
        </p:blipFill>
        <p:spPr>
          <a:xfrm>
            <a:off x="11987783" y="93587"/>
            <a:ext cx="107165" cy="107007"/>
          </a:xfrm>
          <a:prstGeom prst="rect">
            <a:avLst/>
          </a:prstGeom>
        </p:spPr>
      </p:pic>
      <p:sp>
        <p:nvSpPr>
          <p:cNvPr id="4" name="Slide Number Placeholder 5">
            <a:extLst>
              <a:ext uri="{FF2B5EF4-FFF2-40B4-BE49-F238E27FC236}">
                <a16:creationId xmlns:a16="http://schemas.microsoft.com/office/drawing/2014/main" id="{6A9BD5AE-860A-11DA-EDCF-22268C7C9A86}"/>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5" name="Rectangle 4">
            <a:extLst>
              <a:ext uri="{FF2B5EF4-FFF2-40B4-BE49-F238E27FC236}">
                <a16:creationId xmlns:a16="http://schemas.microsoft.com/office/drawing/2014/main" id="{03650682-E7A5-4FC0-F3BE-BB9A232438AB}"/>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6" name="Rectangle 5">
            <a:extLst>
              <a:ext uri="{FF2B5EF4-FFF2-40B4-BE49-F238E27FC236}">
                <a16:creationId xmlns:a16="http://schemas.microsoft.com/office/drawing/2014/main" id="{B29D63CC-5B2D-403A-2D8D-77E5D2B61085}"/>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7" name="Slide Number Placeholder 5">
            <a:extLst>
              <a:ext uri="{FF2B5EF4-FFF2-40B4-BE49-F238E27FC236}">
                <a16:creationId xmlns:a16="http://schemas.microsoft.com/office/drawing/2014/main" id="{DE5D36C9-D247-9D20-3BF2-F3349DFE29EF}"/>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8" name="Group 7">
            <a:extLst>
              <a:ext uri="{FF2B5EF4-FFF2-40B4-BE49-F238E27FC236}">
                <a16:creationId xmlns:a16="http://schemas.microsoft.com/office/drawing/2014/main" id="{B63E65D7-4824-ED09-532B-9FC7698CEF88}"/>
              </a:ext>
            </a:extLst>
          </p:cNvPr>
          <p:cNvGrpSpPr/>
          <p:nvPr userDrawn="1"/>
        </p:nvGrpSpPr>
        <p:grpSpPr>
          <a:xfrm>
            <a:off x="817685" y="6410864"/>
            <a:ext cx="2760487" cy="403790"/>
            <a:chOff x="741485" y="6410864"/>
            <a:chExt cx="2760487" cy="403790"/>
          </a:xfrm>
        </p:grpSpPr>
        <p:sp>
          <p:nvSpPr>
            <p:cNvPr id="9" name="TextBox 8">
              <a:extLst>
                <a:ext uri="{FF2B5EF4-FFF2-40B4-BE49-F238E27FC236}">
                  <a16:creationId xmlns:a16="http://schemas.microsoft.com/office/drawing/2014/main" id="{8D6AB20A-6E3F-4D3A-66A0-FB26AD4A104F}"/>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10" name="TextBox 9">
              <a:extLst>
                <a:ext uri="{FF2B5EF4-FFF2-40B4-BE49-F238E27FC236}">
                  <a16:creationId xmlns:a16="http://schemas.microsoft.com/office/drawing/2014/main" id="{54847801-603B-FBC5-F985-AE9459E3CD4E}"/>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11" name="TextBox 10">
            <a:extLst>
              <a:ext uri="{FF2B5EF4-FFF2-40B4-BE49-F238E27FC236}">
                <a16:creationId xmlns:a16="http://schemas.microsoft.com/office/drawing/2014/main" id="{C8F14B01-E23B-BFC7-B317-7E21D60D5186}"/>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2" name="Picture 11">
            <a:extLst>
              <a:ext uri="{FF2B5EF4-FFF2-40B4-BE49-F238E27FC236}">
                <a16:creationId xmlns:a16="http://schemas.microsoft.com/office/drawing/2014/main" id="{4B56432E-6829-4DE3-60A2-6B8BBDC6B4B4}"/>
              </a:ext>
            </a:extLst>
          </p:cNvPr>
          <p:cNvPicPr>
            <a:picLocks noChangeAspect="1"/>
          </p:cNvPicPr>
          <p:nvPr userDrawn="1"/>
        </p:nvPicPr>
        <p:blipFill>
          <a:blip r:embed="rId4"/>
          <a:stretch>
            <a:fillRect/>
          </a:stretch>
        </p:blipFill>
        <p:spPr>
          <a:xfrm>
            <a:off x="2583391" y="6481985"/>
            <a:ext cx="9339545" cy="118261"/>
          </a:xfrm>
          <a:prstGeom prst="rect">
            <a:avLst/>
          </a:prstGeom>
        </p:spPr>
      </p:pic>
      <p:sp>
        <p:nvSpPr>
          <p:cNvPr id="13" name="Date Placeholder 3">
            <a:extLst>
              <a:ext uri="{FF2B5EF4-FFF2-40B4-BE49-F238E27FC236}">
                <a16:creationId xmlns:a16="http://schemas.microsoft.com/office/drawing/2014/main" id="{187C7D7A-D6B4-F348-B4E4-CA33AB53AD58}"/>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4/24/2026</a:t>
            </a:fld>
            <a:endParaRPr lang="en-US"/>
          </a:p>
        </p:txBody>
      </p:sp>
      <p:sp>
        <p:nvSpPr>
          <p:cNvPr id="14" name="Footer Placeholder 4">
            <a:extLst>
              <a:ext uri="{FF2B5EF4-FFF2-40B4-BE49-F238E27FC236}">
                <a16:creationId xmlns:a16="http://schemas.microsoft.com/office/drawing/2014/main" id="{19648BD2-EBDF-9F5F-296A-DFCA3F0BF828}"/>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16694615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Gallery">
    <p:spTree>
      <p:nvGrpSpPr>
        <p:cNvPr id="1" name=""/>
        <p:cNvGrpSpPr/>
        <p:nvPr/>
      </p:nvGrpSpPr>
      <p:grpSpPr>
        <a:xfrm>
          <a:off x="0" y="0"/>
          <a:ext cx="0" cy="0"/>
          <a:chOff x="0" y="0"/>
          <a:chExt cx="0" cy="0"/>
        </a:xfrm>
      </p:grpSpPr>
      <p:sp>
        <p:nvSpPr>
          <p:cNvPr id="10" name="Picture Placeholder 3"/>
          <p:cNvSpPr>
            <a:spLocks noGrp="1"/>
          </p:cNvSpPr>
          <p:nvPr>
            <p:ph type="pic" sz="quarter" idx="13" hasCustomPrompt="1"/>
          </p:nvPr>
        </p:nvSpPr>
        <p:spPr>
          <a:xfrm>
            <a:off x="741487" y="465301"/>
            <a:ext cx="3657600" cy="2743200"/>
          </a:xfrm>
          <a:ln w="57150">
            <a:solidFill>
              <a:schemeClr val="bg1">
                <a:lumMod val="95000"/>
              </a:schemeClr>
            </a:solidFill>
            <a:miter lim="800000"/>
          </a:ln>
        </p:spPr>
        <p:txBody>
          <a:bodyPr anchor="ctr" anchorCtr="0">
            <a:normAutofit/>
          </a:bodyPr>
          <a:lstStyle>
            <a:lvl1pPr marL="0" indent="0" algn="ctr" defTabSz="914400" rtl="0" eaLnBrk="1" latinLnBrk="0" hangingPunct="1">
              <a:lnSpc>
                <a:spcPct val="90000"/>
              </a:lnSpc>
              <a:spcBef>
                <a:spcPts val="1000"/>
              </a:spcBef>
              <a:buFont typeface="Arial" panose="020B0604020202020204" pitchFamily="34" charset="0"/>
              <a:buNone/>
              <a:defRPr lang="en-US" sz="2400" b="0" i="0" kern="1200" baseline="0" dirty="0">
                <a:solidFill>
                  <a:schemeClr val="tx1"/>
                </a:solidFill>
                <a:latin typeface="Readex Pro" pitchFamily="2" charset="-78"/>
                <a:ea typeface="+mn-ea"/>
                <a:cs typeface="Readex Pro" pitchFamily="2" charset="-78"/>
              </a:defRPr>
            </a:lvl1pPr>
          </a:lstStyle>
          <a:p>
            <a:r>
              <a:rPr lang="en-US"/>
              <a:t>Chèn ảnh</a:t>
            </a:r>
            <a:endParaRPr lang="en-US" dirty="0"/>
          </a:p>
        </p:txBody>
      </p:sp>
      <p:sp>
        <p:nvSpPr>
          <p:cNvPr id="17" name="Picture Placeholder 4"/>
          <p:cNvSpPr>
            <a:spLocks noGrp="1"/>
          </p:cNvSpPr>
          <p:nvPr>
            <p:ph type="pic" sz="quarter" idx="12" hasCustomPrompt="1"/>
          </p:nvPr>
        </p:nvSpPr>
        <p:spPr>
          <a:xfrm>
            <a:off x="4678998" y="465301"/>
            <a:ext cx="3571623" cy="2743200"/>
          </a:xfrm>
          <a:ln w="57150">
            <a:solidFill>
              <a:schemeClr val="bg1">
                <a:lumMod val="95000"/>
              </a:schemeClr>
            </a:solidFill>
            <a:miter lim="800000"/>
          </a:ln>
        </p:spPr>
        <p:txBody>
          <a:bodyPr vert="horz" lIns="91440" tIns="45720" rIns="91440" bIns="45720" rtlCol="0" anchor="ctr" anchorCtr="0">
            <a:normAutofit/>
          </a:bodyPr>
          <a:lstStyle>
            <a:lvl1pPr marL="0" indent="0">
              <a:buNone/>
              <a:defRPr lang="en-US" sz="2400" baseline="0" smtClean="0"/>
            </a:lvl1pPr>
          </a:lstStyle>
          <a:p>
            <a:pPr lvl="0" algn="ctr"/>
            <a:r>
              <a:rPr lang="en-US"/>
              <a:t>Chèn ảnh</a:t>
            </a:r>
          </a:p>
        </p:txBody>
      </p:sp>
      <p:sp>
        <p:nvSpPr>
          <p:cNvPr id="18" name="Picture Placeholder 5"/>
          <p:cNvSpPr>
            <a:spLocks noGrp="1"/>
          </p:cNvSpPr>
          <p:nvPr>
            <p:ph type="pic" sz="quarter" idx="15" hasCustomPrompt="1"/>
          </p:nvPr>
        </p:nvSpPr>
        <p:spPr>
          <a:xfrm>
            <a:off x="8530533" y="474155"/>
            <a:ext cx="2743200" cy="2743200"/>
          </a:xfrm>
          <a:ln w="57150">
            <a:solidFill>
              <a:schemeClr val="bg1">
                <a:lumMod val="95000"/>
              </a:schemeClr>
            </a:solidFill>
            <a:miter lim="800000"/>
          </a:ln>
        </p:spPr>
        <p:txBody>
          <a:bodyPr vert="horz" lIns="91440" tIns="45720" rIns="91440" bIns="45720" rtlCol="0" anchor="ctr" anchorCtr="0">
            <a:normAutofit/>
          </a:bodyPr>
          <a:lstStyle>
            <a:lvl1pPr marL="0" indent="0">
              <a:buNone/>
              <a:defRPr lang="en-US" sz="2400" baseline="0" smtClean="0"/>
            </a:lvl1pPr>
          </a:lstStyle>
          <a:p>
            <a:pPr lvl="0" algn="ctr"/>
            <a:r>
              <a:rPr lang="en-US"/>
              <a:t>Chèn ảnh</a:t>
            </a:r>
          </a:p>
        </p:txBody>
      </p:sp>
      <p:sp>
        <p:nvSpPr>
          <p:cNvPr id="20" name="Picture Placeholder 7"/>
          <p:cNvSpPr>
            <a:spLocks noGrp="1"/>
          </p:cNvSpPr>
          <p:nvPr>
            <p:ph type="pic" sz="quarter" idx="14" hasCustomPrompt="1"/>
          </p:nvPr>
        </p:nvSpPr>
        <p:spPr>
          <a:xfrm>
            <a:off x="7484734" y="3450874"/>
            <a:ext cx="3788999" cy="2743200"/>
          </a:xfrm>
          <a:ln w="57150">
            <a:solidFill>
              <a:schemeClr val="bg1">
                <a:lumMod val="95000"/>
              </a:schemeClr>
            </a:solidFill>
            <a:miter lim="800000"/>
          </a:ln>
        </p:spPr>
        <p:txBody>
          <a:bodyPr vert="horz" lIns="91440" tIns="45720" rIns="91440" bIns="45720" rtlCol="0" anchor="ctr" anchorCtr="0">
            <a:normAutofit/>
          </a:bodyPr>
          <a:lstStyle>
            <a:lvl1pPr marL="0" indent="0">
              <a:buNone/>
              <a:defRPr lang="en-US" sz="2400" baseline="0" smtClean="0"/>
            </a:lvl1pPr>
          </a:lstStyle>
          <a:p>
            <a:pPr lvl="0" algn="ctr"/>
            <a:r>
              <a:rPr lang="en-US"/>
              <a:t>Chèn ảnh</a:t>
            </a:r>
          </a:p>
        </p:txBody>
      </p:sp>
      <p:sp>
        <p:nvSpPr>
          <p:cNvPr id="21" name="Picture Placeholder 8"/>
          <p:cNvSpPr>
            <a:spLocks noGrp="1"/>
          </p:cNvSpPr>
          <p:nvPr>
            <p:ph type="pic" sz="quarter" idx="16" hasCustomPrompt="1"/>
          </p:nvPr>
        </p:nvSpPr>
        <p:spPr>
          <a:xfrm>
            <a:off x="741485" y="3450874"/>
            <a:ext cx="6477000" cy="2743200"/>
          </a:xfrm>
          <a:ln w="57150">
            <a:solidFill>
              <a:schemeClr val="bg1">
                <a:lumMod val="95000"/>
              </a:schemeClr>
            </a:solidFill>
            <a:miter lim="800000"/>
          </a:ln>
        </p:spPr>
        <p:txBody>
          <a:bodyPr vert="horz" lIns="91440" tIns="45720" rIns="91440" bIns="45720" rtlCol="0" anchor="ctr" anchorCtr="0">
            <a:normAutofit/>
          </a:bodyPr>
          <a:lstStyle>
            <a:lvl1pPr marL="0" indent="0">
              <a:buNone/>
              <a:defRPr lang="en-US" sz="2400" baseline="0" smtClean="0"/>
            </a:lvl1pPr>
          </a:lstStyle>
          <a:p>
            <a:pPr lvl="0" algn="ctr"/>
            <a:r>
              <a:rPr lang="en-US"/>
              <a:t>Chèn ảnh</a:t>
            </a:r>
          </a:p>
        </p:txBody>
      </p:sp>
      <p:pic>
        <p:nvPicPr>
          <p:cNvPr id="19" name="Picture 18"/>
          <p:cNvPicPr>
            <a:picLocks noChangeAspect="1"/>
          </p:cNvPicPr>
          <p:nvPr userDrawn="1"/>
        </p:nvPicPr>
        <p:blipFill>
          <a:blip r:embed="rId2"/>
          <a:stretch>
            <a:fillRect/>
          </a:stretch>
        </p:blipFill>
        <p:spPr>
          <a:xfrm>
            <a:off x="11987783" y="93587"/>
            <a:ext cx="107165" cy="107007"/>
          </a:xfrm>
          <a:prstGeom prst="rect">
            <a:avLst/>
          </a:prstGeom>
        </p:spPr>
      </p:pic>
      <p:sp>
        <p:nvSpPr>
          <p:cNvPr id="2" name="Slide Number Placeholder 5">
            <a:extLst>
              <a:ext uri="{FF2B5EF4-FFF2-40B4-BE49-F238E27FC236}">
                <a16:creationId xmlns:a16="http://schemas.microsoft.com/office/drawing/2014/main" id="{331D2F5E-B4B4-4F13-5B40-6B34D4077BF7}"/>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3" name="Rectangle 2">
            <a:extLst>
              <a:ext uri="{FF2B5EF4-FFF2-40B4-BE49-F238E27FC236}">
                <a16:creationId xmlns:a16="http://schemas.microsoft.com/office/drawing/2014/main" id="{DE28C786-22D7-B802-E1CD-F76CACF14CCC}"/>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4" name="Rectangle 3">
            <a:extLst>
              <a:ext uri="{FF2B5EF4-FFF2-40B4-BE49-F238E27FC236}">
                <a16:creationId xmlns:a16="http://schemas.microsoft.com/office/drawing/2014/main" id="{2747DAB2-9527-687A-8677-8F0D90CD7841}"/>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5" name="Slide Number Placeholder 5">
            <a:extLst>
              <a:ext uri="{FF2B5EF4-FFF2-40B4-BE49-F238E27FC236}">
                <a16:creationId xmlns:a16="http://schemas.microsoft.com/office/drawing/2014/main" id="{00F80466-9EFF-A73A-B6DE-D269BCE066A2}"/>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6" name="Group 5">
            <a:extLst>
              <a:ext uri="{FF2B5EF4-FFF2-40B4-BE49-F238E27FC236}">
                <a16:creationId xmlns:a16="http://schemas.microsoft.com/office/drawing/2014/main" id="{A43337E1-C74F-3AB9-3062-C33D866163BD}"/>
              </a:ext>
            </a:extLst>
          </p:cNvPr>
          <p:cNvGrpSpPr/>
          <p:nvPr userDrawn="1"/>
        </p:nvGrpSpPr>
        <p:grpSpPr>
          <a:xfrm>
            <a:off x="817685" y="6410864"/>
            <a:ext cx="2760487" cy="403790"/>
            <a:chOff x="741485" y="6410864"/>
            <a:chExt cx="2760487" cy="403790"/>
          </a:xfrm>
        </p:grpSpPr>
        <p:sp>
          <p:nvSpPr>
            <p:cNvPr id="7" name="TextBox 6">
              <a:extLst>
                <a:ext uri="{FF2B5EF4-FFF2-40B4-BE49-F238E27FC236}">
                  <a16:creationId xmlns:a16="http://schemas.microsoft.com/office/drawing/2014/main" id="{7812D348-DF45-A829-E72D-196DEC172D7E}"/>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8" name="TextBox 7">
              <a:extLst>
                <a:ext uri="{FF2B5EF4-FFF2-40B4-BE49-F238E27FC236}">
                  <a16:creationId xmlns:a16="http://schemas.microsoft.com/office/drawing/2014/main" id="{DA8F8196-C024-0B7C-46F7-739B24E5DBFB}"/>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9" name="TextBox 8">
            <a:extLst>
              <a:ext uri="{FF2B5EF4-FFF2-40B4-BE49-F238E27FC236}">
                <a16:creationId xmlns:a16="http://schemas.microsoft.com/office/drawing/2014/main" id="{FA860906-4DB7-35A0-12A0-880FE34D0611}"/>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1" name="Picture 10">
            <a:extLst>
              <a:ext uri="{FF2B5EF4-FFF2-40B4-BE49-F238E27FC236}">
                <a16:creationId xmlns:a16="http://schemas.microsoft.com/office/drawing/2014/main" id="{FAD6CDF9-3E97-FB61-7CE7-3D09FA86D7A3}"/>
              </a:ext>
            </a:extLst>
          </p:cNvPr>
          <p:cNvPicPr>
            <a:picLocks noChangeAspect="1"/>
          </p:cNvPicPr>
          <p:nvPr userDrawn="1"/>
        </p:nvPicPr>
        <p:blipFill>
          <a:blip r:embed="rId3"/>
          <a:stretch>
            <a:fillRect/>
          </a:stretch>
        </p:blipFill>
        <p:spPr>
          <a:xfrm>
            <a:off x="2583391" y="6481985"/>
            <a:ext cx="9339545" cy="118261"/>
          </a:xfrm>
          <a:prstGeom prst="rect">
            <a:avLst/>
          </a:prstGeom>
        </p:spPr>
      </p:pic>
      <p:sp>
        <p:nvSpPr>
          <p:cNvPr id="12" name="Date Placeholder 3">
            <a:extLst>
              <a:ext uri="{FF2B5EF4-FFF2-40B4-BE49-F238E27FC236}">
                <a16:creationId xmlns:a16="http://schemas.microsoft.com/office/drawing/2014/main" id="{6218C02C-39DB-9A5F-95CB-0C3CAB083277}"/>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4/24/2026</a:t>
            </a:fld>
            <a:endParaRPr lang="en-US"/>
          </a:p>
        </p:txBody>
      </p:sp>
      <p:sp>
        <p:nvSpPr>
          <p:cNvPr id="13" name="Footer Placeholder 4">
            <a:extLst>
              <a:ext uri="{FF2B5EF4-FFF2-40B4-BE49-F238E27FC236}">
                <a16:creationId xmlns:a16="http://schemas.microsoft.com/office/drawing/2014/main" id="{14506B3F-1DF2-A2B1-B917-52BD9BA9F29A}"/>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355697616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 Columns">
    <p:spTree>
      <p:nvGrpSpPr>
        <p:cNvPr id="1" name=""/>
        <p:cNvGrpSpPr/>
        <p:nvPr/>
      </p:nvGrpSpPr>
      <p:grpSpPr>
        <a:xfrm>
          <a:off x="0" y="0"/>
          <a:ext cx="0" cy="0"/>
          <a:chOff x="0" y="0"/>
          <a:chExt cx="0" cy="0"/>
        </a:xfrm>
      </p:grpSpPr>
      <p:cxnSp>
        <p:nvCxnSpPr>
          <p:cNvPr id="17" name="Straight Connector 16"/>
          <p:cNvCxnSpPr/>
          <p:nvPr userDrawn="1"/>
        </p:nvCxnSpPr>
        <p:spPr>
          <a:xfrm>
            <a:off x="6096000" y="1162050"/>
            <a:ext cx="0" cy="4753154"/>
          </a:xfrm>
          <a:prstGeom prst="line">
            <a:avLst/>
          </a:prstGeom>
          <a:ln w="57150" cap="rnd">
            <a:solidFill>
              <a:srgbClr val="00AFEF">
                <a:alpha val="25000"/>
              </a:srgbClr>
            </a:solidFill>
            <a:prstDash val="sysDot"/>
          </a:ln>
        </p:spPr>
        <p:style>
          <a:lnRef idx="1">
            <a:schemeClr val="accent1"/>
          </a:lnRef>
          <a:fillRef idx="0">
            <a:schemeClr val="accent1"/>
          </a:fillRef>
          <a:effectRef idx="0">
            <a:schemeClr val="accent1"/>
          </a:effectRef>
          <a:fontRef idx="minor">
            <a:schemeClr val="tx1"/>
          </a:fontRef>
        </p:style>
      </p:cxnSp>
      <p:sp>
        <p:nvSpPr>
          <p:cNvPr id="18" name="Picture Placeholder 4"/>
          <p:cNvSpPr>
            <a:spLocks noGrp="1"/>
          </p:cNvSpPr>
          <p:nvPr>
            <p:ph type="pic" sz="quarter" idx="13" hasCustomPrompt="1"/>
          </p:nvPr>
        </p:nvSpPr>
        <p:spPr>
          <a:xfrm>
            <a:off x="897765" y="1162050"/>
            <a:ext cx="4697377" cy="1949450"/>
          </a:xfrm>
        </p:spPr>
        <p:txBody>
          <a:bodyPr anchor="ctr" anchorCtr="0">
            <a:normAutofit/>
          </a:bodyPr>
          <a:lstStyle>
            <a:lvl1pPr marL="0" indent="0" algn="ctr">
              <a:buNone/>
              <a:defRPr lang="en-US" sz="2000" kern="1200" baseline="0" dirty="0">
                <a:solidFill>
                  <a:schemeClr val="tx1"/>
                </a:solidFill>
                <a:latin typeface="Readex Pro" pitchFamily="2" charset="-78"/>
                <a:ea typeface="+mn-ea"/>
                <a:cs typeface="Readex Pro" pitchFamily="2" charset="-78"/>
              </a:defRPr>
            </a:lvl1pPr>
          </a:lstStyle>
          <a:p>
            <a:r>
              <a:rPr lang="en-US"/>
              <a:t>Chèn ảnh</a:t>
            </a:r>
          </a:p>
        </p:txBody>
      </p:sp>
      <p:sp>
        <p:nvSpPr>
          <p:cNvPr id="19" name="Picture Placeholder 4"/>
          <p:cNvSpPr>
            <a:spLocks noGrp="1"/>
          </p:cNvSpPr>
          <p:nvPr>
            <p:ph type="pic" sz="quarter" idx="14" hasCustomPrompt="1"/>
          </p:nvPr>
        </p:nvSpPr>
        <p:spPr>
          <a:xfrm>
            <a:off x="6597297" y="1162050"/>
            <a:ext cx="4697377" cy="1949450"/>
          </a:xfrm>
        </p:spPr>
        <p:txBody>
          <a:bodyPr anchor="ctr" anchorCtr="0">
            <a:normAutofit/>
          </a:bodyPr>
          <a:lstStyle>
            <a:lvl1pPr marL="0" indent="0" algn="ctr">
              <a:buNone/>
              <a:defRPr lang="en-US" sz="2000" kern="1200" baseline="0">
                <a:solidFill>
                  <a:schemeClr val="tx1"/>
                </a:solidFill>
                <a:latin typeface="Readex Pro" pitchFamily="2" charset="-78"/>
                <a:ea typeface="+mn-ea"/>
                <a:cs typeface="Readex Pro" pitchFamily="2" charset="-78"/>
              </a:defRPr>
            </a:lvl1pPr>
          </a:lstStyle>
          <a:p>
            <a:r>
              <a:rPr lang="en-US"/>
              <a:t>Chèn ảnh</a:t>
            </a:r>
          </a:p>
        </p:txBody>
      </p:sp>
      <p:sp>
        <p:nvSpPr>
          <p:cNvPr id="22" name="Text Placeholder 20"/>
          <p:cNvSpPr>
            <a:spLocks noGrp="1"/>
          </p:cNvSpPr>
          <p:nvPr>
            <p:ph type="body" sz="quarter" idx="16" hasCustomPrompt="1"/>
          </p:nvPr>
        </p:nvSpPr>
        <p:spPr>
          <a:xfrm>
            <a:off x="898361" y="3302000"/>
            <a:ext cx="4695748" cy="2613025"/>
          </a:xfrm>
        </p:spPr>
        <p:txBody>
          <a:bodyPr>
            <a:normAutofit/>
          </a:bodyPr>
          <a:lstStyle>
            <a:lvl1pPr marL="0" indent="0">
              <a:buNone/>
              <a:defRPr sz="1800">
                <a:latin typeface="Readex Pro" pitchFamily="2" charset="-78"/>
                <a:cs typeface="Readex Pro" pitchFamily="2" charset="-78"/>
              </a:defRPr>
            </a:lvl1pPr>
            <a:lvl2pPr marL="457200" indent="0">
              <a:buNone/>
              <a:defRPr sz="1600">
                <a:latin typeface="Readex Pro" pitchFamily="2" charset="-78"/>
                <a:cs typeface="Readex Pro" pitchFamily="2" charset="-78"/>
              </a:defRPr>
            </a:lvl2pPr>
            <a:lvl3pPr marL="914400" indent="0">
              <a:buNone/>
              <a:defRPr sz="1400">
                <a:latin typeface="Readex Pro" pitchFamily="2" charset="-78"/>
                <a:cs typeface="Readex Pro" pitchFamily="2" charset="-78"/>
              </a:defRPr>
            </a:lvl3pPr>
            <a:lvl4pPr marL="1371600" indent="0">
              <a:buNone/>
              <a:defRPr sz="1200">
                <a:latin typeface="Readex Pro" pitchFamily="2" charset="-78"/>
                <a:cs typeface="Readex Pro" pitchFamily="2" charset="-78"/>
              </a:defRPr>
            </a:lvl4pPr>
            <a:lvl5pPr marL="1828800" indent="0">
              <a:buNone/>
              <a:defRPr sz="1200">
                <a:latin typeface="Readex Pro" pitchFamily="2" charset="-78"/>
                <a:cs typeface="Readex Pro" pitchFamily="2" charset="-78"/>
              </a:defRPr>
            </a:lvl5pPr>
          </a:lstStyle>
          <a:p>
            <a:pPr lvl="0"/>
            <a:r>
              <a:rPr lang="en-US"/>
              <a:t>Nội dung</a:t>
            </a:r>
            <a:endParaRPr lang="en-US" dirty="0"/>
          </a:p>
        </p:txBody>
      </p:sp>
      <p:sp>
        <p:nvSpPr>
          <p:cNvPr id="23" name="Text Placeholder 20"/>
          <p:cNvSpPr>
            <a:spLocks noGrp="1"/>
          </p:cNvSpPr>
          <p:nvPr>
            <p:ph type="body" sz="quarter" idx="17" hasCustomPrompt="1"/>
          </p:nvPr>
        </p:nvSpPr>
        <p:spPr>
          <a:xfrm>
            <a:off x="6597892" y="3302000"/>
            <a:ext cx="4695748" cy="2613025"/>
          </a:xfrm>
        </p:spPr>
        <p:txBody>
          <a:bodyPr>
            <a:normAutofit/>
          </a:bodyPr>
          <a:lstStyle>
            <a:lvl1pPr marL="0" indent="0">
              <a:buNone/>
              <a:defRPr sz="1800">
                <a:latin typeface="Readex Pro" pitchFamily="2" charset="-78"/>
                <a:cs typeface="Readex Pro" pitchFamily="2" charset="-78"/>
              </a:defRPr>
            </a:lvl1pPr>
            <a:lvl2pPr marL="457200" indent="0">
              <a:buNone/>
              <a:defRPr sz="1600">
                <a:latin typeface="Readex Pro" pitchFamily="2" charset="-78"/>
                <a:cs typeface="Readex Pro" pitchFamily="2" charset="-78"/>
              </a:defRPr>
            </a:lvl2pPr>
            <a:lvl3pPr marL="914400" indent="0">
              <a:buNone/>
              <a:defRPr sz="1400">
                <a:latin typeface="Readex Pro" pitchFamily="2" charset="-78"/>
                <a:cs typeface="Readex Pro" pitchFamily="2" charset="-78"/>
              </a:defRPr>
            </a:lvl3pPr>
            <a:lvl4pPr marL="1371600" indent="0">
              <a:buNone/>
              <a:defRPr sz="1200">
                <a:latin typeface="Readex Pro" pitchFamily="2" charset="-78"/>
                <a:cs typeface="Readex Pro" pitchFamily="2" charset="-78"/>
              </a:defRPr>
            </a:lvl4pPr>
            <a:lvl5pPr marL="1828800" indent="0">
              <a:buNone/>
              <a:defRPr sz="1200">
                <a:latin typeface="Readex Pro" pitchFamily="2" charset="-78"/>
                <a:cs typeface="Readex Pro" pitchFamily="2" charset="-78"/>
              </a:defRPr>
            </a:lvl5pPr>
          </a:lstStyle>
          <a:p>
            <a:pPr lvl="0"/>
            <a:r>
              <a:rPr lang="en-US"/>
              <a:t>Nội dung</a:t>
            </a:r>
            <a:endParaRPr lang="en-US" dirty="0"/>
          </a:p>
        </p:txBody>
      </p:sp>
      <p:sp>
        <p:nvSpPr>
          <p:cNvPr id="25" name="Rectangle 24"/>
          <p:cNvSpPr/>
          <p:nvPr userDrawn="1"/>
        </p:nvSpPr>
        <p:spPr>
          <a:xfrm flipH="1" flipV="1">
            <a:off x="898257" y="3126125"/>
            <a:ext cx="4692825" cy="7836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26" name="Rectangle 25"/>
          <p:cNvSpPr/>
          <p:nvPr userDrawn="1"/>
        </p:nvSpPr>
        <p:spPr>
          <a:xfrm flipH="1" flipV="1">
            <a:off x="6597788" y="3126125"/>
            <a:ext cx="4692825" cy="7836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pic>
        <p:nvPicPr>
          <p:cNvPr id="20" name="Picture 19"/>
          <p:cNvPicPr>
            <a:picLocks noChangeAspect="1"/>
          </p:cNvPicPr>
          <p:nvPr userDrawn="1"/>
        </p:nvPicPr>
        <p:blipFill>
          <a:blip r:embed="rId2"/>
          <a:stretch>
            <a:fillRect/>
          </a:stretch>
        </p:blipFill>
        <p:spPr>
          <a:xfrm>
            <a:off x="11987783" y="93587"/>
            <a:ext cx="107165" cy="107007"/>
          </a:xfrm>
          <a:prstGeom prst="rect">
            <a:avLst/>
          </a:prstGeom>
        </p:spPr>
      </p:pic>
      <p:sp>
        <p:nvSpPr>
          <p:cNvPr id="2" name="Slide Number Placeholder 5">
            <a:extLst>
              <a:ext uri="{FF2B5EF4-FFF2-40B4-BE49-F238E27FC236}">
                <a16:creationId xmlns:a16="http://schemas.microsoft.com/office/drawing/2014/main" id="{027B2114-05AD-5B46-042A-74C2E1E114DF}"/>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3" name="Rectangle 2">
            <a:extLst>
              <a:ext uri="{FF2B5EF4-FFF2-40B4-BE49-F238E27FC236}">
                <a16:creationId xmlns:a16="http://schemas.microsoft.com/office/drawing/2014/main" id="{5412D61D-E589-A35B-EEF9-9C42ABC10525}"/>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4" name="Rectangle 3">
            <a:extLst>
              <a:ext uri="{FF2B5EF4-FFF2-40B4-BE49-F238E27FC236}">
                <a16:creationId xmlns:a16="http://schemas.microsoft.com/office/drawing/2014/main" id="{68A589A6-0D91-BA6C-6308-33240D74B749}"/>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5" name="Slide Number Placeholder 5">
            <a:extLst>
              <a:ext uri="{FF2B5EF4-FFF2-40B4-BE49-F238E27FC236}">
                <a16:creationId xmlns:a16="http://schemas.microsoft.com/office/drawing/2014/main" id="{9A0B255F-3EA0-6316-1814-EA69B3A1C949}"/>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6" name="Group 5">
            <a:extLst>
              <a:ext uri="{FF2B5EF4-FFF2-40B4-BE49-F238E27FC236}">
                <a16:creationId xmlns:a16="http://schemas.microsoft.com/office/drawing/2014/main" id="{999C3888-223C-A47F-802D-E01AE0261584}"/>
              </a:ext>
            </a:extLst>
          </p:cNvPr>
          <p:cNvGrpSpPr/>
          <p:nvPr userDrawn="1"/>
        </p:nvGrpSpPr>
        <p:grpSpPr>
          <a:xfrm>
            <a:off x="817685" y="6410864"/>
            <a:ext cx="2760487" cy="403790"/>
            <a:chOff x="741485" y="6410864"/>
            <a:chExt cx="2760487" cy="403790"/>
          </a:xfrm>
        </p:grpSpPr>
        <p:sp>
          <p:nvSpPr>
            <p:cNvPr id="7" name="TextBox 6">
              <a:extLst>
                <a:ext uri="{FF2B5EF4-FFF2-40B4-BE49-F238E27FC236}">
                  <a16:creationId xmlns:a16="http://schemas.microsoft.com/office/drawing/2014/main" id="{7AAFDAA6-E7FA-2A32-DFA6-F90442ED860C}"/>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8" name="TextBox 7">
              <a:extLst>
                <a:ext uri="{FF2B5EF4-FFF2-40B4-BE49-F238E27FC236}">
                  <a16:creationId xmlns:a16="http://schemas.microsoft.com/office/drawing/2014/main" id="{94DC1B11-CA57-3325-DD06-C67EE58D7FC7}"/>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9" name="TextBox 8">
            <a:extLst>
              <a:ext uri="{FF2B5EF4-FFF2-40B4-BE49-F238E27FC236}">
                <a16:creationId xmlns:a16="http://schemas.microsoft.com/office/drawing/2014/main" id="{F8C3C485-7E6C-D1B8-B245-95DB0F954A97}"/>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0" name="Picture 9">
            <a:extLst>
              <a:ext uri="{FF2B5EF4-FFF2-40B4-BE49-F238E27FC236}">
                <a16:creationId xmlns:a16="http://schemas.microsoft.com/office/drawing/2014/main" id="{A4B1F8E9-DA5B-DA41-D6FB-62DFDED23A37}"/>
              </a:ext>
            </a:extLst>
          </p:cNvPr>
          <p:cNvPicPr>
            <a:picLocks noChangeAspect="1"/>
          </p:cNvPicPr>
          <p:nvPr userDrawn="1"/>
        </p:nvPicPr>
        <p:blipFill>
          <a:blip r:embed="rId3"/>
          <a:stretch>
            <a:fillRect/>
          </a:stretch>
        </p:blipFill>
        <p:spPr>
          <a:xfrm>
            <a:off x="2583391" y="6481985"/>
            <a:ext cx="9339545" cy="118261"/>
          </a:xfrm>
          <a:prstGeom prst="rect">
            <a:avLst/>
          </a:prstGeom>
        </p:spPr>
      </p:pic>
      <p:sp>
        <p:nvSpPr>
          <p:cNvPr id="11" name="Date Placeholder 3">
            <a:extLst>
              <a:ext uri="{FF2B5EF4-FFF2-40B4-BE49-F238E27FC236}">
                <a16:creationId xmlns:a16="http://schemas.microsoft.com/office/drawing/2014/main" id="{81B773FC-C6DB-8895-F8FB-AC357B5F1FE6}"/>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4/24/2026</a:t>
            </a:fld>
            <a:endParaRPr lang="en-US"/>
          </a:p>
        </p:txBody>
      </p:sp>
      <p:sp>
        <p:nvSpPr>
          <p:cNvPr id="12" name="Footer Placeholder 4">
            <a:extLst>
              <a:ext uri="{FF2B5EF4-FFF2-40B4-BE49-F238E27FC236}">
                <a16:creationId xmlns:a16="http://schemas.microsoft.com/office/drawing/2014/main" id="{8ED3E9AD-AE54-8D77-117E-98F95DCE650A}"/>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150234220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 Columns">
    <p:spTree>
      <p:nvGrpSpPr>
        <p:cNvPr id="1" name=""/>
        <p:cNvGrpSpPr/>
        <p:nvPr/>
      </p:nvGrpSpPr>
      <p:grpSpPr>
        <a:xfrm>
          <a:off x="0" y="0"/>
          <a:ext cx="0" cy="0"/>
          <a:chOff x="0" y="0"/>
          <a:chExt cx="0" cy="0"/>
        </a:xfrm>
      </p:grpSpPr>
      <p:sp>
        <p:nvSpPr>
          <p:cNvPr id="5" name="Picture Placeholder 4"/>
          <p:cNvSpPr>
            <a:spLocks noGrp="1"/>
          </p:cNvSpPr>
          <p:nvPr>
            <p:ph type="pic" sz="quarter" idx="12" hasCustomPrompt="1"/>
          </p:nvPr>
        </p:nvSpPr>
        <p:spPr>
          <a:xfrm>
            <a:off x="329375" y="1162050"/>
            <a:ext cx="3368256" cy="1949450"/>
          </a:xfrm>
        </p:spPr>
        <p:txBody>
          <a:bodyPr anchor="ctr" anchorCtr="0">
            <a:normAutofit/>
          </a:bodyPr>
          <a:lstStyle>
            <a:lvl1pPr marL="0" indent="0" algn="ctr">
              <a:buNone/>
              <a:defRPr sz="2000" baseline="0">
                <a:latin typeface="Readex Pro" pitchFamily="2" charset="-78"/>
                <a:cs typeface="Readex Pro" pitchFamily="2" charset="-78"/>
              </a:defRPr>
            </a:lvl1pPr>
          </a:lstStyle>
          <a:p>
            <a:r>
              <a:rPr lang="en-US"/>
              <a:t>Chèn ảnh</a:t>
            </a:r>
          </a:p>
        </p:txBody>
      </p:sp>
      <p:cxnSp>
        <p:nvCxnSpPr>
          <p:cNvPr id="7" name="Straight Connector 6"/>
          <p:cNvCxnSpPr/>
          <p:nvPr userDrawn="1"/>
        </p:nvCxnSpPr>
        <p:spPr>
          <a:xfrm>
            <a:off x="4038600" y="1162050"/>
            <a:ext cx="0" cy="4753154"/>
          </a:xfrm>
          <a:prstGeom prst="line">
            <a:avLst/>
          </a:prstGeom>
          <a:ln w="57150" cap="rnd">
            <a:solidFill>
              <a:srgbClr val="00AFEF">
                <a:alpha val="25000"/>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userDrawn="1"/>
        </p:nvCxnSpPr>
        <p:spPr>
          <a:xfrm>
            <a:off x="8086459" y="1162050"/>
            <a:ext cx="0" cy="4753154"/>
          </a:xfrm>
          <a:prstGeom prst="line">
            <a:avLst/>
          </a:prstGeom>
          <a:ln w="57150" cap="rnd">
            <a:solidFill>
              <a:srgbClr val="00AFEF">
                <a:alpha val="25000"/>
              </a:srgbClr>
            </a:solidFill>
            <a:prstDash val="sysDot"/>
          </a:ln>
        </p:spPr>
        <p:style>
          <a:lnRef idx="1">
            <a:schemeClr val="accent1"/>
          </a:lnRef>
          <a:fillRef idx="0">
            <a:schemeClr val="accent1"/>
          </a:fillRef>
          <a:effectRef idx="0">
            <a:schemeClr val="accent1"/>
          </a:effectRef>
          <a:fontRef idx="minor">
            <a:schemeClr val="tx1"/>
          </a:fontRef>
        </p:style>
      </p:cxnSp>
      <p:sp>
        <p:nvSpPr>
          <p:cNvPr id="18" name="Picture Placeholder 4"/>
          <p:cNvSpPr>
            <a:spLocks noGrp="1"/>
          </p:cNvSpPr>
          <p:nvPr>
            <p:ph type="pic" sz="quarter" idx="13" hasCustomPrompt="1"/>
          </p:nvPr>
        </p:nvSpPr>
        <p:spPr>
          <a:xfrm>
            <a:off x="4378402" y="1162050"/>
            <a:ext cx="3368256" cy="1949450"/>
          </a:xfrm>
        </p:spPr>
        <p:txBody>
          <a:bodyPr anchor="ctr" anchorCtr="0">
            <a:normAutofit/>
          </a:bodyPr>
          <a:lstStyle>
            <a:lvl1pPr marL="0" indent="0" algn="ctr">
              <a:buNone/>
              <a:defRPr lang="en-US" sz="2000" kern="1200" baseline="0" dirty="0">
                <a:solidFill>
                  <a:schemeClr val="tx1"/>
                </a:solidFill>
                <a:latin typeface="Readex Pro" pitchFamily="2" charset="-78"/>
                <a:ea typeface="+mn-ea"/>
                <a:cs typeface="Readex Pro" pitchFamily="2" charset="-78"/>
              </a:defRPr>
            </a:lvl1pPr>
          </a:lstStyle>
          <a:p>
            <a:r>
              <a:rPr lang="en-US"/>
              <a:t>Chèn ảnh</a:t>
            </a:r>
          </a:p>
        </p:txBody>
      </p:sp>
      <p:sp>
        <p:nvSpPr>
          <p:cNvPr id="19" name="Picture Placeholder 4"/>
          <p:cNvSpPr>
            <a:spLocks noGrp="1"/>
          </p:cNvSpPr>
          <p:nvPr>
            <p:ph type="pic" sz="quarter" idx="14" hasCustomPrompt="1"/>
          </p:nvPr>
        </p:nvSpPr>
        <p:spPr>
          <a:xfrm>
            <a:off x="8426261" y="1162050"/>
            <a:ext cx="3368256" cy="1949450"/>
          </a:xfrm>
        </p:spPr>
        <p:txBody>
          <a:bodyPr anchor="ctr" anchorCtr="0">
            <a:normAutofit/>
          </a:bodyPr>
          <a:lstStyle>
            <a:lvl1pPr marL="0" indent="0" algn="ctr">
              <a:buNone/>
              <a:defRPr lang="en-US" sz="2000" kern="1200" baseline="0">
                <a:solidFill>
                  <a:schemeClr val="tx1"/>
                </a:solidFill>
                <a:latin typeface="Readex Pro" pitchFamily="2" charset="-78"/>
                <a:ea typeface="+mn-ea"/>
                <a:cs typeface="Readex Pro" pitchFamily="2" charset="-78"/>
              </a:defRPr>
            </a:lvl1pPr>
          </a:lstStyle>
          <a:p>
            <a:r>
              <a:rPr lang="en-US"/>
              <a:t>Chèn ảnh</a:t>
            </a:r>
          </a:p>
        </p:txBody>
      </p:sp>
      <p:sp>
        <p:nvSpPr>
          <p:cNvPr id="21" name="Text Placeholder 20"/>
          <p:cNvSpPr>
            <a:spLocks noGrp="1"/>
          </p:cNvSpPr>
          <p:nvPr>
            <p:ph type="body" sz="quarter" idx="15" hasCustomPrompt="1"/>
          </p:nvPr>
        </p:nvSpPr>
        <p:spPr>
          <a:xfrm>
            <a:off x="329912" y="3302000"/>
            <a:ext cx="3367088" cy="2613025"/>
          </a:xfrm>
        </p:spPr>
        <p:txBody>
          <a:bodyPr>
            <a:normAutofit/>
          </a:bodyPr>
          <a:lstStyle>
            <a:lvl1pPr marL="0" indent="0">
              <a:lnSpc>
                <a:spcPct val="100000"/>
              </a:lnSpc>
              <a:buNone/>
              <a:defRPr sz="1800">
                <a:latin typeface="Readex Pro" pitchFamily="2" charset="-78"/>
                <a:cs typeface="Readex Pro" pitchFamily="2" charset="-78"/>
              </a:defRPr>
            </a:lvl1pPr>
            <a:lvl2pPr marL="457200" indent="0">
              <a:lnSpc>
                <a:spcPct val="100000"/>
              </a:lnSpc>
              <a:buNone/>
              <a:defRPr sz="1600">
                <a:latin typeface="Readex Pro" pitchFamily="2" charset="-78"/>
                <a:cs typeface="Readex Pro" pitchFamily="2" charset="-78"/>
              </a:defRPr>
            </a:lvl2pPr>
            <a:lvl3pPr marL="914400" indent="0">
              <a:lnSpc>
                <a:spcPct val="100000"/>
              </a:lnSpc>
              <a:buNone/>
              <a:defRPr sz="1400">
                <a:latin typeface="Readex Pro" pitchFamily="2" charset="-78"/>
                <a:cs typeface="Readex Pro" pitchFamily="2" charset="-78"/>
              </a:defRPr>
            </a:lvl3pPr>
            <a:lvl4pPr marL="1371600" indent="0">
              <a:lnSpc>
                <a:spcPct val="100000"/>
              </a:lnSpc>
              <a:buNone/>
              <a:defRPr sz="1200">
                <a:latin typeface="Readex Pro" pitchFamily="2" charset="-78"/>
                <a:cs typeface="Readex Pro" pitchFamily="2" charset="-78"/>
              </a:defRPr>
            </a:lvl4pPr>
            <a:lvl5pPr marL="1828800" indent="0">
              <a:lnSpc>
                <a:spcPct val="100000"/>
              </a:lnSpc>
              <a:buNone/>
              <a:defRPr sz="1200">
                <a:latin typeface="Readex Pro" pitchFamily="2" charset="-78"/>
                <a:cs typeface="Readex Pro" pitchFamily="2" charset="-78"/>
              </a:defRPr>
            </a:lvl5pPr>
          </a:lstStyle>
          <a:p>
            <a:pPr lvl="0"/>
            <a:r>
              <a:rPr lang="en-US"/>
              <a:t>Nội dung</a:t>
            </a:r>
            <a:endParaRPr lang="en-US" dirty="0"/>
          </a:p>
        </p:txBody>
      </p:sp>
      <p:sp>
        <p:nvSpPr>
          <p:cNvPr id="22" name="Text Placeholder 20"/>
          <p:cNvSpPr>
            <a:spLocks noGrp="1"/>
          </p:cNvSpPr>
          <p:nvPr>
            <p:ph type="body" sz="quarter" idx="16" hasCustomPrompt="1"/>
          </p:nvPr>
        </p:nvSpPr>
        <p:spPr>
          <a:xfrm>
            <a:off x="4378402" y="3302000"/>
            <a:ext cx="3367088" cy="2613025"/>
          </a:xfrm>
        </p:spPr>
        <p:txBody>
          <a:bodyPr>
            <a:normAutofit/>
          </a:bodyPr>
          <a:lstStyle>
            <a:lvl1pPr marL="0" indent="0">
              <a:buNone/>
              <a:defRPr sz="1800">
                <a:latin typeface="Readex Pro" pitchFamily="2" charset="-78"/>
                <a:cs typeface="Readex Pro" pitchFamily="2" charset="-78"/>
              </a:defRPr>
            </a:lvl1pPr>
            <a:lvl2pPr marL="457200" indent="0">
              <a:buNone/>
              <a:defRPr sz="1600">
                <a:latin typeface="Readex Pro" pitchFamily="2" charset="-78"/>
                <a:cs typeface="Readex Pro" pitchFamily="2" charset="-78"/>
              </a:defRPr>
            </a:lvl2pPr>
            <a:lvl3pPr marL="914400" indent="0">
              <a:buNone/>
              <a:defRPr sz="1400">
                <a:latin typeface="Readex Pro" pitchFamily="2" charset="-78"/>
                <a:cs typeface="Readex Pro" pitchFamily="2" charset="-78"/>
              </a:defRPr>
            </a:lvl3pPr>
            <a:lvl4pPr marL="1371600" indent="0">
              <a:buNone/>
              <a:defRPr sz="1200">
                <a:latin typeface="Readex Pro" pitchFamily="2" charset="-78"/>
                <a:cs typeface="Readex Pro" pitchFamily="2" charset="-78"/>
              </a:defRPr>
            </a:lvl4pPr>
            <a:lvl5pPr marL="1828800" indent="0">
              <a:buNone/>
              <a:defRPr sz="1200">
                <a:latin typeface="Readex Pro" pitchFamily="2" charset="-78"/>
                <a:cs typeface="Readex Pro" pitchFamily="2" charset="-78"/>
              </a:defRPr>
            </a:lvl5pPr>
          </a:lstStyle>
          <a:p>
            <a:pPr lvl="0"/>
            <a:r>
              <a:rPr lang="en-US"/>
              <a:t>Nội dung</a:t>
            </a:r>
            <a:endParaRPr lang="en-US" dirty="0"/>
          </a:p>
        </p:txBody>
      </p:sp>
      <p:sp>
        <p:nvSpPr>
          <p:cNvPr id="23" name="Text Placeholder 20"/>
          <p:cNvSpPr>
            <a:spLocks noGrp="1"/>
          </p:cNvSpPr>
          <p:nvPr>
            <p:ph type="body" sz="quarter" idx="17" hasCustomPrompt="1"/>
          </p:nvPr>
        </p:nvSpPr>
        <p:spPr>
          <a:xfrm>
            <a:off x="8426260" y="3302000"/>
            <a:ext cx="3367088" cy="2613025"/>
          </a:xfrm>
        </p:spPr>
        <p:txBody>
          <a:bodyPr>
            <a:normAutofit/>
          </a:bodyPr>
          <a:lstStyle>
            <a:lvl1pPr marL="0" indent="0">
              <a:buNone/>
              <a:defRPr sz="1800">
                <a:latin typeface="Readex Pro" pitchFamily="2" charset="-78"/>
                <a:cs typeface="Readex Pro" pitchFamily="2" charset="-78"/>
              </a:defRPr>
            </a:lvl1pPr>
            <a:lvl2pPr marL="457200" indent="0">
              <a:buNone/>
              <a:defRPr sz="1600">
                <a:latin typeface="Readex Pro" pitchFamily="2" charset="-78"/>
                <a:cs typeface="Readex Pro" pitchFamily="2" charset="-78"/>
              </a:defRPr>
            </a:lvl2pPr>
            <a:lvl3pPr marL="914400" indent="0">
              <a:buNone/>
              <a:defRPr sz="1400">
                <a:latin typeface="Readex Pro" pitchFamily="2" charset="-78"/>
                <a:cs typeface="Readex Pro" pitchFamily="2" charset="-78"/>
              </a:defRPr>
            </a:lvl3pPr>
            <a:lvl4pPr marL="1371600" indent="0">
              <a:buNone/>
              <a:defRPr sz="1200">
                <a:latin typeface="Readex Pro" pitchFamily="2" charset="-78"/>
                <a:cs typeface="Readex Pro" pitchFamily="2" charset="-78"/>
              </a:defRPr>
            </a:lvl4pPr>
            <a:lvl5pPr marL="1828800" indent="0">
              <a:buNone/>
              <a:defRPr sz="1200">
                <a:latin typeface="Readex Pro" pitchFamily="2" charset="-78"/>
                <a:cs typeface="Readex Pro" pitchFamily="2" charset="-78"/>
              </a:defRPr>
            </a:lvl5pPr>
          </a:lstStyle>
          <a:p>
            <a:pPr lvl="0"/>
            <a:r>
              <a:rPr lang="en-US"/>
              <a:t>Nội dung</a:t>
            </a:r>
            <a:endParaRPr lang="en-US" dirty="0"/>
          </a:p>
        </p:txBody>
      </p:sp>
      <p:sp>
        <p:nvSpPr>
          <p:cNvPr id="24" name="Rectangle 23"/>
          <p:cNvSpPr/>
          <p:nvPr userDrawn="1"/>
        </p:nvSpPr>
        <p:spPr>
          <a:xfrm flipH="1" flipV="1">
            <a:off x="329374" y="3126125"/>
            <a:ext cx="3364992" cy="7836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25" name="Rectangle 24"/>
          <p:cNvSpPr/>
          <p:nvPr userDrawn="1"/>
        </p:nvSpPr>
        <p:spPr>
          <a:xfrm flipH="1" flipV="1">
            <a:off x="4377232" y="3126125"/>
            <a:ext cx="3364992" cy="7836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26" name="Rectangle 25"/>
          <p:cNvSpPr/>
          <p:nvPr userDrawn="1"/>
        </p:nvSpPr>
        <p:spPr>
          <a:xfrm flipH="1" flipV="1">
            <a:off x="8425090" y="3126125"/>
            <a:ext cx="3364992" cy="7836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pic>
        <p:nvPicPr>
          <p:cNvPr id="27" name="Picture 26"/>
          <p:cNvPicPr>
            <a:picLocks noChangeAspect="1"/>
          </p:cNvPicPr>
          <p:nvPr userDrawn="1"/>
        </p:nvPicPr>
        <p:blipFill>
          <a:blip r:embed="rId2"/>
          <a:stretch>
            <a:fillRect/>
          </a:stretch>
        </p:blipFill>
        <p:spPr>
          <a:xfrm>
            <a:off x="11987783" y="93587"/>
            <a:ext cx="107165" cy="107007"/>
          </a:xfrm>
          <a:prstGeom prst="rect">
            <a:avLst/>
          </a:prstGeom>
        </p:spPr>
      </p:pic>
      <p:sp>
        <p:nvSpPr>
          <p:cNvPr id="2" name="Slide Number Placeholder 5">
            <a:extLst>
              <a:ext uri="{FF2B5EF4-FFF2-40B4-BE49-F238E27FC236}">
                <a16:creationId xmlns:a16="http://schemas.microsoft.com/office/drawing/2014/main" id="{0A85175A-A5CA-FDCD-9D1E-D1E3A5C08616}"/>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3" name="Rectangle 2">
            <a:extLst>
              <a:ext uri="{FF2B5EF4-FFF2-40B4-BE49-F238E27FC236}">
                <a16:creationId xmlns:a16="http://schemas.microsoft.com/office/drawing/2014/main" id="{6572AE3C-B845-C37F-3FA3-517EBBCCD801}"/>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4" name="Rectangle 3">
            <a:extLst>
              <a:ext uri="{FF2B5EF4-FFF2-40B4-BE49-F238E27FC236}">
                <a16:creationId xmlns:a16="http://schemas.microsoft.com/office/drawing/2014/main" id="{373C2B34-BC37-24CD-CCCC-86C84255F60D}"/>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6" name="Slide Number Placeholder 5">
            <a:extLst>
              <a:ext uri="{FF2B5EF4-FFF2-40B4-BE49-F238E27FC236}">
                <a16:creationId xmlns:a16="http://schemas.microsoft.com/office/drawing/2014/main" id="{4F3A51EC-EB1C-A2F5-191D-39EC3871D7F2}"/>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8" name="Group 7">
            <a:extLst>
              <a:ext uri="{FF2B5EF4-FFF2-40B4-BE49-F238E27FC236}">
                <a16:creationId xmlns:a16="http://schemas.microsoft.com/office/drawing/2014/main" id="{3D16B55C-8A59-6B1B-682C-62AA2B73A476}"/>
              </a:ext>
            </a:extLst>
          </p:cNvPr>
          <p:cNvGrpSpPr/>
          <p:nvPr userDrawn="1"/>
        </p:nvGrpSpPr>
        <p:grpSpPr>
          <a:xfrm>
            <a:off x="817685" y="6410864"/>
            <a:ext cx="2760487" cy="403790"/>
            <a:chOff x="741485" y="6410864"/>
            <a:chExt cx="2760487" cy="403790"/>
          </a:xfrm>
        </p:grpSpPr>
        <p:sp>
          <p:nvSpPr>
            <p:cNvPr id="9" name="TextBox 8">
              <a:extLst>
                <a:ext uri="{FF2B5EF4-FFF2-40B4-BE49-F238E27FC236}">
                  <a16:creationId xmlns:a16="http://schemas.microsoft.com/office/drawing/2014/main" id="{4FC2AAA9-0C7E-3269-988C-8B585C6196AD}"/>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10" name="TextBox 9">
              <a:extLst>
                <a:ext uri="{FF2B5EF4-FFF2-40B4-BE49-F238E27FC236}">
                  <a16:creationId xmlns:a16="http://schemas.microsoft.com/office/drawing/2014/main" id="{692758D9-75FB-A297-C9B0-0046880A091B}"/>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11" name="TextBox 10">
            <a:extLst>
              <a:ext uri="{FF2B5EF4-FFF2-40B4-BE49-F238E27FC236}">
                <a16:creationId xmlns:a16="http://schemas.microsoft.com/office/drawing/2014/main" id="{1A0FD0A9-AA5C-7D0D-4E1D-5CCB189D948D}"/>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2" name="Picture 11">
            <a:extLst>
              <a:ext uri="{FF2B5EF4-FFF2-40B4-BE49-F238E27FC236}">
                <a16:creationId xmlns:a16="http://schemas.microsoft.com/office/drawing/2014/main" id="{7C2D20B6-C339-D112-86D5-A51948B07F5D}"/>
              </a:ext>
            </a:extLst>
          </p:cNvPr>
          <p:cNvPicPr>
            <a:picLocks noChangeAspect="1"/>
          </p:cNvPicPr>
          <p:nvPr userDrawn="1"/>
        </p:nvPicPr>
        <p:blipFill>
          <a:blip r:embed="rId3"/>
          <a:stretch>
            <a:fillRect/>
          </a:stretch>
        </p:blipFill>
        <p:spPr>
          <a:xfrm>
            <a:off x="2583391" y="6481985"/>
            <a:ext cx="9339545" cy="118261"/>
          </a:xfrm>
          <a:prstGeom prst="rect">
            <a:avLst/>
          </a:prstGeom>
        </p:spPr>
      </p:pic>
      <p:sp>
        <p:nvSpPr>
          <p:cNvPr id="13" name="Date Placeholder 3">
            <a:extLst>
              <a:ext uri="{FF2B5EF4-FFF2-40B4-BE49-F238E27FC236}">
                <a16:creationId xmlns:a16="http://schemas.microsoft.com/office/drawing/2014/main" id="{6D1D37C2-EC33-4641-5CD8-DBFCCC5A5A36}"/>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4/24/2026</a:t>
            </a:fld>
            <a:endParaRPr lang="en-US"/>
          </a:p>
        </p:txBody>
      </p:sp>
      <p:sp>
        <p:nvSpPr>
          <p:cNvPr id="14" name="Footer Placeholder 4">
            <a:extLst>
              <a:ext uri="{FF2B5EF4-FFF2-40B4-BE49-F238E27FC236}">
                <a16:creationId xmlns:a16="http://schemas.microsoft.com/office/drawing/2014/main" id="{6F9D2D5D-F42C-AD89-38B2-8E5862B86D78}"/>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379999086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13" name="Content Placeholder 9"/>
          <p:cNvSpPr>
            <a:spLocks noGrp="1"/>
          </p:cNvSpPr>
          <p:nvPr>
            <p:ph sz="quarter" idx="12" hasCustomPrompt="1"/>
          </p:nvPr>
        </p:nvSpPr>
        <p:spPr>
          <a:xfrm rot="5400000">
            <a:off x="4113213" y="-1449386"/>
            <a:ext cx="3965573" cy="10515600"/>
          </a:xfrm>
        </p:spPr>
        <p:txBody>
          <a:bodyPr>
            <a:normAutofit/>
          </a:bodyPr>
          <a:lstStyle>
            <a:lvl1pPr marL="0" indent="0">
              <a:buNone/>
              <a:defRPr sz="2400" b="0" i="0">
                <a:latin typeface="Readex Pro" pitchFamily="2" charset="-78"/>
                <a:cs typeface="Readex Pro" pitchFamily="2" charset="-78"/>
              </a:defRPr>
            </a:lvl1pPr>
            <a:lvl2pPr marL="457200" indent="0">
              <a:buNone/>
              <a:defRPr sz="2000" b="0" i="0">
                <a:latin typeface="Readex Pro" pitchFamily="2" charset="-78"/>
                <a:cs typeface="Readex Pro" pitchFamily="2" charset="-78"/>
              </a:defRPr>
            </a:lvl2pPr>
            <a:lvl3pPr marL="914400" indent="0">
              <a:buNone/>
              <a:defRPr sz="1800" b="0" i="0">
                <a:latin typeface="Readex Pro" pitchFamily="2" charset="-78"/>
                <a:cs typeface="Readex Pro" pitchFamily="2" charset="-78"/>
              </a:defRPr>
            </a:lvl3pPr>
            <a:lvl4pPr marL="1371600" indent="0">
              <a:buNone/>
              <a:defRPr sz="1600" b="0" i="0">
                <a:latin typeface="Readex Pro" pitchFamily="2" charset="-78"/>
                <a:cs typeface="Readex Pro" pitchFamily="2" charset="-78"/>
              </a:defRPr>
            </a:lvl4pPr>
            <a:lvl5pPr marL="1828800" indent="0">
              <a:buNone/>
              <a:defRPr sz="1600" b="0" i="0">
                <a:latin typeface="Readex Pro" pitchFamily="2" charset="-78"/>
                <a:cs typeface="Readex Pro" pitchFamily="2" charset="-78"/>
              </a:defRPr>
            </a:lvl5pPr>
          </a:lstStyle>
          <a:p>
            <a:pPr lvl="0"/>
            <a:r>
              <a:rPr lang="en-US"/>
              <a:t>Nội dung</a:t>
            </a:r>
            <a:endParaRPr lang="en-US" dirty="0"/>
          </a:p>
        </p:txBody>
      </p:sp>
      <p:sp>
        <p:nvSpPr>
          <p:cNvPr id="17" name="Title 1"/>
          <p:cNvSpPr>
            <a:spLocks noGrp="1"/>
          </p:cNvSpPr>
          <p:nvPr>
            <p:ph type="title" hasCustomPrompt="1"/>
          </p:nvPr>
        </p:nvSpPr>
        <p:spPr>
          <a:xfrm>
            <a:off x="839788" y="365125"/>
            <a:ext cx="10515600" cy="938865"/>
          </a:xfrm>
        </p:spPr>
        <p:txBody>
          <a:bodyPr vert="horz" lIns="91440" tIns="45720" rIns="91440" bIns="45720" rtlCol="0" anchor="ctr">
            <a:normAutofit/>
          </a:bodyPr>
          <a:lstStyle>
            <a:lvl1pPr>
              <a:defRPr lang="en-US" sz="3200" b="1" baseline="0" dirty="0">
                <a:solidFill>
                  <a:srgbClr val="1F5CA9"/>
                </a:solidFill>
                <a:latin typeface="K2D" panose="00000500000000000000" pitchFamily="2" charset="-34"/>
                <a:ea typeface="+mn-ea"/>
                <a:cs typeface="+mn-cs"/>
              </a:defRPr>
            </a:lvl1pPr>
          </a:lstStyle>
          <a:p>
            <a:pPr lvl="0"/>
            <a:r>
              <a:rPr lang="en-US"/>
              <a:t>Tiêu đề</a:t>
            </a:r>
            <a:endParaRPr lang="en-US" dirty="0"/>
          </a:p>
        </p:txBody>
      </p:sp>
      <p:pic>
        <p:nvPicPr>
          <p:cNvPr id="31" name="Picture 3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78656" y="688507"/>
            <a:ext cx="292100" cy="292100"/>
          </a:xfrm>
          <a:prstGeom prst="rect">
            <a:avLst/>
          </a:prstGeom>
        </p:spPr>
      </p:pic>
      <p:pic>
        <p:nvPicPr>
          <p:cNvPr id="21" name="Picture 20"/>
          <p:cNvPicPr>
            <a:picLocks noChangeAspect="1"/>
          </p:cNvPicPr>
          <p:nvPr userDrawn="1"/>
        </p:nvPicPr>
        <p:blipFill>
          <a:blip r:embed="rId3"/>
          <a:stretch>
            <a:fillRect/>
          </a:stretch>
        </p:blipFill>
        <p:spPr>
          <a:xfrm>
            <a:off x="11987783" y="93587"/>
            <a:ext cx="107165" cy="107007"/>
          </a:xfrm>
          <a:prstGeom prst="rect">
            <a:avLst/>
          </a:prstGeom>
        </p:spPr>
      </p:pic>
      <p:sp>
        <p:nvSpPr>
          <p:cNvPr id="2" name="Slide Number Placeholder 5">
            <a:extLst>
              <a:ext uri="{FF2B5EF4-FFF2-40B4-BE49-F238E27FC236}">
                <a16:creationId xmlns:a16="http://schemas.microsoft.com/office/drawing/2014/main" id="{3043EC71-5B9E-C0BC-1876-C8F7F39BC547}"/>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3" name="Rectangle 2">
            <a:extLst>
              <a:ext uri="{FF2B5EF4-FFF2-40B4-BE49-F238E27FC236}">
                <a16:creationId xmlns:a16="http://schemas.microsoft.com/office/drawing/2014/main" id="{EE4374B3-12AF-4FD8-DEB7-27010168D059}"/>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4" name="Rectangle 3">
            <a:extLst>
              <a:ext uri="{FF2B5EF4-FFF2-40B4-BE49-F238E27FC236}">
                <a16:creationId xmlns:a16="http://schemas.microsoft.com/office/drawing/2014/main" id="{A8BA7498-F3BC-86B3-1A69-799334B6D0C9}"/>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5" name="Slide Number Placeholder 5">
            <a:extLst>
              <a:ext uri="{FF2B5EF4-FFF2-40B4-BE49-F238E27FC236}">
                <a16:creationId xmlns:a16="http://schemas.microsoft.com/office/drawing/2014/main" id="{1DC85D92-154D-811A-7CED-746E05BC9938}"/>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6" name="Group 5">
            <a:extLst>
              <a:ext uri="{FF2B5EF4-FFF2-40B4-BE49-F238E27FC236}">
                <a16:creationId xmlns:a16="http://schemas.microsoft.com/office/drawing/2014/main" id="{31FF18A3-B64B-560A-0E4C-FAE23671DD1B}"/>
              </a:ext>
            </a:extLst>
          </p:cNvPr>
          <p:cNvGrpSpPr/>
          <p:nvPr userDrawn="1"/>
        </p:nvGrpSpPr>
        <p:grpSpPr>
          <a:xfrm>
            <a:off x="817685" y="6410864"/>
            <a:ext cx="2760487" cy="403790"/>
            <a:chOff x="741485" y="6410864"/>
            <a:chExt cx="2760487" cy="403790"/>
          </a:xfrm>
        </p:grpSpPr>
        <p:sp>
          <p:nvSpPr>
            <p:cNvPr id="7" name="TextBox 6">
              <a:extLst>
                <a:ext uri="{FF2B5EF4-FFF2-40B4-BE49-F238E27FC236}">
                  <a16:creationId xmlns:a16="http://schemas.microsoft.com/office/drawing/2014/main" id="{30087580-3DBD-8257-F1D1-7914462F84CA}"/>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8" name="TextBox 7">
              <a:extLst>
                <a:ext uri="{FF2B5EF4-FFF2-40B4-BE49-F238E27FC236}">
                  <a16:creationId xmlns:a16="http://schemas.microsoft.com/office/drawing/2014/main" id="{23924CB2-D38F-D098-BA0D-F7AF3FD0DAE6}"/>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9" name="TextBox 8">
            <a:extLst>
              <a:ext uri="{FF2B5EF4-FFF2-40B4-BE49-F238E27FC236}">
                <a16:creationId xmlns:a16="http://schemas.microsoft.com/office/drawing/2014/main" id="{11944464-246D-1746-8383-CA6C986DD6CD}"/>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0" name="Picture 9">
            <a:extLst>
              <a:ext uri="{FF2B5EF4-FFF2-40B4-BE49-F238E27FC236}">
                <a16:creationId xmlns:a16="http://schemas.microsoft.com/office/drawing/2014/main" id="{936B468E-C03F-EA5D-3562-3CF0D836AD6F}"/>
              </a:ext>
            </a:extLst>
          </p:cNvPr>
          <p:cNvPicPr>
            <a:picLocks noChangeAspect="1"/>
          </p:cNvPicPr>
          <p:nvPr userDrawn="1"/>
        </p:nvPicPr>
        <p:blipFill>
          <a:blip r:embed="rId4"/>
          <a:stretch>
            <a:fillRect/>
          </a:stretch>
        </p:blipFill>
        <p:spPr>
          <a:xfrm>
            <a:off x="2583391" y="6481985"/>
            <a:ext cx="9339545" cy="118261"/>
          </a:xfrm>
          <a:prstGeom prst="rect">
            <a:avLst/>
          </a:prstGeom>
        </p:spPr>
      </p:pic>
      <p:sp>
        <p:nvSpPr>
          <p:cNvPr id="11" name="Date Placeholder 3">
            <a:extLst>
              <a:ext uri="{FF2B5EF4-FFF2-40B4-BE49-F238E27FC236}">
                <a16:creationId xmlns:a16="http://schemas.microsoft.com/office/drawing/2014/main" id="{EDB08078-B43B-9900-A614-EDD1B700D365}"/>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4/24/2026</a:t>
            </a:fld>
            <a:endParaRPr lang="en-US"/>
          </a:p>
        </p:txBody>
      </p:sp>
      <p:sp>
        <p:nvSpPr>
          <p:cNvPr id="12" name="Footer Placeholder 4">
            <a:extLst>
              <a:ext uri="{FF2B5EF4-FFF2-40B4-BE49-F238E27FC236}">
                <a16:creationId xmlns:a16="http://schemas.microsoft.com/office/drawing/2014/main" id="{853B98CF-4D09-7334-F10E-AC294939893D}"/>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80651544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nvPr>
        </p:nvSpPr>
        <p:spPr>
          <a:xfrm>
            <a:off x="8724900" y="365125"/>
            <a:ext cx="2628900" cy="5811838"/>
          </a:xfrm>
        </p:spPr>
        <p:txBody>
          <a:bodyPr vert="eaVert"/>
          <a:lstStyle>
            <a:lvl1pPr>
              <a:defRPr lang="en-US" sz="3200" b="1" kern="1200" smtClean="0">
                <a:solidFill>
                  <a:srgbClr val="1F5CA9"/>
                </a:solidFill>
                <a:latin typeface="K2D" panose="00000500000000000000" pitchFamily="2" charset="-34"/>
                <a:ea typeface="+mn-ea"/>
                <a:cs typeface="+mn-cs"/>
              </a:defRPr>
            </a:lvl1pPr>
          </a:lstStyle>
          <a:p>
            <a:r>
              <a:rPr lang="en-US"/>
              <a:t>Tiêu đề</a:t>
            </a:r>
            <a:endParaRPr lang="en-US" dirty="0"/>
          </a:p>
        </p:txBody>
      </p:sp>
      <p:sp>
        <p:nvSpPr>
          <p:cNvPr id="13" name="Content Placeholder 9"/>
          <p:cNvSpPr>
            <a:spLocks noGrp="1"/>
          </p:cNvSpPr>
          <p:nvPr>
            <p:ph sz="quarter" idx="12" hasCustomPrompt="1"/>
          </p:nvPr>
        </p:nvSpPr>
        <p:spPr>
          <a:xfrm rot="5400000">
            <a:off x="1875631" y="-672303"/>
            <a:ext cx="5811837" cy="7886700"/>
          </a:xfrm>
        </p:spPr>
        <p:txBody>
          <a:bodyPr>
            <a:normAutofit/>
          </a:bodyPr>
          <a:lstStyle>
            <a:lvl1pPr marL="0" indent="0">
              <a:buNone/>
              <a:defRPr sz="2400" b="0" i="0">
                <a:latin typeface="Readex Pro" pitchFamily="2" charset="-78"/>
                <a:cs typeface="Readex Pro" pitchFamily="2" charset="-78"/>
              </a:defRPr>
            </a:lvl1pPr>
            <a:lvl2pPr marL="457200" indent="0">
              <a:buNone/>
              <a:defRPr sz="2000" b="0" i="0">
                <a:latin typeface="Readex Pro" pitchFamily="2" charset="-78"/>
                <a:cs typeface="Readex Pro" pitchFamily="2" charset="-78"/>
              </a:defRPr>
            </a:lvl2pPr>
            <a:lvl3pPr marL="914400" indent="0">
              <a:buNone/>
              <a:defRPr sz="1800" b="0" i="0">
                <a:latin typeface="Readex Pro" pitchFamily="2" charset="-78"/>
                <a:cs typeface="Readex Pro" pitchFamily="2" charset="-78"/>
              </a:defRPr>
            </a:lvl3pPr>
            <a:lvl4pPr marL="1371600" indent="0">
              <a:buNone/>
              <a:defRPr sz="1600" b="0" i="0">
                <a:latin typeface="Readex Pro" pitchFamily="2" charset="-78"/>
                <a:cs typeface="Readex Pro" pitchFamily="2" charset="-78"/>
              </a:defRPr>
            </a:lvl4pPr>
            <a:lvl5pPr marL="1828800" indent="0">
              <a:buNone/>
              <a:defRPr sz="1600" b="0" i="0">
                <a:latin typeface="Readex Pro" pitchFamily="2" charset="-78"/>
                <a:cs typeface="Readex Pro" pitchFamily="2" charset="-78"/>
              </a:defRPr>
            </a:lvl5pPr>
          </a:lstStyle>
          <a:p>
            <a:pPr lvl="0"/>
            <a:r>
              <a:rPr lang="en-US"/>
              <a:t>Nội dung</a:t>
            </a:r>
            <a:endParaRPr lang="en-US" dirty="0"/>
          </a:p>
        </p:txBody>
      </p:sp>
      <p:pic>
        <p:nvPicPr>
          <p:cNvPr id="27" name="Picture 2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121981" y="51983"/>
            <a:ext cx="292100" cy="292100"/>
          </a:xfrm>
          <a:prstGeom prst="rect">
            <a:avLst/>
          </a:prstGeom>
        </p:spPr>
      </p:pic>
      <p:pic>
        <p:nvPicPr>
          <p:cNvPr id="19" name="Picture 18"/>
          <p:cNvPicPr>
            <a:picLocks noChangeAspect="1"/>
          </p:cNvPicPr>
          <p:nvPr userDrawn="1"/>
        </p:nvPicPr>
        <p:blipFill>
          <a:blip r:embed="rId3"/>
          <a:stretch>
            <a:fillRect/>
          </a:stretch>
        </p:blipFill>
        <p:spPr>
          <a:xfrm>
            <a:off x="11987783" y="93587"/>
            <a:ext cx="107165" cy="107007"/>
          </a:xfrm>
          <a:prstGeom prst="rect">
            <a:avLst/>
          </a:prstGeom>
        </p:spPr>
      </p:pic>
      <p:sp>
        <p:nvSpPr>
          <p:cNvPr id="3" name="Slide Number Placeholder 5">
            <a:extLst>
              <a:ext uri="{FF2B5EF4-FFF2-40B4-BE49-F238E27FC236}">
                <a16:creationId xmlns:a16="http://schemas.microsoft.com/office/drawing/2014/main" id="{0E9D4A31-78FB-C50E-E557-1D6A2AB1B39D}"/>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4" name="Rectangle 3">
            <a:extLst>
              <a:ext uri="{FF2B5EF4-FFF2-40B4-BE49-F238E27FC236}">
                <a16:creationId xmlns:a16="http://schemas.microsoft.com/office/drawing/2014/main" id="{2DE77047-2D78-10EA-8B2B-464D363FDA73}"/>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5" name="Rectangle 4">
            <a:extLst>
              <a:ext uri="{FF2B5EF4-FFF2-40B4-BE49-F238E27FC236}">
                <a16:creationId xmlns:a16="http://schemas.microsoft.com/office/drawing/2014/main" id="{41B0BADC-EE2D-7AA3-FE84-68EB6BD21ECE}"/>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6" name="Slide Number Placeholder 5">
            <a:extLst>
              <a:ext uri="{FF2B5EF4-FFF2-40B4-BE49-F238E27FC236}">
                <a16:creationId xmlns:a16="http://schemas.microsoft.com/office/drawing/2014/main" id="{6EC3A035-1495-F2B0-9581-76B6F74E68ED}"/>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7" name="Group 6">
            <a:extLst>
              <a:ext uri="{FF2B5EF4-FFF2-40B4-BE49-F238E27FC236}">
                <a16:creationId xmlns:a16="http://schemas.microsoft.com/office/drawing/2014/main" id="{BEFB4826-5D0F-51B0-8FB3-AF794F93FD9F}"/>
              </a:ext>
            </a:extLst>
          </p:cNvPr>
          <p:cNvGrpSpPr/>
          <p:nvPr userDrawn="1"/>
        </p:nvGrpSpPr>
        <p:grpSpPr>
          <a:xfrm>
            <a:off x="817685" y="6410864"/>
            <a:ext cx="2760487" cy="403790"/>
            <a:chOff x="741485" y="6410864"/>
            <a:chExt cx="2760487" cy="403790"/>
          </a:xfrm>
        </p:grpSpPr>
        <p:sp>
          <p:nvSpPr>
            <p:cNvPr id="8" name="TextBox 7">
              <a:extLst>
                <a:ext uri="{FF2B5EF4-FFF2-40B4-BE49-F238E27FC236}">
                  <a16:creationId xmlns:a16="http://schemas.microsoft.com/office/drawing/2014/main" id="{64DA189B-1ADB-AEB4-5954-98C27419F04D}"/>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9" name="TextBox 8">
              <a:extLst>
                <a:ext uri="{FF2B5EF4-FFF2-40B4-BE49-F238E27FC236}">
                  <a16:creationId xmlns:a16="http://schemas.microsoft.com/office/drawing/2014/main" id="{6BD18312-4501-E052-78A4-D56485FF5E53}"/>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10" name="TextBox 9">
            <a:extLst>
              <a:ext uri="{FF2B5EF4-FFF2-40B4-BE49-F238E27FC236}">
                <a16:creationId xmlns:a16="http://schemas.microsoft.com/office/drawing/2014/main" id="{6BFB8709-60EF-0C2D-7AE6-97383C28A996}"/>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1" name="Picture 10">
            <a:extLst>
              <a:ext uri="{FF2B5EF4-FFF2-40B4-BE49-F238E27FC236}">
                <a16:creationId xmlns:a16="http://schemas.microsoft.com/office/drawing/2014/main" id="{1A513177-236E-9D57-556A-25BA2A08A567}"/>
              </a:ext>
            </a:extLst>
          </p:cNvPr>
          <p:cNvPicPr>
            <a:picLocks noChangeAspect="1"/>
          </p:cNvPicPr>
          <p:nvPr userDrawn="1"/>
        </p:nvPicPr>
        <p:blipFill>
          <a:blip r:embed="rId4"/>
          <a:stretch>
            <a:fillRect/>
          </a:stretch>
        </p:blipFill>
        <p:spPr>
          <a:xfrm>
            <a:off x="2583391" y="6481985"/>
            <a:ext cx="9339545" cy="118261"/>
          </a:xfrm>
          <a:prstGeom prst="rect">
            <a:avLst/>
          </a:prstGeom>
        </p:spPr>
      </p:pic>
      <p:sp>
        <p:nvSpPr>
          <p:cNvPr id="12" name="Date Placeholder 3">
            <a:extLst>
              <a:ext uri="{FF2B5EF4-FFF2-40B4-BE49-F238E27FC236}">
                <a16:creationId xmlns:a16="http://schemas.microsoft.com/office/drawing/2014/main" id="{AAB60C45-18AD-EA2E-F8C7-09BC10A7EB8E}"/>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4/24/2026</a:t>
            </a:fld>
            <a:endParaRPr lang="en-US"/>
          </a:p>
        </p:txBody>
      </p:sp>
      <p:sp>
        <p:nvSpPr>
          <p:cNvPr id="14" name="Footer Placeholder 4">
            <a:extLst>
              <a:ext uri="{FF2B5EF4-FFF2-40B4-BE49-F238E27FC236}">
                <a16:creationId xmlns:a16="http://schemas.microsoft.com/office/drawing/2014/main" id="{06116A22-46CD-EA17-0317-B3A75C355C67}"/>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327258971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325583"/>
            <a:ext cx="10515600" cy="978408"/>
          </a:xfrm>
        </p:spPr>
        <p:txBody>
          <a:bodyPr/>
          <a:lstStyle>
            <a:lvl1pPr>
              <a:defRPr lang="en-US" sz="3200" b="1" kern="1200" baseline="0" smtClean="0">
                <a:solidFill>
                  <a:srgbClr val="1F5CA9"/>
                </a:solidFill>
                <a:latin typeface="K2D" panose="00000500000000000000" pitchFamily="2" charset="-34"/>
                <a:ea typeface="+mn-ea"/>
                <a:cs typeface="+mn-cs"/>
              </a:defRPr>
            </a:lvl1pPr>
          </a:lstStyle>
          <a:p>
            <a:r>
              <a:rPr lang="en-US"/>
              <a:t>Tiêu đề</a:t>
            </a:r>
            <a:endParaRPr lang="en-US" dirty="0"/>
          </a:p>
        </p:txBody>
      </p:sp>
      <p:pic>
        <p:nvPicPr>
          <p:cNvPr id="18" name="Picture 17">
            <a:extLst>
              <a:ext uri="{FF2B5EF4-FFF2-40B4-BE49-F238E27FC236}">
                <a16:creationId xmlns:a16="http://schemas.microsoft.com/office/drawing/2014/main" id="{3F628E4E-7D92-2696-C967-238AE8D19297}"/>
              </a:ext>
            </a:extLst>
          </p:cNvPr>
          <p:cNvPicPr>
            <a:picLocks noChangeAspect="1"/>
          </p:cNvPicPr>
          <p:nvPr userDrawn="1"/>
        </p:nvPicPr>
        <p:blipFill>
          <a:blip r:embed="rId2">
            <a:duotone>
              <a:prstClr val="black"/>
              <a:schemeClr val="tx2">
                <a:tint val="45000"/>
                <a:satMod val="400000"/>
              </a:schemeClr>
            </a:duotone>
            <a:alphaModFix amt="85000"/>
            <a:extLst>
              <a:ext uri="{28A0092B-C50C-407E-A947-70E740481C1C}">
                <a14:useLocalDpi xmlns:a14="http://schemas.microsoft.com/office/drawing/2010/main" val="0"/>
              </a:ext>
            </a:extLst>
          </a:blip>
          <a:stretch>
            <a:fillRect/>
          </a:stretch>
        </p:blipFill>
        <p:spPr>
          <a:xfrm>
            <a:off x="4369124" y="1727802"/>
            <a:ext cx="3453753" cy="3402396"/>
          </a:xfrm>
          <a:prstGeom prst="rect">
            <a:avLst/>
          </a:prstGeom>
        </p:spPr>
      </p:pic>
      <p:pic>
        <p:nvPicPr>
          <p:cNvPr id="28" name="Picture 2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78656" y="656757"/>
            <a:ext cx="292100" cy="292100"/>
          </a:xfrm>
          <a:prstGeom prst="rect">
            <a:avLst/>
          </a:prstGeom>
        </p:spPr>
      </p:pic>
      <p:pic>
        <p:nvPicPr>
          <p:cNvPr id="19" name="Picture 18"/>
          <p:cNvPicPr>
            <a:picLocks noChangeAspect="1"/>
          </p:cNvPicPr>
          <p:nvPr userDrawn="1"/>
        </p:nvPicPr>
        <p:blipFill>
          <a:blip r:embed="rId4"/>
          <a:stretch>
            <a:fillRect/>
          </a:stretch>
        </p:blipFill>
        <p:spPr>
          <a:xfrm>
            <a:off x="11987783" y="93587"/>
            <a:ext cx="107165" cy="107007"/>
          </a:xfrm>
          <a:prstGeom prst="rect">
            <a:avLst/>
          </a:prstGeom>
        </p:spPr>
      </p:pic>
      <p:sp>
        <p:nvSpPr>
          <p:cNvPr id="3" name="Slide Number Placeholder 5">
            <a:extLst>
              <a:ext uri="{FF2B5EF4-FFF2-40B4-BE49-F238E27FC236}">
                <a16:creationId xmlns:a16="http://schemas.microsoft.com/office/drawing/2014/main" id="{ACD306E5-CFB4-AF8E-362E-7264A2EE8FC3}"/>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4" name="Rectangle 3">
            <a:extLst>
              <a:ext uri="{FF2B5EF4-FFF2-40B4-BE49-F238E27FC236}">
                <a16:creationId xmlns:a16="http://schemas.microsoft.com/office/drawing/2014/main" id="{17E40D7E-4410-6230-80DF-9F48DDD5A2AE}"/>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5" name="Rectangle 4">
            <a:extLst>
              <a:ext uri="{FF2B5EF4-FFF2-40B4-BE49-F238E27FC236}">
                <a16:creationId xmlns:a16="http://schemas.microsoft.com/office/drawing/2014/main" id="{F571A584-94A8-DB0F-72C3-58733380A872}"/>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6" name="Slide Number Placeholder 5">
            <a:extLst>
              <a:ext uri="{FF2B5EF4-FFF2-40B4-BE49-F238E27FC236}">
                <a16:creationId xmlns:a16="http://schemas.microsoft.com/office/drawing/2014/main" id="{9E163D15-A7C4-C136-3C34-D85D43DF91DC}"/>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7" name="Group 6">
            <a:extLst>
              <a:ext uri="{FF2B5EF4-FFF2-40B4-BE49-F238E27FC236}">
                <a16:creationId xmlns:a16="http://schemas.microsoft.com/office/drawing/2014/main" id="{CCA5ACA2-579F-CD83-86DA-E253A52172C6}"/>
              </a:ext>
            </a:extLst>
          </p:cNvPr>
          <p:cNvGrpSpPr/>
          <p:nvPr userDrawn="1"/>
        </p:nvGrpSpPr>
        <p:grpSpPr>
          <a:xfrm>
            <a:off x="817685" y="6410864"/>
            <a:ext cx="2760487" cy="403790"/>
            <a:chOff x="741485" y="6410864"/>
            <a:chExt cx="2760487" cy="403790"/>
          </a:xfrm>
        </p:grpSpPr>
        <p:sp>
          <p:nvSpPr>
            <p:cNvPr id="8" name="TextBox 7">
              <a:extLst>
                <a:ext uri="{FF2B5EF4-FFF2-40B4-BE49-F238E27FC236}">
                  <a16:creationId xmlns:a16="http://schemas.microsoft.com/office/drawing/2014/main" id="{9C5BCA61-C1DF-F935-9A58-6E188F2CB055}"/>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9" name="TextBox 8">
              <a:extLst>
                <a:ext uri="{FF2B5EF4-FFF2-40B4-BE49-F238E27FC236}">
                  <a16:creationId xmlns:a16="http://schemas.microsoft.com/office/drawing/2014/main" id="{368E80D1-1F87-F099-C499-A6D08F0D1B73}"/>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10" name="TextBox 9">
            <a:extLst>
              <a:ext uri="{FF2B5EF4-FFF2-40B4-BE49-F238E27FC236}">
                <a16:creationId xmlns:a16="http://schemas.microsoft.com/office/drawing/2014/main" id="{87DD4F89-FFA6-2586-6CFF-BAD9CA9BBED0}"/>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1" name="Picture 10">
            <a:extLst>
              <a:ext uri="{FF2B5EF4-FFF2-40B4-BE49-F238E27FC236}">
                <a16:creationId xmlns:a16="http://schemas.microsoft.com/office/drawing/2014/main" id="{34ADDEC2-86AA-36BA-1460-FC4BE106E1D1}"/>
              </a:ext>
            </a:extLst>
          </p:cNvPr>
          <p:cNvPicPr>
            <a:picLocks noChangeAspect="1"/>
          </p:cNvPicPr>
          <p:nvPr userDrawn="1"/>
        </p:nvPicPr>
        <p:blipFill>
          <a:blip r:embed="rId5"/>
          <a:stretch>
            <a:fillRect/>
          </a:stretch>
        </p:blipFill>
        <p:spPr>
          <a:xfrm>
            <a:off x="2583391" y="6481985"/>
            <a:ext cx="9339545" cy="118261"/>
          </a:xfrm>
          <a:prstGeom prst="rect">
            <a:avLst/>
          </a:prstGeom>
        </p:spPr>
      </p:pic>
      <p:sp>
        <p:nvSpPr>
          <p:cNvPr id="12" name="Date Placeholder 3">
            <a:extLst>
              <a:ext uri="{FF2B5EF4-FFF2-40B4-BE49-F238E27FC236}">
                <a16:creationId xmlns:a16="http://schemas.microsoft.com/office/drawing/2014/main" id="{900BAA20-270C-6BB8-126D-274EA4BC3237}"/>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4/24/2026</a:t>
            </a:fld>
            <a:endParaRPr lang="en-US"/>
          </a:p>
        </p:txBody>
      </p:sp>
      <p:sp>
        <p:nvSpPr>
          <p:cNvPr id="13" name="Footer Placeholder 4">
            <a:extLst>
              <a:ext uri="{FF2B5EF4-FFF2-40B4-BE49-F238E27FC236}">
                <a16:creationId xmlns:a16="http://schemas.microsoft.com/office/drawing/2014/main" id="{5E3DB167-B4F8-7DE2-3FE9-16BA7DFC448A}"/>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229575922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Whit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EB977A98-B16D-37D0-150B-AA6EC7793AF8}"/>
              </a:ext>
            </a:extLst>
          </p:cNvPr>
          <p:cNvPicPr>
            <a:picLocks noChangeAspect="1"/>
          </p:cNvPicPr>
          <p:nvPr userDrawn="1"/>
        </p:nvPicPr>
        <p:blipFill>
          <a:blip r:embed="rId2">
            <a:duotone>
              <a:prstClr val="black"/>
              <a:schemeClr val="tx2">
                <a:tint val="45000"/>
                <a:satMod val="400000"/>
              </a:schemeClr>
            </a:duotone>
            <a:alphaModFix amt="85000"/>
            <a:extLst>
              <a:ext uri="{28A0092B-C50C-407E-A947-70E740481C1C}">
                <a14:useLocalDpi xmlns:a14="http://schemas.microsoft.com/office/drawing/2010/main" val="0"/>
              </a:ext>
            </a:extLst>
          </a:blip>
          <a:stretch>
            <a:fillRect/>
          </a:stretch>
        </p:blipFill>
        <p:spPr>
          <a:xfrm>
            <a:off x="4369124" y="1727802"/>
            <a:ext cx="3453753" cy="3402396"/>
          </a:xfrm>
          <a:prstGeom prst="rect">
            <a:avLst/>
          </a:prstGeom>
        </p:spPr>
      </p:pic>
      <p:pic>
        <p:nvPicPr>
          <p:cNvPr id="15" name="Picture 14"/>
          <p:cNvPicPr>
            <a:picLocks noChangeAspect="1"/>
          </p:cNvPicPr>
          <p:nvPr userDrawn="1"/>
        </p:nvPicPr>
        <p:blipFill>
          <a:blip r:embed="rId3"/>
          <a:stretch>
            <a:fillRect/>
          </a:stretch>
        </p:blipFill>
        <p:spPr>
          <a:xfrm>
            <a:off x="11987783" y="93587"/>
            <a:ext cx="107165" cy="107007"/>
          </a:xfrm>
          <a:prstGeom prst="rect">
            <a:avLst/>
          </a:prstGeom>
        </p:spPr>
      </p:pic>
      <p:sp>
        <p:nvSpPr>
          <p:cNvPr id="2" name="Slide Number Placeholder 5">
            <a:extLst>
              <a:ext uri="{FF2B5EF4-FFF2-40B4-BE49-F238E27FC236}">
                <a16:creationId xmlns:a16="http://schemas.microsoft.com/office/drawing/2014/main" id="{00AAABEF-0466-E8D9-7159-4498725EB239}"/>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3" name="Rectangle 2">
            <a:extLst>
              <a:ext uri="{FF2B5EF4-FFF2-40B4-BE49-F238E27FC236}">
                <a16:creationId xmlns:a16="http://schemas.microsoft.com/office/drawing/2014/main" id="{AB5B4BC4-A4A2-B7AE-36B8-5F8601CBD240}"/>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4" name="Rectangle 3">
            <a:extLst>
              <a:ext uri="{FF2B5EF4-FFF2-40B4-BE49-F238E27FC236}">
                <a16:creationId xmlns:a16="http://schemas.microsoft.com/office/drawing/2014/main" id="{D43324B4-3F68-C3A0-CCD5-76223DA44378}"/>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5" name="Slide Number Placeholder 5">
            <a:extLst>
              <a:ext uri="{FF2B5EF4-FFF2-40B4-BE49-F238E27FC236}">
                <a16:creationId xmlns:a16="http://schemas.microsoft.com/office/drawing/2014/main" id="{CCAF8661-5038-9FE1-BBA8-946867DADAB0}"/>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6" name="Group 5">
            <a:extLst>
              <a:ext uri="{FF2B5EF4-FFF2-40B4-BE49-F238E27FC236}">
                <a16:creationId xmlns:a16="http://schemas.microsoft.com/office/drawing/2014/main" id="{9C383C5A-EDBD-9F53-185B-2E7B394F3459}"/>
              </a:ext>
            </a:extLst>
          </p:cNvPr>
          <p:cNvGrpSpPr/>
          <p:nvPr userDrawn="1"/>
        </p:nvGrpSpPr>
        <p:grpSpPr>
          <a:xfrm>
            <a:off x="817685" y="6410864"/>
            <a:ext cx="2760487" cy="403790"/>
            <a:chOff x="741485" y="6410864"/>
            <a:chExt cx="2760487" cy="403790"/>
          </a:xfrm>
        </p:grpSpPr>
        <p:sp>
          <p:nvSpPr>
            <p:cNvPr id="7" name="TextBox 6">
              <a:extLst>
                <a:ext uri="{FF2B5EF4-FFF2-40B4-BE49-F238E27FC236}">
                  <a16:creationId xmlns:a16="http://schemas.microsoft.com/office/drawing/2014/main" id="{4FA2C68B-0393-7A63-49AA-3FFE7FE14C79}"/>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8" name="TextBox 7">
              <a:extLst>
                <a:ext uri="{FF2B5EF4-FFF2-40B4-BE49-F238E27FC236}">
                  <a16:creationId xmlns:a16="http://schemas.microsoft.com/office/drawing/2014/main" id="{E0CA16E1-AF2D-D0AA-1F01-070BA884ACD9}"/>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9" name="TextBox 8">
            <a:extLst>
              <a:ext uri="{FF2B5EF4-FFF2-40B4-BE49-F238E27FC236}">
                <a16:creationId xmlns:a16="http://schemas.microsoft.com/office/drawing/2014/main" id="{7BCC7B34-3035-0952-6B45-935B76D988E3}"/>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1" name="Picture 10">
            <a:extLst>
              <a:ext uri="{FF2B5EF4-FFF2-40B4-BE49-F238E27FC236}">
                <a16:creationId xmlns:a16="http://schemas.microsoft.com/office/drawing/2014/main" id="{2A7B063C-9DEE-224B-8FD3-B578122F7010}"/>
              </a:ext>
            </a:extLst>
          </p:cNvPr>
          <p:cNvPicPr>
            <a:picLocks noChangeAspect="1"/>
          </p:cNvPicPr>
          <p:nvPr userDrawn="1"/>
        </p:nvPicPr>
        <p:blipFill>
          <a:blip r:embed="rId4"/>
          <a:stretch>
            <a:fillRect/>
          </a:stretch>
        </p:blipFill>
        <p:spPr>
          <a:xfrm>
            <a:off x="2583391" y="6481985"/>
            <a:ext cx="9339545" cy="118261"/>
          </a:xfrm>
          <a:prstGeom prst="rect">
            <a:avLst/>
          </a:prstGeom>
        </p:spPr>
      </p:pic>
      <p:sp>
        <p:nvSpPr>
          <p:cNvPr id="12" name="Date Placeholder 3">
            <a:extLst>
              <a:ext uri="{FF2B5EF4-FFF2-40B4-BE49-F238E27FC236}">
                <a16:creationId xmlns:a16="http://schemas.microsoft.com/office/drawing/2014/main" id="{AA004C0A-B376-851D-1C1F-61573C0B972E}"/>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4/24/2026</a:t>
            </a:fld>
            <a:endParaRPr lang="en-US"/>
          </a:p>
        </p:txBody>
      </p:sp>
      <p:sp>
        <p:nvSpPr>
          <p:cNvPr id="16" name="Footer Placeholder 4">
            <a:extLst>
              <a:ext uri="{FF2B5EF4-FFF2-40B4-BE49-F238E27FC236}">
                <a16:creationId xmlns:a16="http://schemas.microsoft.com/office/drawing/2014/main" id="{AD28DB7B-FFF4-7151-C18D-3C7D5D9D8F6F}"/>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312636906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Blue 1">
    <p:bg>
      <p:bgPr>
        <a:solidFill>
          <a:srgbClr val="1F5CA9"/>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AFF29CC0-A8E3-7B26-83F7-23FD30C83BAD}"/>
              </a:ext>
            </a:extLst>
          </p:cNvPr>
          <p:cNvPicPr>
            <a:picLocks noChangeAspect="1"/>
          </p:cNvPicPr>
          <p:nvPr userDrawn="1"/>
        </p:nvPicPr>
        <p:blipFill>
          <a:blip r:embed="rId2">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a:off x="4369124" y="1727802"/>
            <a:ext cx="3453753" cy="3402396"/>
          </a:xfrm>
          <a:prstGeom prst="rect">
            <a:avLst/>
          </a:prstGeom>
        </p:spPr>
      </p:pic>
      <p:sp>
        <p:nvSpPr>
          <p:cNvPr id="13" name="Rectangle 12">
            <a:extLst>
              <a:ext uri="{FF2B5EF4-FFF2-40B4-BE49-F238E27FC236}">
                <a16:creationId xmlns:a16="http://schemas.microsoft.com/office/drawing/2014/main" id="{ECA7CBBB-5BEC-4156-BB0B-762A1656305F}"/>
              </a:ext>
            </a:extLst>
          </p:cNvPr>
          <p:cNvSpPr/>
          <p:nvPr userDrawn="1"/>
        </p:nvSpPr>
        <p:spPr>
          <a:xfrm>
            <a:off x="135235" y="6474525"/>
            <a:ext cx="544432"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grpSp>
        <p:nvGrpSpPr>
          <p:cNvPr id="14" name="Group 13">
            <a:extLst>
              <a:ext uri="{FF2B5EF4-FFF2-40B4-BE49-F238E27FC236}">
                <a16:creationId xmlns:a16="http://schemas.microsoft.com/office/drawing/2014/main" id="{44E0175B-DA75-48B5-9D9D-69732B703EF5}"/>
              </a:ext>
            </a:extLst>
          </p:cNvPr>
          <p:cNvGrpSpPr/>
          <p:nvPr userDrawn="1"/>
        </p:nvGrpSpPr>
        <p:grpSpPr>
          <a:xfrm>
            <a:off x="205437" y="6454898"/>
            <a:ext cx="544432" cy="365125"/>
            <a:chOff x="119712" y="6454898"/>
            <a:chExt cx="544432" cy="365125"/>
          </a:xfrm>
        </p:grpSpPr>
        <p:sp>
          <p:nvSpPr>
            <p:cNvPr id="20" name="Rectangle 19">
              <a:extLst>
                <a:ext uri="{FF2B5EF4-FFF2-40B4-BE49-F238E27FC236}">
                  <a16:creationId xmlns:a16="http://schemas.microsoft.com/office/drawing/2014/main" id="{3FADB430-7D50-4978-89C8-6C6EBBB3035E}"/>
                </a:ext>
              </a:extLst>
            </p:cNvPr>
            <p:cNvSpPr/>
            <p:nvPr userDrawn="1"/>
          </p:nvSpPr>
          <p:spPr>
            <a:xfrm>
              <a:off x="119712" y="6488235"/>
              <a:ext cx="544432" cy="298450"/>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21" name="Slide Number Placeholder 5">
              <a:extLst>
                <a:ext uri="{FF2B5EF4-FFF2-40B4-BE49-F238E27FC236}">
                  <a16:creationId xmlns:a16="http://schemas.microsoft.com/office/drawing/2014/main" id="{7688F936-0D30-441F-BBA9-66AE32197B6A}"/>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grpSp>
      <p:sp>
        <p:nvSpPr>
          <p:cNvPr id="22" name="Date Placeholder 3">
            <a:extLst>
              <a:ext uri="{FF2B5EF4-FFF2-40B4-BE49-F238E27FC236}">
                <a16:creationId xmlns:a16="http://schemas.microsoft.com/office/drawing/2014/main" id="{4F36C960-0DDB-40F7-96C6-0E5E092E47ED}"/>
              </a:ext>
            </a:extLst>
          </p:cNvPr>
          <p:cNvSpPr>
            <a:spLocks noGrp="1"/>
          </p:cNvSpPr>
          <p:nvPr>
            <p:ph type="dt" sz="half" idx="10"/>
          </p:nvPr>
        </p:nvSpPr>
        <p:spPr>
          <a:xfrm>
            <a:off x="914400" y="6548263"/>
            <a:ext cx="2743200" cy="365125"/>
          </a:xfrm>
        </p:spPr>
        <p:txBody>
          <a:bodyPr/>
          <a:lstStyle>
            <a:lvl1pPr algn="r">
              <a:defRPr b="1">
                <a:solidFill>
                  <a:schemeClr val="bg1"/>
                </a:solidFill>
                <a:latin typeface="K2D" panose="00000500000000000000" pitchFamily="2" charset="-34"/>
              </a:defRPr>
            </a:lvl1pPr>
          </a:lstStyle>
          <a:p>
            <a:fld id="{D86B3AB3-BDCC-41BF-8781-963E853753C3}" type="datetime1">
              <a:rPr lang="en-US" smtClean="0"/>
              <a:pPr/>
              <a:t>4/24/2026</a:t>
            </a:fld>
            <a:endParaRPr lang="en-US"/>
          </a:p>
        </p:txBody>
      </p:sp>
      <p:sp>
        <p:nvSpPr>
          <p:cNvPr id="24" name="Footer Placeholder 4">
            <a:extLst>
              <a:ext uri="{FF2B5EF4-FFF2-40B4-BE49-F238E27FC236}">
                <a16:creationId xmlns:a16="http://schemas.microsoft.com/office/drawing/2014/main" id="{EB56B231-F846-4811-B632-4AB4BAA986FB}"/>
              </a:ext>
            </a:extLst>
          </p:cNvPr>
          <p:cNvSpPr>
            <a:spLocks noGrp="1"/>
          </p:cNvSpPr>
          <p:nvPr>
            <p:ph type="ftr" sz="quarter" idx="11"/>
          </p:nvPr>
        </p:nvSpPr>
        <p:spPr>
          <a:xfrm>
            <a:off x="4038600" y="6548263"/>
            <a:ext cx="4114800" cy="365125"/>
          </a:xfrm>
        </p:spPr>
        <p:txBody>
          <a:bodyPr/>
          <a:lstStyle>
            <a:lvl1pPr algn="l">
              <a:defRPr b="1">
                <a:solidFill>
                  <a:schemeClr val="bg1"/>
                </a:solidFill>
                <a:latin typeface="K2D" panose="00000500000000000000" pitchFamily="2" charset="-34"/>
              </a:defRPr>
            </a:lvl1pPr>
          </a:lstStyle>
          <a:p>
            <a:endParaRPr lang="en-US"/>
          </a:p>
        </p:txBody>
      </p:sp>
      <p:sp>
        <p:nvSpPr>
          <p:cNvPr id="31" name="TextBox 30">
            <a:extLst>
              <a:ext uri="{FF2B5EF4-FFF2-40B4-BE49-F238E27FC236}">
                <a16:creationId xmlns:a16="http://schemas.microsoft.com/office/drawing/2014/main" id="{44250632-77FB-405A-BBE8-9981579CE7EF}"/>
              </a:ext>
            </a:extLst>
          </p:cNvPr>
          <p:cNvSpPr txBox="1"/>
          <p:nvPr/>
        </p:nvSpPr>
        <p:spPr>
          <a:xfrm>
            <a:off x="817685" y="6410864"/>
            <a:ext cx="2760487" cy="307777"/>
          </a:xfrm>
          <a:prstGeom prst="rect">
            <a:avLst/>
          </a:prstGeom>
          <a:noFill/>
        </p:spPr>
        <p:txBody>
          <a:bodyPr wrap="square" rtlCol="0">
            <a:spAutoFit/>
          </a:bodyPr>
          <a:lstStyle/>
          <a:p>
            <a:r>
              <a:rPr lang="en-US" sz="1400" b="1" baseline="0">
                <a:solidFill>
                  <a:schemeClr val="bg1"/>
                </a:solidFill>
                <a:latin typeface="K2D" panose="00000500000000000000" pitchFamily="2" charset="-34"/>
              </a:rPr>
              <a:t>ĐẠI HỌC CẦN THƠ</a:t>
            </a:r>
            <a:endParaRPr lang="en-US" sz="1400" b="1">
              <a:solidFill>
                <a:schemeClr val="bg1"/>
              </a:solidFill>
              <a:latin typeface="K2D" panose="00000500000000000000" pitchFamily="2" charset="-34"/>
            </a:endParaRPr>
          </a:p>
        </p:txBody>
      </p:sp>
      <p:sp>
        <p:nvSpPr>
          <p:cNvPr id="32" name="TextBox 31">
            <a:extLst>
              <a:ext uri="{FF2B5EF4-FFF2-40B4-BE49-F238E27FC236}">
                <a16:creationId xmlns:a16="http://schemas.microsoft.com/office/drawing/2014/main" id="{12F06559-0D08-475B-BB2B-C2AD79E1EA9A}"/>
              </a:ext>
            </a:extLst>
          </p:cNvPr>
          <p:cNvSpPr txBox="1"/>
          <p:nvPr userDrawn="1"/>
        </p:nvSpPr>
        <p:spPr>
          <a:xfrm>
            <a:off x="10536385" y="6467840"/>
            <a:ext cx="1502334" cy="307777"/>
          </a:xfrm>
          <a:prstGeom prst="rect">
            <a:avLst/>
          </a:prstGeom>
          <a:noFill/>
        </p:spPr>
        <p:txBody>
          <a:bodyPr wrap="none" rtlCol="0">
            <a:spAutoFit/>
          </a:bodyPr>
          <a:lstStyle/>
          <a:p>
            <a:r>
              <a:rPr lang="en-US" sz="1400" b="1" i="0">
                <a:solidFill>
                  <a:schemeClr val="bg1"/>
                </a:solidFill>
                <a:latin typeface="K2D" panose="00000500000000000000" pitchFamily="2" charset="-34"/>
                <a:cs typeface="Readex Pro" pitchFamily="2" charset="-78"/>
              </a:rPr>
              <a:t>www.ctu.edu.vn</a:t>
            </a:r>
          </a:p>
        </p:txBody>
      </p:sp>
      <p:pic>
        <p:nvPicPr>
          <p:cNvPr id="33" name="Picture 32">
            <a:extLst>
              <a:ext uri="{FF2B5EF4-FFF2-40B4-BE49-F238E27FC236}">
                <a16:creationId xmlns:a16="http://schemas.microsoft.com/office/drawing/2014/main" id="{7A2DBFB6-FB51-4349-AD79-DB5E3B289A6C}"/>
              </a:ext>
            </a:extLst>
          </p:cNvPr>
          <p:cNvPicPr>
            <a:picLocks noChangeAspect="1"/>
          </p:cNvPicPr>
          <p:nvPr userDrawn="1"/>
        </p:nvPicPr>
        <p:blipFill>
          <a:blip r:embed="rId3"/>
          <a:stretch>
            <a:fillRect/>
          </a:stretch>
        </p:blipFill>
        <p:spPr>
          <a:xfrm>
            <a:off x="2602785" y="6488354"/>
            <a:ext cx="9336024" cy="118217"/>
          </a:xfrm>
          <a:prstGeom prst="rect">
            <a:avLst/>
          </a:prstGeom>
        </p:spPr>
      </p:pic>
      <p:sp>
        <p:nvSpPr>
          <p:cNvPr id="15" name="TextBox 14">
            <a:extLst>
              <a:ext uri="{FF2B5EF4-FFF2-40B4-BE49-F238E27FC236}">
                <a16:creationId xmlns:a16="http://schemas.microsoft.com/office/drawing/2014/main" id="{E3741078-A544-42D3-8CE7-5F2F115BABE0}"/>
              </a:ext>
            </a:extLst>
          </p:cNvPr>
          <p:cNvSpPr txBox="1"/>
          <p:nvPr userDrawn="1"/>
        </p:nvSpPr>
        <p:spPr>
          <a:xfrm>
            <a:off x="8176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chemeClr val="bg1"/>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chemeClr val="bg1"/>
              </a:solidFill>
              <a:effectLst/>
              <a:uLnTx/>
              <a:uFillTx/>
              <a:latin typeface="Readex Pro" pitchFamily="2" charset="-78"/>
              <a:ea typeface="+mn-ea"/>
              <a:cs typeface="+mn-cs"/>
            </a:endParaRPr>
          </a:p>
        </p:txBody>
      </p:sp>
      <p:grpSp>
        <p:nvGrpSpPr>
          <p:cNvPr id="2" name="Group 1">
            <a:extLst>
              <a:ext uri="{FF2B5EF4-FFF2-40B4-BE49-F238E27FC236}">
                <a16:creationId xmlns:a16="http://schemas.microsoft.com/office/drawing/2014/main" id="{99C7F682-0100-EB65-9EF7-68F4E1527F64}"/>
              </a:ext>
            </a:extLst>
          </p:cNvPr>
          <p:cNvGrpSpPr/>
          <p:nvPr userDrawn="1"/>
        </p:nvGrpSpPr>
        <p:grpSpPr>
          <a:xfrm rot="5400000" flipH="1">
            <a:off x="11994349" y="89858"/>
            <a:ext cx="108319" cy="107166"/>
            <a:chOff x="9886950" y="442913"/>
            <a:chExt cx="216694" cy="214386"/>
          </a:xfrm>
        </p:grpSpPr>
        <p:sp>
          <p:nvSpPr>
            <p:cNvPr id="3" name="Rectangle: Rounded Corners 2">
              <a:extLst>
                <a:ext uri="{FF2B5EF4-FFF2-40B4-BE49-F238E27FC236}">
                  <a16:creationId xmlns:a16="http://schemas.microsoft.com/office/drawing/2014/main" id="{7B12206D-0D33-F7BF-D5C3-71176B0C507A}"/>
                </a:ext>
              </a:extLst>
            </p:cNvPr>
            <p:cNvSpPr/>
            <p:nvPr userDrawn="1"/>
          </p:nvSpPr>
          <p:spPr>
            <a:xfrm>
              <a:off x="9886950" y="442913"/>
              <a:ext cx="97631" cy="97631"/>
            </a:xfrm>
            <a:prstGeom prst="round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Rounded Corners 3">
              <a:extLst>
                <a:ext uri="{FF2B5EF4-FFF2-40B4-BE49-F238E27FC236}">
                  <a16:creationId xmlns:a16="http://schemas.microsoft.com/office/drawing/2014/main" id="{6958F7DE-9367-1A7B-0471-C642F47C03A3}"/>
                </a:ext>
              </a:extLst>
            </p:cNvPr>
            <p:cNvSpPr/>
            <p:nvPr userDrawn="1"/>
          </p:nvSpPr>
          <p:spPr>
            <a:xfrm>
              <a:off x="10006013" y="559668"/>
              <a:ext cx="97631" cy="97631"/>
            </a:xfrm>
            <a:prstGeom prst="roundRect">
              <a:avLst/>
            </a:prstGeom>
            <a:solidFill>
              <a:srgbClr val="00AF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5FF2EDA6-9276-E821-1BDA-7B118853E64D}"/>
                </a:ext>
              </a:extLst>
            </p:cNvPr>
            <p:cNvSpPr/>
            <p:nvPr userDrawn="1"/>
          </p:nvSpPr>
          <p:spPr>
            <a:xfrm>
              <a:off x="10006013" y="442913"/>
              <a:ext cx="97631" cy="97631"/>
            </a:xfrm>
            <a:prstGeom prst="roundRect">
              <a:avLst/>
            </a:prstGeom>
            <a:solidFill>
              <a:srgbClr val="CC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65460848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Blue 2">
    <p:bg>
      <p:bgPr>
        <a:solidFill>
          <a:srgbClr val="00B0F0"/>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EA39DEC0-0415-D667-18C3-EEA5AEBABEAC}"/>
              </a:ext>
            </a:extLst>
          </p:cNvPr>
          <p:cNvPicPr>
            <a:picLocks noChangeAspect="1"/>
          </p:cNvPicPr>
          <p:nvPr userDrawn="1"/>
        </p:nvPicPr>
        <p:blipFill>
          <a:blip r:embed="rId2">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a:off x="4369124" y="1727802"/>
            <a:ext cx="3453753" cy="3402396"/>
          </a:xfrm>
          <a:prstGeom prst="rect">
            <a:avLst/>
          </a:prstGeom>
        </p:spPr>
      </p:pic>
      <p:grpSp>
        <p:nvGrpSpPr>
          <p:cNvPr id="6" name="Group 5">
            <a:extLst>
              <a:ext uri="{FF2B5EF4-FFF2-40B4-BE49-F238E27FC236}">
                <a16:creationId xmlns:a16="http://schemas.microsoft.com/office/drawing/2014/main" id="{E74BF315-D1FC-6421-060B-3FFD387F1B1D}"/>
              </a:ext>
            </a:extLst>
          </p:cNvPr>
          <p:cNvGrpSpPr/>
          <p:nvPr userDrawn="1"/>
        </p:nvGrpSpPr>
        <p:grpSpPr>
          <a:xfrm rot="5400000" flipH="1">
            <a:off x="11994349" y="89858"/>
            <a:ext cx="108319" cy="107166"/>
            <a:chOff x="9886950" y="442913"/>
            <a:chExt cx="216694" cy="214386"/>
          </a:xfrm>
        </p:grpSpPr>
        <p:sp>
          <p:nvSpPr>
            <p:cNvPr id="7" name="Rectangle: Rounded Corners 6">
              <a:extLst>
                <a:ext uri="{FF2B5EF4-FFF2-40B4-BE49-F238E27FC236}">
                  <a16:creationId xmlns:a16="http://schemas.microsoft.com/office/drawing/2014/main" id="{D2D3478F-4D6B-F3FC-93EE-781955B168ED}"/>
                </a:ext>
              </a:extLst>
            </p:cNvPr>
            <p:cNvSpPr/>
            <p:nvPr userDrawn="1"/>
          </p:nvSpPr>
          <p:spPr>
            <a:xfrm>
              <a:off x="9886950" y="442913"/>
              <a:ext cx="97631" cy="97631"/>
            </a:xfrm>
            <a:prstGeom prst="round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F30E6027-7A58-80A0-C4DE-BD292242A19B}"/>
                </a:ext>
              </a:extLst>
            </p:cNvPr>
            <p:cNvSpPr/>
            <p:nvPr userDrawn="1"/>
          </p:nvSpPr>
          <p:spPr>
            <a:xfrm>
              <a:off x="10006013" y="559668"/>
              <a:ext cx="97631" cy="97631"/>
            </a:xfrm>
            <a:prstGeom prst="round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EC39217D-11B2-EC58-7DB9-670BADCEC0E6}"/>
                </a:ext>
              </a:extLst>
            </p:cNvPr>
            <p:cNvSpPr/>
            <p:nvPr userDrawn="1"/>
          </p:nvSpPr>
          <p:spPr>
            <a:xfrm>
              <a:off x="10006013" y="442913"/>
              <a:ext cx="97631" cy="97631"/>
            </a:xfrm>
            <a:prstGeom prst="roundRect">
              <a:avLst/>
            </a:prstGeom>
            <a:solidFill>
              <a:srgbClr val="CC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 name="Picture 1">
            <a:extLst>
              <a:ext uri="{FF2B5EF4-FFF2-40B4-BE49-F238E27FC236}">
                <a16:creationId xmlns:a16="http://schemas.microsoft.com/office/drawing/2014/main" id="{669E2A5B-C398-3A54-39BB-1A10AD77A4C3}"/>
              </a:ext>
            </a:extLst>
          </p:cNvPr>
          <p:cNvPicPr>
            <a:picLocks noChangeAspect="1"/>
          </p:cNvPicPr>
          <p:nvPr userDrawn="1"/>
        </p:nvPicPr>
        <p:blipFill>
          <a:blip r:embed="rId3"/>
          <a:stretch>
            <a:fillRect/>
          </a:stretch>
        </p:blipFill>
        <p:spPr>
          <a:xfrm>
            <a:off x="2599612" y="6488270"/>
            <a:ext cx="9336024" cy="118110"/>
          </a:xfrm>
          <a:prstGeom prst="rect">
            <a:avLst/>
          </a:prstGeom>
        </p:spPr>
      </p:pic>
      <p:sp>
        <p:nvSpPr>
          <p:cNvPr id="3" name="Slide Number Placeholder 5">
            <a:extLst>
              <a:ext uri="{FF2B5EF4-FFF2-40B4-BE49-F238E27FC236}">
                <a16:creationId xmlns:a16="http://schemas.microsoft.com/office/drawing/2014/main" id="{540C400F-3AEE-5C28-4A10-78CBA14078BC}"/>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4" name="Rectangle 3">
            <a:extLst>
              <a:ext uri="{FF2B5EF4-FFF2-40B4-BE49-F238E27FC236}">
                <a16:creationId xmlns:a16="http://schemas.microsoft.com/office/drawing/2014/main" id="{3FA79BBA-69C1-570D-F28E-9BB9C6ACBEC1}"/>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5" name="Rectangle 4">
            <a:extLst>
              <a:ext uri="{FF2B5EF4-FFF2-40B4-BE49-F238E27FC236}">
                <a16:creationId xmlns:a16="http://schemas.microsoft.com/office/drawing/2014/main" id="{ACC30C32-8749-8F9D-AFB9-200DC55D9965}"/>
              </a:ext>
            </a:extLst>
          </p:cNvPr>
          <p:cNvSpPr/>
          <p:nvPr userDrawn="1"/>
        </p:nvSpPr>
        <p:spPr>
          <a:xfrm>
            <a:off x="11577955" y="6548263"/>
            <a:ext cx="340536" cy="17037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11" name="Slide Number Placeholder 5">
            <a:extLst>
              <a:ext uri="{FF2B5EF4-FFF2-40B4-BE49-F238E27FC236}">
                <a16:creationId xmlns:a16="http://schemas.microsoft.com/office/drawing/2014/main" id="{636664E3-F587-5BFA-8277-C0DDF1B0FB4D}"/>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12" name="Group 11">
            <a:extLst>
              <a:ext uri="{FF2B5EF4-FFF2-40B4-BE49-F238E27FC236}">
                <a16:creationId xmlns:a16="http://schemas.microsoft.com/office/drawing/2014/main" id="{7AF36890-856E-2F7B-8E55-A33B790D7C18}"/>
              </a:ext>
            </a:extLst>
          </p:cNvPr>
          <p:cNvGrpSpPr/>
          <p:nvPr userDrawn="1"/>
        </p:nvGrpSpPr>
        <p:grpSpPr>
          <a:xfrm>
            <a:off x="817685" y="6410864"/>
            <a:ext cx="2760487" cy="403790"/>
            <a:chOff x="741485" y="6410864"/>
            <a:chExt cx="2760487" cy="403790"/>
          </a:xfrm>
        </p:grpSpPr>
        <p:sp>
          <p:nvSpPr>
            <p:cNvPr id="13" name="TextBox 12">
              <a:extLst>
                <a:ext uri="{FF2B5EF4-FFF2-40B4-BE49-F238E27FC236}">
                  <a16:creationId xmlns:a16="http://schemas.microsoft.com/office/drawing/2014/main" id="{63B2CBB7-80CC-0503-06CA-B293272E754B}"/>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chemeClr val="bg1"/>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chemeClr val="bg1"/>
                </a:solidFill>
                <a:effectLst/>
                <a:uLnTx/>
                <a:uFillTx/>
                <a:latin typeface="Readex Pro" pitchFamily="2" charset="-78"/>
                <a:ea typeface="+mn-ea"/>
                <a:cs typeface="+mn-cs"/>
              </a:endParaRPr>
            </a:p>
          </p:txBody>
        </p:sp>
        <p:sp>
          <p:nvSpPr>
            <p:cNvPr id="15" name="TextBox 14">
              <a:extLst>
                <a:ext uri="{FF2B5EF4-FFF2-40B4-BE49-F238E27FC236}">
                  <a16:creationId xmlns:a16="http://schemas.microsoft.com/office/drawing/2014/main" id="{6E49DC9B-DB28-1334-ACD6-A7837974CC5D}"/>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chemeClr val="bg1"/>
                  </a:solidFill>
                  <a:latin typeface="K2D" panose="00000500000000000000" pitchFamily="2" charset="-34"/>
                </a:rPr>
                <a:t>ĐẠI HỌC CẦN THƠ</a:t>
              </a:r>
              <a:endParaRPr lang="en-US" sz="1400" b="1">
                <a:solidFill>
                  <a:schemeClr val="bg1"/>
                </a:solidFill>
                <a:latin typeface="K2D" panose="00000500000000000000" pitchFamily="2" charset="-34"/>
              </a:endParaRPr>
            </a:p>
          </p:txBody>
        </p:sp>
      </p:grpSp>
      <p:sp>
        <p:nvSpPr>
          <p:cNvPr id="16" name="TextBox 15">
            <a:extLst>
              <a:ext uri="{FF2B5EF4-FFF2-40B4-BE49-F238E27FC236}">
                <a16:creationId xmlns:a16="http://schemas.microsoft.com/office/drawing/2014/main" id="{2896B089-ECA6-A22E-B1B3-DEA30DA3A29D}"/>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chemeClr val="bg1"/>
                </a:solidFill>
                <a:latin typeface="K2D" panose="00000500000000000000" pitchFamily="2" charset="-34"/>
                <a:cs typeface="Readex Pro" pitchFamily="2" charset="-78"/>
              </a:rPr>
              <a:t>www.ctu.edu.vn</a:t>
            </a:r>
          </a:p>
        </p:txBody>
      </p:sp>
      <p:sp>
        <p:nvSpPr>
          <p:cNvPr id="18" name="Date Placeholder 3">
            <a:extLst>
              <a:ext uri="{FF2B5EF4-FFF2-40B4-BE49-F238E27FC236}">
                <a16:creationId xmlns:a16="http://schemas.microsoft.com/office/drawing/2014/main" id="{3CA8C4BA-A884-9E59-FFE3-0B919D005D37}"/>
              </a:ext>
            </a:extLst>
          </p:cNvPr>
          <p:cNvSpPr>
            <a:spLocks noGrp="1"/>
          </p:cNvSpPr>
          <p:nvPr>
            <p:ph type="dt" sz="half" idx="10"/>
          </p:nvPr>
        </p:nvSpPr>
        <p:spPr>
          <a:xfrm>
            <a:off x="1218484" y="6548263"/>
            <a:ext cx="2381966" cy="365125"/>
          </a:xfrm>
        </p:spPr>
        <p:txBody>
          <a:bodyPr/>
          <a:lstStyle>
            <a:lvl1pPr algn="r">
              <a:defRPr b="1">
                <a:solidFill>
                  <a:schemeClr val="bg1"/>
                </a:solidFill>
                <a:latin typeface="K2D" panose="00000500000000000000" pitchFamily="2" charset="-34"/>
              </a:defRPr>
            </a:lvl1pPr>
          </a:lstStyle>
          <a:p>
            <a:fld id="{D86B3AB3-BDCC-41BF-8781-963E853753C3}" type="datetime1">
              <a:rPr lang="en-US" smtClean="0"/>
              <a:pPr/>
              <a:t>4/24/2026</a:t>
            </a:fld>
            <a:endParaRPr lang="en-US"/>
          </a:p>
        </p:txBody>
      </p:sp>
      <p:sp>
        <p:nvSpPr>
          <p:cNvPr id="21" name="Footer Placeholder 4">
            <a:extLst>
              <a:ext uri="{FF2B5EF4-FFF2-40B4-BE49-F238E27FC236}">
                <a16:creationId xmlns:a16="http://schemas.microsoft.com/office/drawing/2014/main" id="{79B8DE1D-7394-99A3-7495-C14CDDA1EC25}"/>
              </a:ext>
            </a:extLst>
          </p:cNvPr>
          <p:cNvSpPr>
            <a:spLocks noGrp="1"/>
          </p:cNvSpPr>
          <p:nvPr>
            <p:ph type="ftr" sz="quarter" idx="11"/>
          </p:nvPr>
        </p:nvSpPr>
        <p:spPr>
          <a:xfrm>
            <a:off x="4038600" y="6548263"/>
            <a:ext cx="4114800" cy="365125"/>
          </a:xfrm>
        </p:spPr>
        <p:txBody>
          <a:bodyPr/>
          <a:lstStyle>
            <a:lvl1pPr algn="l">
              <a:defRPr b="1">
                <a:solidFill>
                  <a:schemeClr val="bg1"/>
                </a:solidFill>
                <a:latin typeface="K2D" panose="00000500000000000000" pitchFamily="2" charset="-34"/>
              </a:defRPr>
            </a:lvl1pPr>
          </a:lstStyle>
          <a:p>
            <a:endParaRPr lang="en-US"/>
          </a:p>
        </p:txBody>
      </p:sp>
    </p:spTree>
    <p:extLst>
      <p:ext uri="{BB962C8B-B14F-4D97-AF65-F5344CB8AC3E}">
        <p14:creationId xmlns:p14="http://schemas.microsoft.com/office/powerpoint/2010/main" val="3571172702"/>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Macbook 1">
    <p:spTree>
      <p:nvGrpSpPr>
        <p:cNvPr id="1" name=""/>
        <p:cNvGrpSpPr/>
        <p:nvPr/>
      </p:nvGrpSpPr>
      <p:grpSpPr>
        <a:xfrm>
          <a:off x="0" y="0"/>
          <a:ext cx="0" cy="0"/>
          <a:chOff x="0" y="0"/>
          <a:chExt cx="0" cy="0"/>
        </a:xfrm>
      </p:grpSpPr>
      <p:grpSp>
        <p:nvGrpSpPr>
          <p:cNvPr id="10" name="9Slide.vn 1">
            <a:extLst>
              <a:ext uri="{FF2B5EF4-FFF2-40B4-BE49-F238E27FC236}">
                <a16:creationId xmlns:a16="http://schemas.microsoft.com/office/drawing/2014/main" id="{2946107B-86B5-4108-B9D9-FBE88B6AF6A9}"/>
              </a:ext>
            </a:extLst>
          </p:cNvPr>
          <p:cNvGrpSpPr/>
          <p:nvPr userDrawn="1"/>
        </p:nvGrpSpPr>
        <p:grpSpPr>
          <a:xfrm>
            <a:off x="2262706" y="1080007"/>
            <a:ext cx="7666588" cy="4425443"/>
            <a:chOff x="2738438" y="30163"/>
            <a:chExt cx="11828463" cy="6827838"/>
          </a:xfrm>
        </p:grpSpPr>
        <p:sp>
          <p:nvSpPr>
            <p:cNvPr id="17" name="9Slide.vn 2">
              <a:extLst>
                <a:ext uri="{FF2B5EF4-FFF2-40B4-BE49-F238E27FC236}">
                  <a16:creationId xmlns:a16="http://schemas.microsoft.com/office/drawing/2014/main" id="{4C6E1B3E-70F8-4E17-8666-2C90A7910CF5}"/>
                </a:ext>
              </a:extLst>
            </p:cNvPr>
            <p:cNvSpPr>
              <a:spLocks/>
            </p:cNvSpPr>
            <p:nvPr/>
          </p:nvSpPr>
          <p:spPr bwMode="auto">
            <a:xfrm>
              <a:off x="3821113" y="30163"/>
              <a:ext cx="9663113" cy="6823075"/>
            </a:xfrm>
            <a:custGeom>
              <a:avLst/>
              <a:gdLst>
                <a:gd name="T0" fmla="*/ 201 w 6087"/>
                <a:gd name="T1" fmla="*/ 4298 h 4298"/>
                <a:gd name="T2" fmla="*/ 181 w 6087"/>
                <a:gd name="T3" fmla="*/ 4298 h 4298"/>
                <a:gd name="T4" fmla="*/ 141 w 6087"/>
                <a:gd name="T5" fmla="*/ 4289 h 4298"/>
                <a:gd name="T6" fmla="*/ 106 w 6087"/>
                <a:gd name="T7" fmla="*/ 4274 h 4298"/>
                <a:gd name="T8" fmla="*/ 74 w 6087"/>
                <a:gd name="T9" fmla="*/ 4252 h 4298"/>
                <a:gd name="T10" fmla="*/ 47 w 6087"/>
                <a:gd name="T11" fmla="*/ 4225 h 4298"/>
                <a:gd name="T12" fmla="*/ 25 w 6087"/>
                <a:gd name="T13" fmla="*/ 4193 h 4298"/>
                <a:gd name="T14" fmla="*/ 10 w 6087"/>
                <a:gd name="T15" fmla="*/ 4158 h 4298"/>
                <a:gd name="T16" fmla="*/ 1 w 6087"/>
                <a:gd name="T17" fmla="*/ 4118 h 4298"/>
                <a:gd name="T18" fmla="*/ 0 w 6087"/>
                <a:gd name="T19" fmla="*/ 201 h 4298"/>
                <a:gd name="T20" fmla="*/ 1 w 6087"/>
                <a:gd name="T21" fmla="*/ 181 h 4298"/>
                <a:gd name="T22" fmla="*/ 10 w 6087"/>
                <a:gd name="T23" fmla="*/ 141 h 4298"/>
                <a:gd name="T24" fmla="*/ 25 w 6087"/>
                <a:gd name="T25" fmla="*/ 105 h 4298"/>
                <a:gd name="T26" fmla="*/ 47 w 6087"/>
                <a:gd name="T27" fmla="*/ 74 h 4298"/>
                <a:gd name="T28" fmla="*/ 74 w 6087"/>
                <a:gd name="T29" fmla="*/ 47 h 4298"/>
                <a:gd name="T30" fmla="*/ 106 w 6087"/>
                <a:gd name="T31" fmla="*/ 25 h 4298"/>
                <a:gd name="T32" fmla="*/ 141 w 6087"/>
                <a:gd name="T33" fmla="*/ 10 h 4298"/>
                <a:gd name="T34" fmla="*/ 181 w 6087"/>
                <a:gd name="T35" fmla="*/ 1 h 4298"/>
                <a:gd name="T36" fmla="*/ 5887 w 6087"/>
                <a:gd name="T37" fmla="*/ 0 h 4298"/>
                <a:gd name="T38" fmla="*/ 5907 w 6087"/>
                <a:gd name="T39" fmla="*/ 1 h 4298"/>
                <a:gd name="T40" fmla="*/ 5946 w 6087"/>
                <a:gd name="T41" fmla="*/ 10 h 4298"/>
                <a:gd name="T42" fmla="*/ 5983 w 6087"/>
                <a:gd name="T43" fmla="*/ 25 h 4298"/>
                <a:gd name="T44" fmla="*/ 6015 w 6087"/>
                <a:gd name="T45" fmla="*/ 47 h 4298"/>
                <a:gd name="T46" fmla="*/ 6042 w 6087"/>
                <a:gd name="T47" fmla="*/ 74 h 4298"/>
                <a:gd name="T48" fmla="*/ 6064 w 6087"/>
                <a:gd name="T49" fmla="*/ 105 h 4298"/>
                <a:gd name="T50" fmla="*/ 6079 w 6087"/>
                <a:gd name="T51" fmla="*/ 141 h 4298"/>
                <a:gd name="T52" fmla="*/ 6087 w 6087"/>
                <a:gd name="T53" fmla="*/ 181 h 4298"/>
                <a:gd name="T54" fmla="*/ 6087 w 6087"/>
                <a:gd name="T55" fmla="*/ 4097 h 4298"/>
                <a:gd name="T56" fmla="*/ 6087 w 6087"/>
                <a:gd name="T57" fmla="*/ 4118 h 4298"/>
                <a:gd name="T58" fmla="*/ 6079 w 6087"/>
                <a:gd name="T59" fmla="*/ 4158 h 4298"/>
                <a:gd name="T60" fmla="*/ 6064 w 6087"/>
                <a:gd name="T61" fmla="*/ 4193 h 4298"/>
                <a:gd name="T62" fmla="*/ 6042 w 6087"/>
                <a:gd name="T63" fmla="*/ 4225 h 4298"/>
                <a:gd name="T64" fmla="*/ 6015 w 6087"/>
                <a:gd name="T65" fmla="*/ 4252 h 4298"/>
                <a:gd name="T66" fmla="*/ 5983 w 6087"/>
                <a:gd name="T67" fmla="*/ 4274 h 4298"/>
                <a:gd name="T68" fmla="*/ 5946 w 6087"/>
                <a:gd name="T69" fmla="*/ 4289 h 4298"/>
                <a:gd name="T70" fmla="*/ 5907 w 6087"/>
                <a:gd name="T71" fmla="*/ 4298 h 4298"/>
                <a:gd name="T72" fmla="*/ 5887 w 6087"/>
                <a:gd name="T73" fmla="*/ 4298 h 4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087" h="4298">
                  <a:moveTo>
                    <a:pt x="5887" y="4298"/>
                  </a:moveTo>
                  <a:lnTo>
                    <a:pt x="201" y="4298"/>
                  </a:lnTo>
                  <a:lnTo>
                    <a:pt x="201" y="4298"/>
                  </a:lnTo>
                  <a:lnTo>
                    <a:pt x="181" y="4298"/>
                  </a:lnTo>
                  <a:lnTo>
                    <a:pt x="161" y="4294"/>
                  </a:lnTo>
                  <a:lnTo>
                    <a:pt x="141" y="4289"/>
                  </a:lnTo>
                  <a:lnTo>
                    <a:pt x="122" y="4282"/>
                  </a:lnTo>
                  <a:lnTo>
                    <a:pt x="106" y="4274"/>
                  </a:lnTo>
                  <a:lnTo>
                    <a:pt x="89" y="4264"/>
                  </a:lnTo>
                  <a:lnTo>
                    <a:pt x="74" y="4252"/>
                  </a:lnTo>
                  <a:lnTo>
                    <a:pt x="58" y="4239"/>
                  </a:lnTo>
                  <a:lnTo>
                    <a:pt x="47" y="4225"/>
                  </a:lnTo>
                  <a:lnTo>
                    <a:pt x="35" y="4210"/>
                  </a:lnTo>
                  <a:lnTo>
                    <a:pt x="25" y="4193"/>
                  </a:lnTo>
                  <a:lnTo>
                    <a:pt x="16" y="4177"/>
                  </a:lnTo>
                  <a:lnTo>
                    <a:pt x="10" y="4158"/>
                  </a:lnTo>
                  <a:lnTo>
                    <a:pt x="5" y="4138"/>
                  </a:lnTo>
                  <a:lnTo>
                    <a:pt x="1" y="4118"/>
                  </a:lnTo>
                  <a:lnTo>
                    <a:pt x="0" y="4097"/>
                  </a:lnTo>
                  <a:lnTo>
                    <a:pt x="0" y="201"/>
                  </a:lnTo>
                  <a:lnTo>
                    <a:pt x="0" y="201"/>
                  </a:lnTo>
                  <a:lnTo>
                    <a:pt x="1" y="181"/>
                  </a:lnTo>
                  <a:lnTo>
                    <a:pt x="5" y="161"/>
                  </a:lnTo>
                  <a:lnTo>
                    <a:pt x="10" y="141"/>
                  </a:lnTo>
                  <a:lnTo>
                    <a:pt x="16" y="122"/>
                  </a:lnTo>
                  <a:lnTo>
                    <a:pt x="25" y="105"/>
                  </a:lnTo>
                  <a:lnTo>
                    <a:pt x="35" y="89"/>
                  </a:lnTo>
                  <a:lnTo>
                    <a:pt x="47" y="74"/>
                  </a:lnTo>
                  <a:lnTo>
                    <a:pt x="58" y="58"/>
                  </a:lnTo>
                  <a:lnTo>
                    <a:pt x="74" y="47"/>
                  </a:lnTo>
                  <a:lnTo>
                    <a:pt x="89" y="35"/>
                  </a:lnTo>
                  <a:lnTo>
                    <a:pt x="106" y="25"/>
                  </a:lnTo>
                  <a:lnTo>
                    <a:pt x="122" y="16"/>
                  </a:lnTo>
                  <a:lnTo>
                    <a:pt x="141" y="10"/>
                  </a:lnTo>
                  <a:lnTo>
                    <a:pt x="161" y="5"/>
                  </a:lnTo>
                  <a:lnTo>
                    <a:pt x="181" y="1"/>
                  </a:lnTo>
                  <a:lnTo>
                    <a:pt x="201" y="0"/>
                  </a:lnTo>
                  <a:lnTo>
                    <a:pt x="5887" y="0"/>
                  </a:lnTo>
                  <a:lnTo>
                    <a:pt x="5887" y="0"/>
                  </a:lnTo>
                  <a:lnTo>
                    <a:pt x="5907" y="1"/>
                  </a:lnTo>
                  <a:lnTo>
                    <a:pt x="5927" y="5"/>
                  </a:lnTo>
                  <a:lnTo>
                    <a:pt x="5946" y="10"/>
                  </a:lnTo>
                  <a:lnTo>
                    <a:pt x="5964" y="16"/>
                  </a:lnTo>
                  <a:lnTo>
                    <a:pt x="5983" y="25"/>
                  </a:lnTo>
                  <a:lnTo>
                    <a:pt x="6000" y="35"/>
                  </a:lnTo>
                  <a:lnTo>
                    <a:pt x="6015" y="47"/>
                  </a:lnTo>
                  <a:lnTo>
                    <a:pt x="6028" y="58"/>
                  </a:lnTo>
                  <a:lnTo>
                    <a:pt x="6042" y="74"/>
                  </a:lnTo>
                  <a:lnTo>
                    <a:pt x="6054" y="89"/>
                  </a:lnTo>
                  <a:lnTo>
                    <a:pt x="6064" y="105"/>
                  </a:lnTo>
                  <a:lnTo>
                    <a:pt x="6072" y="122"/>
                  </a:lnTo>
                  <a:lnTo>
                    <a:pt x="6079" y="141"/>
                  </a:lnTo>
                  <a:lnTo>
                    <a:pt x="6084" y="161"/>
                  </a:lnTo>
                  <a:lnTo>
                    <a:pt x="6087" y="181"/>
                  </a:lnTo>
                  <a:lnTo>
                    <a:pt x="6087" y="201"/>
                  </a:lnTo>
                  <a:lnTo>
                    <a:pt x="6087" y="4097"/>
                  </a:lnTo>
                  <a:lnTo>
                    <a:pt x="6087" y="4097"/>
                  </a:lnTo>
                  <a:lnTo>
                    <a:pt x="6087" y="4118"/>
                  </a:lnTo>
                  <a:lnTo>
                    <a:pt x="6084" y="4138"/>
                  </a:lnTo>
                  <a:lnTo>
                    <a:pt x="6079" y="4158"/>
                  </a:lnTo>
                  <a:lnTo>
                    <a:pt x="6072" y="4177"/>
                  </a:lnTo>
                  <a:lnTo>
                    <a:pt x="6064" y="4193"/>
                  </a:lnTo>
                  <a:lnTo>
                    <a:pt x="6054" y="4210"/>
                  </a:lnTo>
                  <a:lnTo>
                    <a:pt x="6042" y="4225"/>
                  </a:lnTo>
                  <a:lnTo>
                    <a:pt x="6028" y="4239"/>
                  </a:lnTo>
                  <a:lnTo>
                    <a:pt x="6015" y="4252"/>
                  </a:lnTo>
                  <a:lnTo>
                    <a:pt x="6000" y="4264"/>
                  </a:lnTo>
                  <a:lnTo>
                    <a:pt x="5983" y="4274"/>
                  </a:lnTo>
                  <a:lnTo>
                    <a:pt x="5964" y="4282"/>
                  </a:lnTo>
                  <a:lnTo>
                    <a:pt x="5946" y="4289"/>
                  </a:lnTo>
                  <a:lnTo>
                    <a:pt x="5927" y="4294"/>
                  </a:lnTo>
                  <a:lnTo>
                    <a:pt x="5907" y="4298"/>
                  </a:lnTo>
                  <a:lnTo>
                    <a:pt x="5887" y="4298"/>
                  </a:lnTo>
                  <a:lnTo>
                    <a:pt x="5887" y="4298"/>
                  </a:lnTo>
                  <a:close/>
                </a:path>
              </a:pathLst>
            </a:custGeom>
            <a:gradFill flip="none" rotWithShape="1">
              <a:gsLst>
                <a:gs pos="0">
                  <a:srgbClr val="B0B2B4"/>
                </a:gs>
                <a:gs pos="100000">
                  <a:srgbClr val="DFE0E1"/>
                </a:gs>
              </a:gsLst>
              <a:lin ang="0" scaled="1"/>
              <a:tileRect/>
            </a:gradFill>
            <a:ln>
              <a:noFill/>
            </a:ln>
            <a:effectLst>
              <a:innerShdw blurRad="63500">
                <a:prstClr val="black">
                  <a:alpha val="40000"/>
                </a:prstClr>
              </a:innerShdw>
            </a:effectLst>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b="0" i="0">
                <a:latin typeface="K2D" panose="00000500000000000000" pitchFamily="2" charset="-34"/>
              </a:endParaRPr>
            </a:p>
          </p:txBody>
        </p:sp>
        <p:sp>
          <p:nvSpPr>
            <p:cNvPr id="18" name="9Slide.vn 3">
              <a:extLst>
                <a:ext uri="{FF2B5EF4-FFF2-40B4-BE49-F238E27FC236}">
                  <a16:creationId xmlns:a16="http://schemas.microsoft.com/office/drawing/2014/main" id="{1C3B9052-DF89-48DA-900D-596E0ADF2E86}"/>
                </a:ext>
              </a:extLst>
            </p:cNvPr>
            <p:cNvSpPr>
              <a:spLocks/>
            </p:cNvSpPr>
            <p:nvPr/>
          </p:nvSpPr>
          <p:spPr bwMode="auto">
            <a:xfrm>
              <a:off x="3865563" y="74613"/>
              <a:ext cx="9574213" cy="6735763"/>
            </a:xfrm>
            <a:custGeom>
              <a:avLst/>
              <a:gdLst>
                <a:gd name="T0" fmla="*/ 173 w 6031"/>
                <a:gd name="T1" fmla="*/ 0 h 4243"/>
                <a:gd name="T2" fmla="*/ 155 w 6031"/>
                <a:gd name="T3" fmla="*/ 2 h 4243"/>
                <a:gd name="T4" fmla="*/ 121 w 6031"/>
                <a:gd name="T5" fmla="*/ 9 h 4243"/>
                <a:gd name="T6" fmla="*/ 91 w 6031"/>
                <a:gd name="T7" fmla="*/ 22 h 4243"/>
                <a:gd name="T8" fmla="*/ 64 w 6031"/>
                <a:gd name="T9" fmla="*/ 40 h 4243"/>
                <a:gd name="T10" fmla="*/ 41 w 6031"/>
                <a:gd name="T11" fmla="*/ 64 h 4243"/>
                <a:gd name="T12" fmla="*/ 22 w 6031"/>
                <a:gd name="T13" fmla="*/ 91 h 4243"/>
                <a:gd name="T14" fmla="*/ 9 w 6031"/>
                <a:gd name="T15" fmla="*/ 121 h 4243"/>
                <a:gd name="T16" fmla="*/ 2 w 6031"/>
                <a:gd name="T17" fmla="*/ 157 h 4243"/>
                <a:gd name="T18" fmla="*/ 0 w 6031"/>
                <a:gd name="T19" fmla="*/ 4069 h 4243"/>
                <a:gd name="T20" fmla="*/ 2 w 6031"/>
                <a:gd name="T21" fmla="*/ 4086 h 4243"/>
                <a:gd name="T22" fmla="*/ 9 w 6031"/>
                <a:gd name="T23" fmla="*/ 4120 h 4243"/>
                <a:gd name="T24" fmla="*/ 22 w 6031"/>
                <a:gd name="T25" fmla="*/ 4152 h 4243"/>
                <a:gd name="T26" fmla="*/ 41 w 6031"/>
                <a:gd name="T27" fmla="*/ 4179 h 4243"/>
                <a:gd name="T28" fmla="*/ 64 w 6031"/>
                <a:gd name="T29" fmla="*/ 4202 h 4243"/>
                <a:gd name="T30" fmla="*/ 91 w 6031"/>
                <a:gd name="T31" fmla="*/ 4221 h 4243"/>
                <a:gd name="T32" fmla="*/ 121 w 6031"/>
                <a:gd name="T33" fmla="*/ 4234 h 4243"/>
                <a:gd name="T34" fmla="*/ 155 w 6031"/>
                <a:gd name="T35" fmla="*/ 4241 h 4243"/>
                <a:gd name="T36" fmla="*/ 5859 w 6031"/>
                <a:gd name="T37" fmla="*/ 4243 h 4243"/>
                <a:gd name="T38" fmla="*/ 5876 w 6031"/>
                <a:gd name="T39" fmla="*/ 4241 h 4243"/>
                <a:gd name="T40" fmla="*/ 5910 w 6031"/>
                <a:gd name="T41" fmla="*/ 4234 h 4243"/>
                <a:gd name="T42" fmla="*/ 5941 w 6031"/>
                <a:gd name="T43" fmla="*/ 4221 h 4243"/>
                <a:gd name="T44" fmla="*/ 5968 w 6031"/>
                <a:gd name="T45" fmla="*/ 4202 h 4243"/>
                <a:gd name="T46" fmla="*/ 5992 w 6031"/>
                <a:gd name="T47" fmla="*/ 4179 h 4243"/>
                <a:gd name="T48" fmla="*/ 6010 w 6031"/>
                <a:gd name="T49" fmla="*/ 4152 h 4243"/>
                <a:gd name="T50" fmla="*/ 6024 w 6031"/>
                <a:gd name="T51" fmla="*/ 4120 h 4243"/>
                <a:gd name="T52" fmla="*/ 6031 w 6031"/>
                <a:gd name="T53" fmla="*/ 4086 h 4243"/>
                <a:gd name="T54" fmla="*/ 6031 w 6031"/>
                <a:gd name="T55" fmla="*/ 173 h 4243"/>
                <a:gd name="T56" fmla="*/ 6031 w 6031"/>
                <a:gd name="T57" fmla="*/ 157 h 4243"/>
                <a:gd name="T58" fmla="*/ 6024 w 6031"/>
                <a:gd name="T59" fmla="*/ 121 h 4243"/>
                <a:gd name="T60" fmla="*/ 6010 w 6031"/>
                <a:gd name="T61" fmla="*/ 91 h 4243"/>
                <a:gd name="T62" fmla="*/ 5992 w 6031"/>
                <a:gd name="T63" fmla="*/ 64 h 4243"/>
                <a:gd name="T64" fmla="*/ 5968 w 6031"/>
                <a:gd name="T65" fmla="*/ 40 h 4243"/>
                <a:gd name="T66" fmla="*/ 5941 w 6031"/>
                <a:gd name="T67" fmla="*/ 22 h 4243"/>
                <a:gd name="T68" fmla="*/ 5910 w 6031"/>
                <a:gd name="T69" fmla="*/ 9 h 4243"/>
                <a:gd name="T70" fmla="*/ 5876 w 6031"/>
                <a:gd name="T71" fmla="*/ 2 h 4243"/>
                <a:gd name="T72" fmla="*/ 5859 w 6031"/>
                <a:gd name="T73" fmla="*/ 0 h 4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031" h="4243">
                  <a:moveTo>
                    <a:pt x="5859" y="0"/>
                  </a:moveTo>
                  <a:lnTo>
                    <a:pt x="173" y="0"/>
                  </a:lnTo>
                  <a:lnTo>
                    <a:pt x="173" y="0"/>
                  </a:lnTo>
                  <a:lnTo>
                    <a:pt x="155" y="2"/>
                  </a:lnTo>
                  <a:lnTo>
                    <a:pt x="138" y="3"/>
                  </a:lnTo>
                  <a:lnTo>
                    <a:pt x="121" y="9"/>
                  </a:lnTo>
                  <a:lnTo>
                    <a:pt x="106" y="14"/>
                  </a:lnTo>
                  <a:lnTo>
                    <a:pt x="91" y="22"/>
                  </a:lnTo>
                  <a:lnTo>
                    <a:pt x="78" y="30"/>
                  </a:lnTo>
                  <a:lnTo>
                    <a:pt x="64" y="40"/>
                  </a:lnTo>
                  <a:lnTo>
                    <a:pt x="51" y="51"/>
                  </a:lnTo>
                  <a:lnTo>
                    <a:pt x="41" y="64"/>
                  </a:lnTo>
                  <a:lnTo>
                    <a:pt x="30" y="77"/>
                  </a:lnTo>
                  <a:lnTo>
                    <a:pt x="22" y="91"/>
                  </a:lnTo>
                  <a:lnTo>
                    <a:pt x="14" y="106"/>
                  </a:lnTo>
                  <a:lnTo>
                    <a:pt x="9" y="121"/>
                  </a:lnTo>
                  <a:lnTo>
                    <a:pt x="3" y="138"/>
                  </a:lnTo>
                  <a:lnTo>
                    <a:pt x="2" y="157"/>
                  </a:lnTo>
                  <a:lnTo>
                    <a:pt x="0" y="173"/>
                  </a:lnTo>
                  <a:lnTo>
                    <a:pt x="0" y="4069"/>
                  </a:lnTo>
                  <a:lnTo>
                    <a:pt x="0" y="4069"/>
                  </a:lnTo>
                  <a:lnTo>
                    <a:pt x="2" y="4086"/>
                  </a:lnTo>
                  <a:lnTo>
                    <a:pt x="3" y="4105"/>
                  </a:lnTo>
                  <a:lnTo>
                    <a:pt x="9" y="4120"/>
                  </a:lnTo>
                  <a:lnTo>
                    <a:pt x="14" y="4137"/>
                  </a:lnTo>
                  <a:lnTo>
                    <a:pt x="22" y="4152"/>
                  </a:lnTo>
                  <a:lnTo>
                    <a:pt x="30" y="4165"/>
                  </a:lnTo>
                  <a:lnTo>
                    <a:pt x="41" y="4179"/>
                  </a:lnTo>
                  <a:lnTo>
                    <a:pt x="51" y="4192"/>
                  </a:lnTo>
                  <a:lnTo>
                    <a:pt x="64" y="4202"/>
                  </a:lnTo>
                  <a:lnTo>
                    <a:pt x="78" y="4212"/>
                  </a:lnTo>
                  <a:lnTo>
                    <a:pt x="91" y="4221"/>
                  </a:lnTo>
                  <a:lnTo>
                    <a:pt x="106" y="4229"/>
                  </a:lnTo>
                  <a:lnTo>
                    <a:pt x="121" y="4234"/>
                  </a:lnTo>
                  <a:lnTo>
                    <a:pt x="138" y="4239"/>
                  </a:lnTo>
                  <a:lnTo>
                    <a:pt x="155" y="4241"/>
                  </a:lnTo>
                  <a:lnTo>
                    <a:pt x="173" y="4243"/>
                  </a:lnTo>
                  <a:lnTo>
                    <a:pt x="5859" y="4243"/>
                  </a:lnTo>
                  <a:lnTo>
                    <a:pt x="5859" y="4243"/>
                  </a:lnTo>
                  <a:lnTo>
                    <a:pt x="5876" y="4241"/>
                  </a:lnTo>
                  <a:lnTo>
                    <a:pt x="5893" y="4239"/>
                  </a:lnTo>
                  <a:lnTo>
                    <a:pt x="5910" y="4234"/>
                  </a:lnTo>
                  <a:lnTo>
                    <a:pt x="5926" y="4229"/>
                  </a:lnTo>
                  <a:lnTo>
                    <a:pt x="5941" y="4221"/>
                  </a:lnTo>
                  <a:lnTo>
                    <a:pt x="5955" y="4212"/>
                  </a:lnTo>
                  <a:lnTo>
                    <a:pt x="5968" y="4202"/>
                  </a:lnTo>
                  <a:lnTo>
                    <a:pt x="5980" y="4192"/>
                  </a:lnTo>
                  <a:lnTo>
                    <a:pt x="5992" y="4179"/>
                  </a:lnTo>
                  <a:lnTo>
                    <a:pt x="6002" y="4165"/>
                  </a:lnTo>
                  <a:lnTo>
                    <a:pt x="6010" y="4152"/>
                  </a:lnTo>
                  <a:lnTo>
                    <a:pt x="6017" y="4137"/>
                  </a:lnTo>
                  <a:lnTo>
                    <a:pt x="6024" y="4120"/>
                  </a:lnTo>
                  <a:lnTo>
                    <a:pt x="6027" y="4105"/>
                  </a:lnTo>
                  <a:lnTo>
                    <a:pt x="6031" y="4086"/>
                  </a:lnTo>
                  <a:lnTo>
                    <a:pt x="6031" y="4069"/>
                  </a:lnTo>
                  <a:lnTo>
                    <a:pt x="6031" y="173"/>
                  </a:lnTo>
                  <a:lnTo>
                    <a:pt x="6031" y="173"/>
                  </a:lnTo>
                  <a:lnTo>
                    <a:pt x="6031" y="157"/>
                  </a:lnTo>
                  <a:lnTo>
                    <a:pt x="6027" y="138"/>
                  </a:lnTo>
                  <a:lnTo>
                    <a:pt x="6024" y="121"/>
                  </a:lnTo>
                  <a:lnTo>
                    <a:pt x="6017" y="106"/>
                  </a:lnTo>
                  <a:lnTo>
                    <a:pt x="6010" y="91"/>
                  </a:lnTo>
                  <a:lnTo>
                    <a:pt x="6002" y="77"/>
                  </a:lnTo>
                  <a:lnTo>
                    <a:pt x="5992" y="64"/>
                  </a:lnTo>
                  <a:lnTo>
                    <a:pt x="5980" y="51"/>
                  </a:lnTo>
                  <a:lnTo>
                    <a:pt x="5968" y="40"/>
                  </a:lnTo>
                  <a:lnTo>
                    <a:pt x="5955" y="30"/>
                  </a:lnTo>
                  <a:lnTo>
                    <a:pt x="5941" y="22"/>
                  </a:lnTo>
                  <a:lnTo>
                    <a:pt x="5926" y="14"/>
                  </a:lnTo>
                  <a:lnTo>
                    <a:pt x="5910" y="9"/>
                  </a:lnTo>
                  <a:lnTo>
                    <a:pt x="5893" y="3"/>
                  </a:lnTo>
                  <a:lnTo>
                    <a:pt x="5876" y="2"/>
                  </a:lnTo>
                  <a:lnTo>
                    <a:pt x="5859" y="0"/>
                  </a:lnTo>
                  <a:lnTo>
                    <a:pt x="5859" y="0"/>
                  </a:lnTo>
                  <a:close/>
                </a:path>
              </a:pathLst>
            </a:custGeom>
            <a:solidFill>
              <a:srgbClr val="000000"/>
            </a:solidFill>
            <a:ln>
              <a:noFill/>
            </a:ln>
            <a:effectLst>
              <a:outerShdw blurRad="25400" algn="ctr" rotWithShape="0">
                <a:prstClr val="black">
                  <a:alpha val="61000"/>
                </a:prstClr>
              </a:outerShdw>
            </a:effectLst>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b="0" i="0">
                <a:latin typeface="K2D" panose="00000500000000000000" pitchFamily="2" charset="-34"/>
              </a:endParaRPr>
            </a:p>
          </p:txBody>
        </p:sp>
        <p:sp>
          <p:nvSpPr>
            <p:cNvPr id="19" name="9Slide.vn 4">
              <a:extLst>
                <a:ext uri="{FF2B5EF4-FFF2-40B4-BE49-F238E27FC236}">
                  <a16:creationId xmlns:a16="http://schemas.microsoft.com/office/drawing/2014/main" id="{838BE831-98C4-4DA1-B95C-84B293ECEAEE}"/>
                </a:ext>
              </a:extLst>
            </p:cNvPr>
            <p:cNvSpPr>
              <a:spLocks/>
            </p:cNvSpPr>
            <p:nvPr/>
          </p:nvSpPr>
          <p:spPr bwMode="auto">
            <a:xfrm>
              <a:off x="3892550" y="6342063"/>
              <a:ext cx="9520238" cy="441325"/>
            </a:xfrm>
            <a:custGeom>
              <a:avLst/>
              <a:gdLst>
                <a:gd name="T0" fmla="*/ 156 w 5997"/>
                <a:gd name="T1" fmla="*/ 278 h 278"/>
                <a:gd name="T2" fmla="*/ 5842 w 5997"/>
                <a:gd name="T3" fmla="*/ 278 h 278"/>
                <a:gd name="T4" fmla="*/ 5842 w 5997"/>
                <a:gd name="T5" fmla="*/ 278 h 278"/>
                <a:gd name="T6" fmla="*/ 5857 w 5997"/>
                <a:gd name="T7" fmla="*/ 276 h 278"/>
                <a:gd name="T8" fmla="*/ 5872 w 5997"/>
                <a:gd name="T9" fmla="*/ 275 h 278"/>
                <a:gd name="T10" fmla="*/ 5887 w 5997"/>
                <a:gd name="T11" fmla="*/ 269 h 278"/>
                <a:gd name="T12" fmla="*/ 5903 w 5997"/>
                <a:gd name="T13" fmla="*/ 264 h 278"/>
                <a:gd name="T14" fmla="*/ 5916 w 5997"/>
                <a:gd name="T15" fmla="*/ 258 h 278"/>
                <a:gd name="T16" fmla="*/ 5928 w 5997"/>
                <a:gd name="T17" fmla="*/ 251 h 278"/>
                <a:gd name="T18" fmla="*/ 5941 w 5997"/>
                <a:gd name="T19" fmla="*/ 241 h 278"/>
                <a:gd name="T20" fmla="*/ 5951 w 5997"/>
                <a:gd name="T21" fmla="*/ 231 h 278"/>
                <a:gd name="T22" fmla="*/ 5962 w 5997"/>
                <a:gd name="T23" fmla="*/ 221 h 278"/>
                <a:gd name="T24" fmla="*/ 5970 w 5997"/>
                <a:gd name="T25" fmla="*/ 209 h 278"/>
                <a:gd name="T26" fmla="*/ 5978 w 5997"/>
                <a:gd name="T27" fmla="*/ 195 h 278"/>
                <a:gd name="T28" fmla="*/ 5985 w 5997"/>
                <a:gd name="T29" fmla="*/ 182 h 278"/>
                <a:gd name="T30" fmla="*/ 5990 w 5997"/>
                <a:gd name="T31" fmla="*/ 167 h 278"/>
                <a:gd name="T32" fmla="*/ 5993 w 5997"/>
                <a:gd name="T33" fmla="*/ 153 h 278"/>
                <a:gd name="T34" fmla="*/ 5997 w 5997"/>
                <a:gd name="T35" fmla="*/ 137 h 278"/>
                <a:gd name="T36" fmla="*/ 5997 w 5997"/>
                <a:gd name="T37" fmla="*/ 121 h 278"/>
                <a:gd name="T38" fmla="*/ 5997 w 5997"/>
                <a:gd name="T39" fmla="*/ 0 h 278"/>
                <a:gd name="T40" fmla="*/ 0 w 5997"/>
                <a:gd name="T41" fmla="*/ 0 h 278"/>
                <a:gd name="T42" fmla="*/ 0 w 5997"/>
                <a:gd name="T43" fmla="*/ 121 h 278"/>
                <a:gd name="T44" fmla="*/ 0 w 5997"/>
                <a:gd name="T45" fmla="*/ 121 h 278"/>
                <a:gd name="T46" fmla="*/ 2 w 5997"/>
                <a:gd name="T47" fmla="*/ 137 h 278"/>
                <a:gd name="T48" fmla="*/ 3 w 5997"/>
                <a:gd name="T49" fmla="*/ 153 h 278"/>
                <a:gd name="T50" fmla="*/ 8 w 5997"/>
                <a:gd name="T51" fmla="*/ 167 h 278"/>
                <a:gd name="T52" fmla="*/ 13 w 5997"/>
                <a:gd name="T53" fmla="*/ 182 h 278"/>
                <a:gd name="T54" fmla="*/ 20 w 5997"/>
                <a:gd name="T55" fmla="*/ 195 h 278"/>
                <a:gd name="T56" fmla="*/ 27 w 5997"/>
                <a:gd name="T57" fmla="*/ 209 h 278"/>
                <a:gd name="T58" fmla="*/ 37 w 5997"/>
                <a:gd name="T59" fmla="*/ 221 h 278"/>
                <a:gd name="T60" fmla="*/ 47 w 5997"/>
                <a:gd name="T61" fmla="*/ 231 h 278"/>
                <a:gd name="T62" fmla="*/ 57 w 5997"/>
                <a:gd name="T63" fmla="*/ 241 h 278"/>
                <a:gd name="T64" fmla="*/ 69 w 5997"/>
                <a:gd name="T65" fmla="*/ 251 h 278"/>
                <a:gd name="T66" fmla="*/ 82 w 5997"/>
                <a:gd name="T67" fmla="*/ 258 h 278"/>
                <a:gd name="T68" fmla="*/ 96 w 5997"/>
                <a:gd name="T69" fmla="*/ 264 h 278"/>
                <a:gd name="T70" fmla="*/ 109 w 5997"/>
                <a:gd name="T71" fmla="*/ 269 h 278"/>
                <a:gd name="T72" fmla="*/ 124 w 5997"/>
                <a:gd name="T73" fmla="*/ 275 h 278"/>
                <a:gd name="T74" fmla="*/ 141 w 5997"/>
                <a:gd name="T75" fmla="*/ 276 h 278"/>
                <a:gd name="T76" fmla="*/ 156 w 5997"/>
                <a:gd name="T77" fmla="*/ 278 h 278"/>
                <a:gd name="T78" fmla="*/ 156 w 5997"/>
                <a:gd name="T79" fmla="*/ 278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997" h="278">
                  <a:moveTo>
                    <a:pt x="156" y="278"/>
                  </a:moveTo>
                  <a:lnTo>
                    <a:pt x="5842" y="278"/>
                  </a:lnTo>
                  <a:lnTo>
                    <a:pt x="5842" y="278"/>
                  </a:lnTo>
                  <a:lnTo>
                    <a:pt x="5857" y="276"/>
                  </a:lnTo>
                  <a:lnTo>
                    <a:pt x="5872" y="275"/>
                  </a:lnTo>
                  <a:lnTo>
                    <a:pt x="5887" y="269"/>
                  </a:lnTo>
                  <a:lnTo>
                    <a:pt x="5903" y="264"/>
                  </a:lnTo>
                  <a:lnTo>
                    <a:pt x="5916" y="258"/>
                  </a:lnTo>
                  <a:lnTo>
                    <a:pt x="5928" y="251"/>
                  </a:lnTo>
                  <a:lnTo>
                    <a:pt x="5941" y="241"/>
                  </a:lnTo>
                  <a:lnTo>
                    <a:pt x="5951" y="231"/>
                  </a:lnTo>
                  <a:lnTo>
                    <a:pt x="5962" y="221"/>
                  </a:lnTo>
                  <a:lnTo>
                    <a:pt x="5970" y="209"/>
                  </a:lnTo>
                  <a:lnTo>
                    <a:pt x="5978" y="195"/>
                  </a:lnTo>
                  <a:lnTo>
                    <a:pt x="5985" y="182"/>
                  </a:lnTo>
                  <a:lnTo>
                    <a:pt x="5990" y="167"/>
                  </a:lnTo>
                  <a:lnTo>
                    <a:pt x="5993" y="153"/>
                  </a:lnTo>
                  <a:lnTo>
                    <a:pt x="5997" y="137"/>
                  </a:lnTo>
                  <a:lnTo>
                    <a:pt x="5997" y="121"/>
                  </a:lnTo>
                  <a:lnTo>
                    <a:pt x="5997" y="0"/>
                  </a:lnTo>
                  <a:lnTo>
                    <a:pt x="0" y="0"/>
                  </a:lnTo>
                  <a:lnTo>
                    <a:pt x="0" y="121"/>
                  </a:lnTo>
                  <a:lnTo>
                    <a:pt x="0" y="121"/>
                  </a:lnTo>
                  <a:lnTo>
                    <a:pt x="2" y="137"/>
                  </a:lnTo>
                  <a:lnTo>
                    <a:pt x="3" y="153"/>
                  </a:lnTo>
                  <a:lnTo>
                    <a:pt x="8" y="167"/>
                  </a:lnTo>
                  <a:lnTo>
                    <a:pt x="13" y="182"/>
                  </a:lnTo>
                  <a:lnTo>
                    <a:pt x="20" y="195"/>
                  </a:lnTo>
                  <a:lnTo>
                    <a:pt x="27" y="209"/>
                  </a:lnTo>
                  <a:lnTo>
                    <a:pt x="37" y="221"/>
                  </a:lnTo>
                  <a:lnTo>
                    <a:pt x="47" y="231"/>
                  </a:lnTo>
                  <a:lnTo>
                    <a:pt x="57" y="241"/>
                  </a:lnTo>
                  <a:lnTo>
                    <a:pt x="69" y="251"/>
                  </a:lnTo>
                  <a:lnTo>
                    <a:pt x="82" y="258"/>
                  </a:lnTo>
                  <a:lnTo>
                    <a:pt x="96" y="264"/>
                  </a:lnTo>
                  <a:lnTo>
                    <a:pt x="109" y="269"/>
                  </a:lnTo>
                  <a:lnTo>
                    <a:pt x="124" y="275"/>
                  </a:lnTo>
                  <a:lnTo>
                    <a:pt x="141" y="276"/>
                  </a:lnTo>
                  <a:lnTo>
                    <a:pt x="156" y="278"/>
                  </a:lnTo>
                  <a:lnTo>
                    <a:pt x="156" y="278"/>
                  </a:lnTo>
                  <a:close/>
                </a:path>
              </a:pathLst>
            </a:custGeom>
            <a:solidFill>
              <a:srgbClr val="18181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b="0" i="0">
                <a:latin typeface="K2D" panose="00000500000000000000" pitchFamily="2" charset="-34"/>
              </a:endParaRPr>
            </a:p>
          </p:txBody>
        </p:sp>
        <p:sp>
          <p:nvSpPr>
            <p:cNvPr id="20" name="9Slide.vn 5">
              <a:extLst>
                <a:ext uri="{FF2B5EF4-FFF2-40B4-BE49-F238E27FC236}">
                  <a16:creationId xmlns:a16="http://schemas.microsoft.com/office/drawing/2014/main" id="{9441EC7C-061E-4558-9FF8-E9B0DA0F84AA}"/>
                </a:ext>
              </a:extLst>
            </p:cNvPr>
            <p:cNvSpPr>
              <a:spLocks noChangeArrowheads="1"/>
            </p:cNvSpPr>
            <p:nvPr/>
          </p:nvSpPr>
          <p:spPr bwMode="auto">
            <a:xfrm>
              <a:off x="4205288" y="533400"/>
              <a:ext cx="8897938" cy="5565775"/>
            </a:xfrm>
            <a:prstGeom prst="rect">
              <a:avLst/>
            </a:prstGeom>
            <a:solidFill>
              <a:srgbClr val="26262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b="0" i="0">
                <a:latin typeface="K2D" panose="00000500000000000000" pitchFamily="2" charset="-34"/>
              </a:endParaRPr>
            </a:p>
          </p:txBody>
        </p:sp>
        <p:sp>
          <p:nvSpPr>
            <p:cNvPr id="21" name="9Slide.vn 6">
              <a:extLst>
                <a:ext uri="{FF2B5EF4-FFF2-40B4-BE49-F238E27FC236}">
                  <a16:creationId xmlns:a16="http://schemas.microsoft.com/office/drawing/2014/main" id="{F4AB6E09-791B-48E7-B2E0-4762432F77AB}"/>
                </a:ext>
              </a:extLst>
            </p:cNvPr>
            <p:cNvSpPr>
              <a:spLocks/>
            </p:cNvSpPr>
            <p:nvPr/>
          </p:nvSpPr>
          <p:spPr bwMode="auto">
            <a:xfrm>
              <a:off x="2738438" y="6618288"/>
              <a:ext cx="11828463" cy="239713"/>
            </a:xfrm>
            <a:custGeom>
              <a:avLst/>
              <a:gdLst>
                <a:gd name="T0" fmla="*/ 7451 w 7451"/>
                <a:gd name="T1" fmla="*/ 0 h 151"/>
                <a:gd name="T2" fmla="*/ 4441 w 7451"/>
                <a:gd name="T3" fmla="*/ 1 h 151"/>
                <a:gd name="T4" fmla="*/ 4381 w 7451"/>
                <a:gd name="T5" fmla="*/ 35 h 151"/>
                <a:gd name="T6" fmla="*/ 3097 w 7451"/>
                <a:gd name="T7" fmla="*/ 35 h 151"/>
                <a:gd name="T8" fmla="*/ 3020 w 7451"/>
                <a:gd name="T9" fmla="*/ 1 h 151"/>
                <a:gd name="T10" fmla="*/ 0 w 7451"/>
                <a:gd name="T11" fmla="*/ 0 h 151"/>
                <a:gd name="T12" fmla="*/ 0 w 7451"/>
                <a:gd name="T13" fmla="*/ 35 h 151"/>
                <a:gd name="T14" fmla="*/ 0 w 7451"/>
                <a:gd name="T15" fmla="*/ 35 h 151"/>
                <a:gd name="T16" fmla="*/ 61 w 7451"/>
                <a:gd name="T17" fmla="*/ 53 h 151"/>
                <a:gd name="T18" fmla="*/ 98 w 7451"/>
                <a:gd name="T19" fmla="*/ 65 h 151"/>
                <a:gd name="T20" fmla="*/ 140 w 7451"/>
                <a:gd name="T21" fmla="*/ 75 h 151"/>
                <a:gd name="T22" fmla="*/ 140 w 7451"/>
                <a:gd name="T23" fmla="*/ 75 h 151"/>
                <a:gd name="T24" fmla="*/ 168 w 7451"/>
                <a:gd name="T25" fmla="*/ 82 h 151"/>
                <a:gd name="T26" fmla="*/ 216 w 7451"/>
                <a:gd name="T27" fmla="*/ 90 h 151"/>
                <a:gd name="T28" fmla="*/ 286 w 7451"/>
                <a:gd name="T29" fmla="*/ 102 h 151"/>
                <a:gd name="T30" fmla="*/ 384 w 7451"/>
                <a:gd name="T31" fmla="*/ 114 h 151"/>
                <a:gd name="T32" fmla="*/ 384 w 7451"/>
                <a:gd name="T33" fmla="*/ 114 h 151"/>
                <a:gd name="T34" fmla="*/ 438 w 7451"/>
                <a:gd name="T35" fmla="*/ 121 h 151"/>
                <a:gd name="T36" fmla="*/ 510 w 7451"/>
                <a:gd name="T37" fmla="*/ 127 h 151"/>
                <a:gd name="T38" fmla="*/ 601 w 7451"/>
                <a:gd name="T39" fmla="*/ 134 h 151"/>
                <a:gd name="T40" fmla="*/ 707 w 7451"/>
                <a:gd name="T41" fmla="*/ 141 h 151"/>
                <a:gd name="T42" fmla="*/ 707 w 7451"/>
                <a:gd name="T43" fmla="*/ 141 h 151"/>
                <a:gd name="T44" fmla="*/ 838 w 7451"/>
                <a:gd name="T45" fmla="*/ 146 h 151"/>
                <a:gd name="T46" fmla="*/ 924 w 7451"/>
                <a:gd name="T47" fmla="*/ 148 h 151"/>
                <a:gd name="T48" fmla="*/ 924 w 7451"/>
                <a:gd name="T49" fmla="*/ 148 h 151"/>
                <a:gd name="T50" fmla="*/ 1195 w 7451"/>
                <a:gd name="T51" fmla="*/ 149 h 151"/>
                <a:gd name="T52" fmla="*/ 1718 w 7451"/>
                <a:gd name="T53" fmla="*/ 151 h 151"/>
                <a:gd name="T54" fmla="*/ 3188 w 7451"/>
                <a:gd name="T55" fmla="*/ 151 h 151"/>
                <a:gd name="T56" fmla="*/ 5479 w 7451"/>
                <a:gd name="T57" fmla="*/ 149 h 151"/>
                <a:gd name="T58" fmla="*/ 5479 w 7451"/>
                <a:gd name="T59" fmla="*/ 149 h 151"/>
                <a:gd name="T60" fmla="*/ 5921 w 7451"/>
                <a:gd name="T61" fmla="*/ 151 h 151"/>
                <a:gd name="T62" fmla="*/ 6244 w 7451"/>
                <a:gd name="T63" fmla="*/ 151 h 151"/>
                <a:gd name="T64" fmla="*/ 6529 w 7451"/>
                <a:gd name="T65" fmla="*/ 148 h 151"/>
                <a:gd name="T66" fmla="*/ 6529 w 7451"/>
                <a:gd name="T67" fmla="*/ 148 h 151"/>
                <a:gd name="T68" fmla="*/ 6613 w 7451"/>
                <a:gd name="T69" fmla="*/ 146 h 151"/>
                <a:gd name="T70" fmla="*/ 6744 w 7451"/>
                <a:gd name="T71" fmla="*/ 141 h 151"/>
                <a:gd name="T72" fmla="*/ 6744 w 7451"/>
                <a:gd name="T73" fmla="*/ 141 h 151"/>
                <a:gd name="T74" fmla="*/ 6852 w 7451"/>
                <a:gd name="T75" fmla="*/ 134 h 151"/>
                <a:gd name="T76" fmla="*/ 6941 w 7451"/>
                <a:gd name="T77" fmla="*/ 127 h 151"/>
                <a:gd name="T78" fmla="*/ 7015 w 7451"/>
                <a:gd name="T79" fmla="*/ 121 h 151"/>
                <a:gd name="T80" fmla="*/ 7069 w 7451"/>
                <a:gd name="T81" fmla="*/ 114 h 151"/>
                <a:gd name="T82" fmla="*/ 7069 w 7451"/>
                <a:gd name="T83" fmla="*/ 114 h 151"/>
                <a:gd name="T84" fmla="*/ 7166 w 7451"/>
                <a:gd name="T85" fmla="*/ 102 h 151"/>
                <a:gd name="T86" fmla="*/ 7237 w 7451"/>
                <a:gd name="T87" fmla="*/ 90 h 151"/>
                <a:gd name="T88" fmla="*/ 7284 w 7451"/>
                <a:gd name="T89" fmla="*/ 82 h 151"/>
                <a:gd name="T90" fmla="*/ 7313 w 7451"/>
                <a:gd name="T91" fmla="*/ 75 h 151"/>
                <a:gd name="T92" fmla="*/ 7313 w 7451"/>
                <a:gd name="T93" fmla="*/ 75 h 151"/>
                <a:gd name="T94" fmla="*/ 7353 w 7451"/>
                <a:gd name="T95" fmla="*/ 65 h 151"/>
                <a:gd name="T96" fmla="*/ 7390 w 7451"/>
                <a:gd name="T97" fmla="*/ 53 h 151"/>
                <a:gd name="T98" fmla="*/ 7451 w 7451"/>
                <a:gd name="T99" fmla="*/ 35 h 151"/>
                <a:gd name="T100" fmla="*/ 7451 w 7451"/>
                <a:gd name="T101" fmla="*/ 0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7451" h="151">
                  <a:moveTo>
                    <a:pt x="7451" y="0"/>
                  </a:moveTo>
                  <a:lnTo>
                    <a:pt x="4441" y="1"/>
                  </a:lnTo>
                  <a:lnTo>
                    <a:pt x="4381" y="35"/>
                  </a:lnTo>
                  <a:lnTo>
                    <a:pt x="3097" y="35"/>
                  </a:lnTo>
                  <a:lnTo>
                    <a:pt x="3020" y="1"/>
                  </a:lnTo>
                  <a:lnTo>
                    <a:pt x="0" y="0"/>
                  </a:lnTo>
                  <a:lnTo>
                    <a:pt x="0" y="35"/>
                  </a:lnTo>
                  <a:lnTo>
                    <a:pt x="0" y="35"/>
                  </a:lnTo>
                  <a:lnTo>
                    <a:pt x="61" y="53"/>
                  </a:lnTo>
                  <a:lnTo>
                    <a:pt x="98" y="65"/>
                  </a:lnTo>
                  <a:lnTo>
                    <a:pt x="140" y="75"/>
                  </a:lnTo>
                  <a:lnTo>
                    <a:pt x="140" y="75"/>
                  </a:lnTo>
                  <a:lnTo>
                    <a:pt x="168" y="82"/>
                  </a:lnTo>
                  <a:lnTo>
                    <a:pt x="216" y="90"/>
                  </a:lnTo>
                  <a:lnTo>
                    <a:pt x="286" y="102"/>
                  </a:lnTo>
                  <a:lnTo>
                    <a:pt x="384" y="114"/>
                  </a:lnTo>
                  <a:lnTo>
                    <a:pt x="384" y="114"/>
                  </a:lnTo>
                  <a:lnTo>
                    <a:pt x="438" y="121"/>
                  </a:lnTo>
                  <a:lnTo>
                    <a:pt x="510" y="127"/>
                  </a:lnTo>
                  <a:lnTo>
                    <a:pt x="601" y="134"/>
                  </a:lnTo>
                  <a:lnTo>
                    <a:pt x="707" y="141"/>
                  </a:lnTo>
                  <a:lnTo>
                    <a:pt x="707" y="141"/>
                  </a:lnTo>
                  <a:lnTo>
                    <a:pt x="838" y="146"/>
                  </a:lnTo>
                  <a:lnTo>
                    <a:pt x="924" y="148"/>
                  </a:lnTo>
                  <a:lnTo>
                    <a:pt x="924" y="148"/>
                  </a:lnTo>
                  <a:lnTo>
                    <a:pt x="1195" y="149"/>
                  </a:lnTo>
                  <a:lnTo>
                    <a:pt x="1718" y="151"/>
                  </a:lnTo>
                  <a:lnTo>
                    <a:pt x="3188" y="151"/>
                  </a:lnTo>
                  <a:lnTo>
                    <a:pt x="5479" y="149"/>
                  </a:lnTo>
                  <a:lnTo>
                    <a:pt x="5479" y="149"/>
                  </a:lnTo>
                  <a:lnTo>
                    <a:pt x="5921" y="151"/>
                  </a:lnTo>
                  <a:lnTo>
                    <a:pt x="6244" y="151"/>
                  </a:lnTo>
                  <a:lnTo>
                    <a:pt x="6529" y="148"/>
                  </a:lnTo>
                  <a:lnTo>
                    <a:pt x="6529" y="148"/>
                  </a:lnTo>
                  <a:lnTo>
                    <a:pt x="6613" y="146"/>
                  </a:lnTo>
                  <a:lnTo>
                    <a:pt x="6744" y="141"/>
                  </a:lnTo>
                  <a:lnTo>
                    <a:pt x="6744" y="141"/>
                  </a:lnTo>
                  <a:lnTo>
                    <a:pt x="6852" y="134"/>
                  </a:lnTo>
                  <a:lnTo>
                    <a:pt x="6941" y="127"/>
                  </a:lnTo>
                  <a:lnTo>
                    <a:pt x="7015" y="121"/>
                  </a:lnTo>
                  <a:lnTo>
                    <a:pt x="7069" y="114"/>
                  </a:lnTo>
                  <a:lnTo>
                    <a:pt x="7069" y="114"/>
                  </a:lnTo>
                  <a:lnTo>
                    <a:pt x="7166" y="102"/>
                  </a:lnTo>
                  <a:lnTo>
                    <a:pt x="7237" y="90"/>
                  </a:lnTo>
                  <a:lnTo>
                    <a:pt x="7284" y="82"/>
                  </a:lnTo>
                  <a:lnTo>
                    <a:pt x="7313" y="75"/>
                  </a:lnTo>
                  <a:lnTo>
                    <a:pt x="7313" y="75"/>
                  </a:lnTo>
                  <a:lnTo>
                    <a:pt x="7353" y="65"/>
                  </a:lnTo>
                  <a:lnTo>
                    <a:pt x="7390" y="53"/>
                  </a:lnTo>
                  <a:lnTo>
                    <a:pt x="7451" y="35"/>
                  </a:lnTo>
                  <a:lnTo>
                    <a:pt x="7451" y="0"/>
                  </a:lnTo>
                  <a:close/>
                </a:path>
              </a:pathLst>
            </a:custGeom>
            <a:solidFill>
              <a:srgbClr val="A5A6A8"/>
            </a:solidFill>
            <a:ln>
              <a:noFill/>
            </a:ln>
            <a:effectLst>
              <a:innerShdw blurRad="114300">
                <a:prstClr val="black">
                  <a:alpha val="70000"/>
                </a:prstClr>
              </a:innerShdw>
            </a:effectLst>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b="0" i="0">
                <a:latin typeface="K2D" panose="00000500000000000000" pitchFamily="2" charset="-34"/>
              </a:endParaRPr>
            </a:p>
          </p:txBody>
        </p:sp>
        <p:sp>
          <p:nvSpPr>
            <p:cNvPr id="22" name="9Slide.vn 7">
              <a:extLst>
                <a:ext uri="{FF2B5EF4-FFF2-40B4-BE49-F238E27FC236}">
                  <a16:creationId xmlns:a16="http://schemas.microsoft.com/office/drawing/2014/main" id="{FF3498DC-8213-4932-9704-8122CCB4C5A1}"/>
                </a:ext>
              </a:extLst>
            </p:cNvPr>
            <p:cNvSpPr>
              <a:spLocks/>
            </p:cNvSpPr>
            <p:nvPr/>
          </p:nvSpPr>
          <p:spPr bwMode="auto">
            <a:xfrm>
              <a:off x="2738438" y="6618288"/>
              <a:ext cx="11828463" cy="55563"/>
            </a:xfrm>
            <a:custGeom>
              <a:avLst/>
              <a:gdLst>
                <a:gd name="T0" fmla="*/ 7451 w 7451"/>
                <a:gd name="T1" fmla="*/ 35 h 35"/>
                <a:gd name="T2" fmla="*/ 0 w 7451"/>
                <a:gd name="T3" fmla="*/ 35 h 35"/>
                <a:gd name="T4" fmla="*/ 0 w 7451"/>
                <a:gd name="T5" fmla="*/ 0 h 35"/>
                <a:gd name="T6" fmla="*/ 3020 w 7451"/>
                <a:gd name="T7" fmla="*/ 0 h 35"/>
                <a:gd name="T8" fmla="*/ 3047 w 7451"/>
                <a:gd name="T9" fmla="*/ 18 h 35"/>
                <a:gd name="T10" fmla="*/ 4413 w 7451"/>
                <a:gd name="T11" fmla="*/ 18 h 35"/>
                <a:gd name="T12" fmla="*/ 4441 w 7451"/>
                <a:gd name="T13" fmla="*/ 0 h 35"/>
                <a:gd name="T14" fmla="*/ 7451 w 7451"/>
                <a:gd name="T15" fmla="*/ 0 h 35"/>
                <a:gd name="T16" fmla="*/ 7451 w 7451"/>
                <a:gd name="T17" fmla="*/ 35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51" h="35">
                  <a:moveTo>
                    <a:pt x="7451" y="35"/>
                  </a:moveTo>
                  <a:lnTo>
                    <a:pt x="0" y="35"/>
                  </a:lnTo>
                  <a:lnTo>
                    <a:pt x="0" y="0"/>
                  </a:lnTo>
                  <a:lnTo>
                    <a:pt x="3020" y="0"/>
                  </a:lnTo>
                  <a:lnTo>
                    <a:pt x="3047" y="18"/>
                  </a:lnTo>
                  <a:lnTo>
                    <a:pt x="4413" y="18"/>
                  </a:lnTo>
                  <a:lnTo>
                    <a:pt x="4441" y="0"/>
                  </a:lnTo>
                  <a:lnTo>
                    <a:pt x="7451" y="0"/>
                  </a:lnTo>
                  <a:lnTo>
                    <a:pt x="7451" y="35"/>
                  </a:lnTo>
                  <a:close/>
                </a:path>
              </a:pathLst>
            </a:custGeom>
            <a:gradFill>
              <a:gsLst>
                <a:gs pos="0">
                  <a:srgbClr val="96999A">
                    <a:lumMod val="70000"/>
                  </a:srgbClr>
                </a:gs>
                <a:gs pos="3000">
                  <a:srgbClr val="96999A"/>
                </a:gs>
                <a:gs pos="100000">
                  <a:srgbClr val="96999A">
                    <a:lumMod val="70000"/>
                  </a:srgbClr>
                </a:gs>
                <a:gs pos="97000">
                  <a:srgbClr val="96999A"/>
                </a:gs>
                <a:gs pos="91000">
                  <a:srgbClr val="DFE0E1"/>
                </a:gs>
                <a:gs pos="9000">
                  <a:srgbClr val="DFE0E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b="0" i="0">
                <a:latin typeface="K2D" panose="00000500000000000000" pitchFamily="2" charset="-34"/>
              </a:endParaRPr>
            </a:p>
          </p:txBody>
        </p:sp>
        <p:sp>
          <p:nvSpPr>
            <p:cNvPr id="23" name="9Slide.vn 8">
              <a:extLst>
                <a:ext uri="{FF2B5EF4-FFF2-40B4-BE49-F238E27FC236}">
                  <a16:creationId xmlns:a16="http://schemas.microsoft.com/office/drawing/2014/main" id="{344E556A-A4C9-4D98-B474-D2B99294DACD}"/>
                </a:ext>
              </a:extLst>
            </p:cNvPr>
            <p:cNvSpPr>
              <a:spLocks/>
            </p:cNvSpPr>
            <p:nvPr/>
          </p:nvSpPr>
          <p:spPr bwMode="auto">
            <a:xfrm>
              <a:off x="7524750" y="6619875"/>
              <a:ext cx="2255838" cy="90488"/>
            </a:xfrm>
            <a:custGeom>
              <a:avLst/>
              <a:gdLst>
                <a:gd name="T0" fmla="*/ 1389 w 1421"/>
                <a:gd name="T1" fmla="*/ 2 h 57"/>
                <a:gd name="T2" fmla="*/ 32 w 1421"/>
                <a:gd name="T3" fmla="*/ 2 h 57"/>
                <a:gd name="T4" fmla="*/ 32 w 1421"/>
                <a:gd name="T5" fmla="*/ 2 h 57"/>
                <a:gd name="T6" fmla="*/ 17 w 1421"/>
                <a:gd name="T7" fmla="*/ 2 h 57"/>
                <a:gd name="T8" fmla="*/ 0 w 1421"/>
                <a:gd name="T9" fmla="*/ 0 h 57"/>
                <a:gd name="T10" fmla="*/ 0 w 1421"/>
                <a:gd name="T11" fmla="*/ 34 h 57"/>
                <a:gd name="T12" fmla="*/ 0 w 1421"/>
                <a:gd name="T13" fmla="*/ 34 h 57"/>
                <a:gd name="T14" fmla="*/ 20 w 1421"/>
                <a:gd name="T15" fmla="*/ 44 h 57"/>
                <a:gd name="T16" fmla="*/ 42 w 1421"/>
                <a:gd name="T17" fmla="*/ 51 h 57"/>
                <a:gd name="T18" fmla="*/ 64 w 1421"/>
                <a:gd name="T19" fmla="*/ 56 h 57"/>
                <a:gd name="T20" fmla="*/ 85 w 1421"/>
                <a:gd name="T21" fmla="*/ 57 h 57"/>
                <a:gd name="T22" fmla="*/ 1337 w 1421"/>
                <a:gd name="T23" fmla="*/ 57 h 57"/>
                <a:gd name="T24" fmla="*/ 1337 w 1421"/>
                <a:gd name="T25" fmla="*/ 57 h 57"/>
                <a:gd name="T26" fmla="*/ 1359 w 1421"/>
                <a:gd name="T27" fmla="*/ 56 h 57"/>
                <a:gd name="T28" fmla="*/ 1381 w 1421"/>
                <a:gd name="T29" fmla="*/ 51 h 57"/>
                <a:gd name="T30" fmla="*/ 1401 w 1421"/>
                <a:gd name="T31" fmla="*/ 44 h 57"/>
                <a:gd name="T32" fmla="*/ 1421 w 1421"/>
                <a:gd name="T33" fmla="*/ 34 h 57"/>
                <a:gd name="T34" fmla="*/ 1421 w 1421"/>
                <a:gd name="T35" fmla="*/ 0 h 57"/>
                <a:gd name="T36" fmla="*/ 1421 w 1421"/>
                <a:gd name="T37" fmla="*/ 0 h 57"/>
                <a:gd name="T38" fmla="*/ 1406 w 1421"/>
                <a:gd name="T39" fmla="*/ 2 h 57"/>
                <a:gd name="T40" fmla="*/ 1389 w 1421"/>
                <a:gd name="T41" fmla="*/ 2 h 57"/>
                <a:gd name="T42" fmla="*/ 1389 w 1421"/>
                <a:gd name="T43" fmla="*/ 2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421" h="57">
                  <a:moveTo>
                    <a:pt x="1389" y="2"/>
                  </a:moveTo>
                  <a:lnTo>
                    <a:pt x="32" y="2"/>
                  </a:lnTo>
                  <a:lnTo>
                    <a:pt x="32" y="2"/>
                  </a:lnTo>
                  <a:lnTo>
                    <a:pt x="17" y="2"/>
                  </a:lnTo>
                  <a:lnTo>
                    <a:pt x="0" y="0"/>
                  </a:lnTo>
                  <a:lnTo>
                    <a:pt x="0" y="34"/>
                  </a:lnTo>
                  <a:lnTo>
                    <a:pt x="0" y="34"/>
                  </a:lnTo>
                  <a:lnTo>
                    <a:pt x="20" y="44"/>
                  </a:lnTo>
                  <a:lnTo>
                    <a:pt x="42" y="51"/>
                  </a:lnTo>
                  <a:lnTo>
                    <a:pt x="64" y="56"/>
                  </a:lnTo>
                  <a:lnTo>
                    <a:pt x="85" y="57"/>
                  </a:lnTo>
                  <a:lnTo>
                    <a:pt x="1337" y="57"/>
                  </a:lnTo>
                  <a:lnTo>
                    <a:pt x="1337" y="57"/>
                  </a:lnTo>
                  <a:lnTo>
                    <a:pt x="1359" y="56"/>
                  </a:lnTo>
                  <a:lnTo>
                    <a:pt x="1381" y="51"/>
                  </a:lnTo>
                  <a:lnTo>
                    <a:pt x="1401" y="44"/>
                  </a:lnTo>
                  <a:lnTo>
                    <a:pt x="1421" y="34"/>
                  </a:lnTo>
                  <a:lnTo>
                    <a:pt x="1421" y="0"/>
                  </a:lnTo>
                  <a:lnTo>
                    <a:pt x="1421" y="0"/>
                  </a:lnTo>
                  <a:lnTo>
                    <a:pt x="1406" y="2"/>
                  </a:lnTo>
                  <a:lnTo>
                    <a:pt x="1389" y="2"/>
                  </a:lnTo>
                  <a:lnTo>
                    <a:pt x="1389" y="2"/>
                  </a:lnTo>
                  <a:close/>
                </a:path>
              </a:pathLst>
            </a:custGeom>
            <a:gradFill>
              <a:gsLst>
                <a:gs pos="0">
                  <a:srgbClr val="96999A">
                    <a:lumMod val="70000"/>
                  </a:srgbClr>
                </a:gs>
                <a:gs pos="3000">
                  <a:srgbClr val="96999A"/>
                </a:gs>
                <a:gs pos="100000">
                  <a:srgbClr val="96999A">
                    <a:lumMod val="70000"/>
                  </a:srgbClr>
                </a:gs>
                <a:gs pos="97000">
                  <a:srgbClr val="96999A"/>
                </a:gs>
                <a:gs pos="91000">
                  <a:srgbClr val="DFE0E1">
                    <a:lumMod val="95000"/>
                  </a:srgbClr>
                </a:gs>
                <a:gs pos="9000">
                  <a:srgbClr val="DFE0E1">
                    <a:lumMod val="95000"/>
                  </a:srgbClr>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b="0" i="0">
                <a:latin typeface="K2D" panose="00000500000000000000" pitchFamily="2" charset="-34"/>
              </a:endParaRPr>
            </a:p>
          </p:txBody>
        </p:sp>
      </p:grpSp>
      <p:sp>
        <p:nvSpPr>
          <p:cNvPr id="5" name="Picture Placeholder 4"/>
          <p:cNvSpPr>
            <a:spLocks noGrp="1"/>
          </p:cNvSpPr>
          <p:nvPr>
            <p:ph type="pic" sz="quarter" idx="12" hasCustomPrompt="1"/>
          </p:nvPr>
        </p:nvSpPr>
        <p:spPr>
          <a:xfrm>
            <a:off x="3219450" y="1400175"/>
            <a:ext cx="5762625" cy="3600450"/>
          </a:xfrm>
          <a:solidFill>
            <a:schemeClr val="bg1">
              <a:lumMod val="95000"/>
            </a:schemeClr>
          </a:solidFill>
        </p:spPr>
        <p:txBody>
          <a:bodyPr anchor="ctr" anchorCtr="0"/>
          <a:lstStyle>
            <a:lvl1pPr marL="0" indent="0" algn="ctr">
              <a:buNone/>
              <a:defRPr/>
            </a:lvl1pPr>
          </a:lstStyle>
          <a:p>
            <a:r>
              <a:rPr lang="en-US"/>
              <a:t>Thêm ảnh</a:t>
            </a:r>
          </a:p>
        </p:txBody>
      </p:sp>
      <p:pic>
        <p:nvPicPr>
          <p:cNvPr id="29" name="Picture 28"/>
          <p:cNvPicPr>
            <a:picLocks noChangeAspect="1"/>
          </p:cNvPicPr>
          <p:nvPr userDrawn="1"/>
        </p:nvPicPr>
        <p:blipFill>
          <a:blip r:embed="rId2"/>
          <a:stretch>
            <a:fillRect/>
          </a:stretch>
        </p:blipFill>
        <p:spPr>
          <a:xfrm>
            <a:off x="11987783" y="93587"/>
            <a:ext cx="107165" cy="107007"/>
          </a:xfrm>
          <a:prstGeom prst="rect">
            <a:avLst/>
          </a:prstGeom>
        </p:spPr>
      </p:pic>
      <p:sp>
        <p:nvSpPr>
          <p:cNvPr id="2" name="Slide Number Placeholder 5">
            <a:extLst>
              <a:ext uri="{FF2B5EF4-FFF2-40B4-BE49-F238E27FC236}">
                <a16:creationId xmlns:a16="http://schemas.microsoft.com/office/drawing/2014/main" id="{66F8249F-933F-27B4-037F-1BE57AC729CC}"/>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3" name="Rectangle 2">
            <a:extLst>
              <a:ext uri="{FF2B5EF4-FFF2-40B4-BE49-F238E27FC236}">
                <a16:creationId xmlns:a16="http://schemas.microsoft.com/office/drawing/2014/main" id="{B72D8527-F93B-EB58-7740-2C078C40D098}"/>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4" name="Rectangle 3">
            <a:extLst>
              <a:ext uri="{FF2B5EF4-FFF2-40B4-BE49-F238E27FC236}">
                <a16:creationId xmlns:a16="http://schemas.microsoft.com/office/drawing/2014/main" id="{B02B52FF-C488-9746-1718-20EBF7C6F693}"/>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6" name="Slide Number Placeholder 5">
            <a:extLst>
              <a:ext uri="{FF2B5EF4-FFF2-40B4-BE49-F238E27FC236}">
                <a16:creationId xmlns:a16="http://schemas.microsoft.com/office/drawing/2014/main" id="{5C91F8AA-07ED-7376-C0C8-2331E007AE38}"/>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7" name="Group 6">
            <a:extLst>
              <a:ext uri="{FF2B5EF4-FFF2-40B4-BE49-F238E27FC236}">
                <a16:creationId xmlns:a16="http://schemas.microsoft.com/office/drawing/2014/main" id="{A998A477-5FFB-8A7A-8F05-0A80F04AEFB7}"/>
              </a:ext>
            </a:extLst>
          </p:cNvPr>
          <p:cNvGrpSpPr/>
          <p:nvPr userDrawn="1"/>
        </p:nvGrpSpPr>
        <p:grpSpPr>
          <a:xfrm>
            <a:off x="817685" y="6410864"/>
            <a:ext cx="2760487" cy="403790"/>
            <a:chOff x="741485" y="6410864"/>
            <a:chExt cx="2760487" cy="403790"/>
          </a:xfrm>
        </p:grpSpPr>
        <p:sp>
          <p:nvSpPr>
            <p:cNvPr id="8" name="TextBox 7">
              <a:extLst>
                <a:ext uri="{FF2B5EF4-FFF2-40B4-BE49-F238E27FC236}">
                  <a16:creationId xmlns:a16="http://schemas.microsoft.com/office/drawing/2014/main" id="{81725ED5-67ED-5B9A-3DCA-1DE0F4C58341}"/>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9" name="TextBox 8">
              <a:extLst>
                <a:ext uri="{FF2B5EF4-FFF2-40B4-BE49-F238E27FC236}">
                  <a16:creationId xmlns:a16="http://schemas.microsoft.com/office/drawing/2014/main" id="{4E9266B7-33A3-424D-B662-BE0A9937A840}"/>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11" name="TextBox 10">
            <a:extLst>
              <a:ext uri="{FF2B5EF4-FFF2-40B4-BE49-F238E27FC236}">
                <a16:creationId xmlns:a16="http://schemas.microsoft.com/office/drawing/2014/main" id="{A686A9F9-4156-B900-5857-6016C3E85FAB}"/>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2" name="Picture 11">
            <a:extLst>
              <a:ext uri="{FF2B5EF4-FFF2-40B4-BE49-F238E27FC236}">
                <a16:creationId xmlns:a16="http://schemas.microsoft.com/office/drawing/2014/main" id="{9D0D5907-9052-863A-8BCC-EF17800E64D9}"/>
              </a:ext>
            </a:extLst>
          </p:cNvPr>
          <p:cNvPicPr>
            <a:picLocks noChangeAspect="1"/>
          </p:cNvPicPr>
          <p:nvPr userDrawn="1"/>
        </p:nvPicPr>
        <p:blipFill>
          <a:blip r:embed="rId3"/>
          <a:stretch>
            <a:fillRect/>
          </a:stretch>
        </p:blipFill>
        <p:spPr>
          <a:xfrm>
            <a:off x="2583391" y="6481985"/>
            <a:ext cx="9339545" cy="118261"/>
          </a:xfrm>
          <a:prstGeom prst="rect">
            <a:avLst/>
          </a:prstGeom>
        </p:spPr>
      </p:pic>
      <p:sp>
        <p:nvSpPr>
          <p:cNvPr id="13" name="Date Placeholder 3">
            <a:extLst>
              <a:ext uri="{FF2B5EF4-FFF2-40B4-BE49-F238E27FC236}">
                <a16:creationId xmlns:a16="http://schemas.microsoft.com/office/drawing/2014/main" id="{BF2144C9-292D-3866-E801-4F565FEE1A80}"/>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4/24/2026</a:t>
            </a:fld>
            <a:endParaRPr lang="en-US"/>
          </a:p>
        </p:txBody>
      </p:sp>
      <p:sp>
        <p:nvSpPr>
          <p:cNvPr id="14" name="Footer Placeholder 4">
            <a:extLst>
              <a:ext uri="{FF2B5EF4-FFF2-40B4-BE49-F238E27FC236}">
                <a16:creationId xmlns:a16="http://schemas.microsoft.com/office/drawing/2014/main" id="{9BEA6383-5223-C237-6EF3-C8B51BE5EDAA}"/>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62153444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Macbook 2">
    <p:spTree>
      <p:nvGrpSpPr>
        <p:cNvPr id="1" name=""/>
        <p:cNvGrpSpPr/>
        <p:nvPr/>
      </p:nvGrpSpPr>
      <p:grpSpPr>
        <a:xfrm>
          <a:off x="0" y="0"/>
          <a:ext cx="0" cy="0"/>
          <a:chOff x="0" y="0"/>
          <a:chExt cx="0" cy="0"/>
        </a:xfrm>
      </p:grpSpPr>
      <p:pic>
        <p:nvPicPr>
          <p:cNvPr id="26" name="Picture 25">
            <a:extLst>
              <a:ext uri="{FF2B5EF4-FFF2-40B4-BE49-F238E27FC236}">
                <a16:creationId xmlns:a16="http://schemas.microsoft.com/office/drawing/2014/main" id="{FDADA73C-32DA-6364-6627-ED34BFEF2D0C}"/>
              </a:ext>
            </a:extLst>
          </p:cNvPr>
          <p:cNvPicPr>
            <a:picLocks noChangeAspect="1"/>
          </p:cNvPicPr>
          <p:nvPr userDrawn="1"/>
        </p:nvPicPr>
        <p:blipFill>
          <a:blip r:embed="rId2">
            <a:duotone>
              <a:prstClr val="black"/>
              <a:schemeClr val="tx2">
                <a:tint val="45000"/>
                <a:satMod val="400000"/>
              </a:schemeClr>
            </a:duotone>
            <a:alphaModFix amt="85000"/>
            <a:extLst>
              <a:ext uri="{28A0092B-C50C-407E-A947-70E740481C1C}">
                <a14:useLocalDpi xmlns:a14="http://schemas.microsoft.com/office/drawing/2010/main" val="0"/>
              </a:ext>
            </a:extLst>
          </a:blip>
          <a:stretch>
            <a:fillRect/>
          </a:stretch>
        </p:blipFill>
        <p:spPr>
          <a:xfrm>
            <a:off x="2642247" y="1727802"/>
            <a:ext cx="3453753" cy="3402396"/>
          </a:xfrm>
          <a:prstGeom prst="rect">
            <a:avLst/>
          </a:prstGeom>
        </p:spPr>
      </p:pic>
      <p:grpSp>
        <p:nvGrpSpPr>
          <p:cNvPr id="10" name="9Slide.vn 1">
            <a:extLst>
              <a:ext uri="{FF2B5EF4-FFF2-40B4-BE49-F238E27FC236}">
                <a16:creationId xmlns:a16="http://schemas.microsoft.com/office/drawing/2014/main" id="{2946107B-86B5-4108-B9D9-FBE88B6AF6A9}"/>
              </a:ext>
            </a:extLst>
          </p:cNvPr>
          <p:cNvGrpSpPr/>
          <p:nvPr userDrawn="1"/>
        </p:nvGrpSpPr>
        <p:grpSpPr>
          <a:xfrm>
            <a:off x="5868547" y="1080007"/>
            <a:ext cx="7666588" cy="4425443"/>
            <a:chOff x="2738438" y="30163"/>
            <a:chExt cx="11828463" cy="6827838"/>
          </a:xfrm>
        </p:grpSpPr>
        <p:sp>
          <p:nvSpPr>
            <p:cNvPr id="17" name="9Slide.vn 2">
              <a:extLst>
                <a:ext uri="{FF2B5EF4-FFF2-40B4-BE49-F238E27FC236}">
                  <a16:creationId xmlns:a16="http://schemas.microsoft.com/office/drawing/2014/main" id="{4C6E1B3E-70F8-4E17-8666-2C90A7910CF5}"/>
                </a:ext>
              </a:extLst>
            </p:cNvPr>
            <p:cNvSpPr>
              <a:spLocks/>
            </p:cNvSpPr>
            <p:nvPr/>
          </p:nvSpPr>
          <p:spPr bwMode="auto">
            <a:xfrm>
              <a:off x="3821113" y="30163"/>
              <a:ext cx="9663113" cy="6823075"/>
            </a:xfrm>
            <a:custGeom>
              <a:avLst/>
              <a:gdLst>
                <a:gd name="T0" fmla="*/ 201 w 6087"/>
                <a:gd name="T1" fmla="*/ 4298 h 4298"/>
                <a:gd name="T2" fmla="*/ 181 w 6087"/>
                <a:gd name="T3" fmla="*/ 4298 h 4298"/>
                <a:gd name="T4" fmla="*/ 141 w 6087"/>
                <a:gd name="T5" fmla="*/ 4289 h 4298"/>
                <a:gd name="T6" fmla="*/ 106 w 6087"/>
                <a:gd name="T7" fmla="*/ 4274 h 4298"/>
                <a:gd name="T8" fmla="*/ 74 w 6087"/>
                <a:gd name="T9" fmla="*/ 4252 h 4298"/>
                <a:gd name="T10" fmla="*/ 47 w 6087"/>
                <a:gd name="T11" fmla="*/ 4225 h 4298"/>
                <a:gd name="T12" fmla="*/ 25 w 6087"/>
                <a:gd name="T13" fmla="*/ 4193 h 4298"/>
                <a:gd name="T14" fmla="*/ 10 w 6087"/>
                <a:gd name="T15" fmla="*/ 4158 h 4298"/>
                <a:gd name="T16" fmla="*/ 1 w 6087"/>
                <a:gd name="T17" fmla="*/ 4118 h 4298"/>
                <a:gd name="T18" fmla="*/ 0 w 6087"/>
                <a:gd name="T19" fmla="*/ 201 h 4298"/>
                <a:gd name="T20" fmla="*/ 1 w 6087"/>
                <a:gd name="T21" fmla="*/ 181 h 4298"/>
                <a:gd name="T22" fmla="*/ 10 w 6087"/>
                <a:gd name="T23" fmla="*/ 141 h 4298"/>
                <a:gd name="T24" fmla="*/ 25 w 6087"/>
                <a:gd name="T25" fmla="*/ 105 h 4298"/>
                <a:gd name="T26" fmla="*/ 47 w 6087"/>
                <a:gd name="T27" fmla="*/ 74 h 4298"/>
                <a:gd name="T28" fmla="*/ 74 w 6087"/>
                <a:gd name="T29" fmla="*/ 47 h 4298"/>
                <a:gd name="T30" fmla="*/ 106 w 6087"/>
                <a:gd name="T31" fmla="*/ 25 h 4298"/>
                <a:gd name="T32" fmla="*/ 141 w 6087"/>
                <a:gd name="T33" fmla="*/ 10 h 4298"/>
                <a:gd name="T34" fmla="*/ 181 w 6087"/>
                <a:gd name="T35" fmla="*/ 1 h 4298"/>
                <a:gd name="T36" fmla="*/ 5887 w 6087"/>
                <a:gd name="T37" fmla="*/ 0 h 4298"/>
                <a:gd name="T38" fmla="*/ 5907 w 6087"/>
                <a:gd name="T39" fmla="*/ 1 h 4298"/>
                <a:gd name="T40" fmla="*/ 5946 w 6087"/>
                <a:gd name="T41" fmla="*/ 10 h 4298"/>
                <a:gd name="T42" fmla="*/ 5983 w 6087"/>
                <a:gd name="T43" fmla="*/ 25 h 4298"/>
                <a:gd name="T44" fmla="*/ 6015 w 6087"/>
                <a:gd name="T45" fmla="*/ 47 h 4298"/>
                <a:gd name="T46" fmla="*/ 6042 w 6087"/>
                <a:gd name="T47" fmla="*/ 74 h 4298"/>
                <a:gd name="T48" fmla="*/ 6064 w 6087"/>
                <a:gd name="T49" fmla="*/ 105 h 4298"/>
                <a:gd name="T50" fmla="*/ 6079 w 6087"/>
                <a:gd name="T51" fmla="*/ 141 h 4298"/>
                <a:gd name="T52" fmla="*/ 6087 w 6087"/>
                <a:gd name="T53" fmla="*/ 181 h 4298"/>
                <a:gd name="T54" fmla="*/ 6087 w 6087"/>
                <a:gd name="T55" fmla="*/ 4097 h 4298"/>
                <a:gd name="T56" fmla="*/ 6087 w 6087"/>
                <a:gd name="T57" fmla="*/ 4118 h 4298"/>
                <a:gd name="T58" fmla="*/ 6079 w 6087"/>
                <a:gd name="T59" fmla="*/ 4158 h 4298"/>
                <a:gd name="T60" fmla="*/ 6064 w 6087"/>
                <a:gd name="T61" fmla="*/ 4193 h 4298"/>
                <a:gd name="T62" fmla="*/ 6042 w 6087"/>
                <a:gd name="T63" fmla="*/ 4225 h 4298"/>
                <a:gd name="T64" fmla="*/ 6015 w 6087"/>
                <a:gd name="T65" fmla="*/ 4252 h 4298"/>
                <a:gd name="T66" fmla="*/ 5983 w 6087"/>
                <a:gd name="T67" fmla="*/ 4274 h 4298"/>
                <a:gd name="T68" fmla="*/ 5946 w 6087"/>
                <a:gd name="T69" fmla="*/ 4289 h 4298"/>
                <a:gd name="T70" fmla="*/ 5907 w 6087"/>
                <a:gd name="T71" fmla="*/ 4298 h 4298"/>
                <a:gd name="T72" fmla="*/ 5887 w 6087"/>
                <a:gd name="T73" fmla="*/ 4298 h 4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087" h="4298">
                  <a:moveTo>
                    <a:pt x="5887" y="4298"/>
                  </a:moveTo>
                  <a:lnTo>
                    <a:pt x="201" y="4298"/>
                  </a:lnTo>
                  <a:lnTo>
                    <a:pt x="201" y="4298"/>
                  </a:lnTo>
                  <a:lnTo>
                    <a:pt x="181" y="4298"/>
                  </a:lnTo>
                  <a:lnTo>
                    <a:pt x="161" y="4294"/>
                  </a:lnTo>
                  <a:lnTo>
                    <a:pt x="141" y="4289"/>
                  </a:lnTo>
                  <a:lnTo>
                    <a:pt x="122" y="4282"/>
                  </a:lnTo>
                  <a:lnTo>
                    <a:pt x="106" y="4274"/>
                  </a:lnTo>
                  <a:lnTo>
                    <a:pt x="89" y="4264"/>
                  </a:lnTo>
                  <a:lnTo>
                    <a:pt x="74" y="4252"/>
                  </a:lnTo>
                  <a:lnTo>
                    <a:pt x="58" y="4239"/>
                  </a:lnTo>
                  <a:lnTo>
                    <a:pt x="47" y="4225"/>
                  </a:lnTo>
                  <a:lnTo>
                    <a:pt x="35" y="4210"/>
                  </a:lnTo>
                  <a:lnTo>
                    <a:pt x="25" y="4193"/>
                  </a:lnTo>
                  <a:lnTo>
                    <a:pt x="16" y="4177"/>
                  </a:lnTo>
                  <a:lnTo>
                    <a:pt x="10" y="4158"/>
                  </a:lnTo>
                  <a:lnTo>
                    <a:pt x="5" y="4138"/>
                  </a:lnTo>
                  <a:lnTo>
                    <a:pt x="1" y="4118"/>
                  </a:lnTo>
                  <a:lnTo>
                    <a:pt x="0" y="4097"/>
                  </a:lnTo>
                  <a:lnTo>
                    <a:pt x="0" y="201"/>
                  </a:lnTo>
                  <a:lnTo>
                    <a:pt x="0" y="201"/>
                  </a:lnTo>
                  <a:lnTo>
                    <a:pt x="1" y="181"/>
                  </a:lnTo>
                  <a:lnTo>
                    <a:pt x="5" y="161"/>
                  </a:lnTo>
                  <a:lnTo>
                    <a:pt x="10" y="141"/>
                  </a:lnTo>
                  <a:lnTo>
                    <a:pt x="16" y="122"/>
                  </a:lnTo>
                  <a:lnTo>
                    <a:pt x="25" y="105"/>
                  </a:lnTo>
                  <a:lnTo>
                    <a:pt x="35" y="89"/>
                  </a:lnTo>
                  <a:lnTo>
                    <a:pt x="47" y="74"/>
                  </a:lnTo>
                  <a:lnTo>
                    <a:pt x="58" y="58"/>
                  </a:lnTo>
                  <a:lnTo>
                    <a:pt x="74" y="47"/>
                  </a:lnTo>
                  <a:lnTo>
                    <a:pt x="89" y="35"/>
                  </a:lnTo>
                  <a:lnTo>
                    <a:pt x="106" y="25"/>
                  </a:lnTo>
                  <a:lnTo>
                    <a:pt x="122" y="16"/>
                  </a:lnTo>
                  <a:lnTo>
                    <a:pt x="141" y="10"/>
                  </a:lnTo>
                  <a:lnTo>
                    <a:pt x="161" y="5"/>
                  </a:lnTo>
                  <a:lnTo>
                    <a:pt x="181" y="1"/>
                  </a:lnTo>
                  <a:lnTo>
                    <a:pt x="201" y="0"/>
                  </a:lnTo>
                  <a:lnTo>
                    <a:pt x="5887" y="0"/>
                  </a:lnTo>
                  <a:lnTo>
                    <a:pt x="5887" y="0"/>
                  </a:lnTo>
                  <a:lnTo>
                    <a:pt x="5907" y="1"/>
                  </a:lnTo>
                  <a:lnTo>
                    <a:pt x="5927" y="5"/>
                  </a:lnTo>
                  <a:lnTo>
                    <a:pt x="5946" y="10"/>
                  </a:lnTo>
                  <a:lnTo>
                    <a:pt x="5964" y="16"/>
                  </a:lnTo>
                  <a:lnTo>
                    <a:pt x="5983" y="25"/>
                  </a:lnTo>
                  <a:lnTo>
                    <a:pt x="6000" y="35"/>
                  </a:lnTo>
                  <a:lnTo>
                    <a:pt x="6015" y="47"/>
                  </a:lnTo>
                  <a:lnTo>
                    <a:pt x="6028" y="58"/>
                  </a:lnTo>
                  <a:lnTo>
                    <a:pt x="6042" y="74"/>
                  </a:lnTo>
                  <a:lnTo>
                    <a:pt x="6054" y="89"/>
                  </a:lnTo>
                  <a:lnTo>
                    <a:pt x="6064" y="105"/>
                  </a:lnTo>
                  <a:lnTo>
                    <a:pt x="6072" y="122"/>
                  </a:lnTo>
                  <a:lnTo>
                    <a:pt x="6079" y="141"/>
                  </a:lnTo>
                  <a:lnTo>
                    <a:pt x="6084" y="161"/>
                  </a:lnTo>
                  <a:lnTo>
                    <a:pt x="6087" y="181"/>
                  </a:lnTo>
                  <a:lnTo>
                    <a:pt x="6087" y="201"/>
                  </a:lnTo>
                  <a:lnTo>
                    <a:pt x="6087" y="4097"/>
                  </a:lnTo>
                  <a:lnTo>
                    <a:pt x="6087" y="4097"/>
                  </a:lnTo>
                  <a:lnTo>
                    <a:pt x="6087" y="4118"/>
                  </a:lnTo>
                  <a:lnTo>
                    <a:pt x="6084" y="4138"/>
                  </a:lnTo>
                  <a:lnTo>
                    <a:pt x="6079" y="4158"/>
                  </a:lnTo>
                  <a:lnTo>
                    <a:pt x="6072" y="4177"/>
                  </a:lnTo>
                  <a:lnTo>
                    <a:pt x="6064" y="4193"/>
                  </a:lnTo>
                  <a:lnTo>
                    <a:pt x="6054" y="4210"/>
                  </a:lnTo>
                  <a:lnTo>
                    <a:pt x="6042" y="4225"/>
                  </a:lnTo>
                  <a:lnTo>
                    <a:pt x="6028" y="4239"/>
                  </a:lnTo>
                  <a:lnTo>
                    <a:pt x="6015" y="4252"/>
                  </a:lnTo>
                  <a:lnTo>
                    <a:pt x="6000" y="4264"/>
                  </a:lnTo>
                  <a:lnTo>
                    <a:pt x="5983" y="4274"/>
                  </a:lnTo>
                  <a:lnTo>
                    <a:pt x="5964" y="4282"/>
                  </a:lnTo>
                  <a:lnTo>
                    <a:pt x="5946" y="4289"/>
                  </a:lnTo>
                  <a:lnTo>
                    <a:pt x="5927" y="4294"/>
                  </a:lnTo>
                  <a:lnTo>
                    <a:pt x="5907" y="4298"/>
                  </a:lnTo>
                  <a:lnTo>
                    <a:pt x="5887" y="4298"/>
                  </a:lnTo>
                  <a:lnTo>
                    <a:pt x="5887" y="4298"/>
                  </a:lnTo>
                  <a:close/>
                </a:path>
              </a:pathLst>
            </a:custGeom>
            <a:gradFill flip="none" rotWithShape="1">
              <a:gsLst>
                <a:gs pos="0">
                  <a:srgbClr val="B0B2B4"/>
                </a:gs>
                <a:gs pos="100000">
                  <a:srgbClr val="DFE0E1"/>
                </a:gs>
              </a:gsLst>
              <a:lin ang="0" scaled="1"/>
              <a:tileRect/>
            </a:gradFill>
            <a:ln>
              <a:noFill/>
            </a:ln>
            <a:effectLst>
              <a:innerShdw blurRad="63500">
                <a:prstClr val="black">
                  <a:alpha val="40000"/>
                </a:prstClr>
              </a:innerShdw>
            </a:effectLst>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b="0" i="0">
                <a:latin typeface="K2D" panose="00000500000000000000" pitchFamily="2" charset="-34"/>
              </a:endParaRPr>
            </a:p>
          </p:txBody>
        </p:sp>
        <p:sp>
          <p:nvSpPr>
            <p:cNvPr id="18" name="9Slide.vn 3">
              <a:extLst>
                <a:ext uri="{FF2B5EF4-FFF2-40B4-BE49-F238E27FC236}">
                  <a16:creationId xmlns:a16="http://schemas.microsoft.com/office/drawing/2014/main" id="{1C3B9052-DF89-48DA-900D-596E0ADF2E86}"/>
                </a:ext>
              </a:extLst>
            </p:cNvPr>
            <p:cNvSpPr>
              <a:spLocks/>
            </p:cNvSpPr>
            <p:nvPr/>
          </p:nvSpPr>
          <p:spPr bwMode="auto">
            <a:xfrm>
              <a:off x="3865563" y="74613"/>
              <a:ext cx="9574213" cy="6735763"/>
            </a:xfrm>
            <a:custGeom>
              <a:avLst/>
              <a:gdLst>
                <a:gd name="T0" fmla="*/ 173 w 6031"/>
                <a:gd name="T1" fmla="*/ 0 h 4243"/>
                <a:gd name="T2" fmla="*/ 155 w 6031"/>
                <a:gd name="T3" fmla="*/ 2 h 4243"/>
                <a:gd name="T4" fmla="*/ 121 w 6031"/>
                <a:gd name="T5" fmla="*/ 9 h 4243"/>
                <a:gd name="T6" fmla="*/ 91 w 6031"/>
                <a:gd name="T7" fmla="*/ 22 h 4243"/>
                <a:gd name="T8" fmla="*/ 64 w 6031"/>
                <a:gd name="T9" fmla="*/ 40 h 4243"/>
                <a:gd name="T10" fmla="*/ 41 w 6031"/>
                <a:gd name="T11" fmla="*/ 64 h 4243"/>
                <a:gd name="T12" fmla="*/ 22 w 6031"/>
                <a:gd name="T13" fmla="*/ 91 h 4243"/>
                <a:gd name="T14" fmla="*/ 9 w 6031"/>
                <a:gd name="T15" fmla="*/ 121 h 4243"/>
                <a:gd name="T16" fmla="*/ 2 w 6031"/>
                <a:gd name="T17" fmla="*/ 157 h 4243"/>
                <a:gd name="T18" fmla="*/ 0 w 6031"/>
                <a:gd name="T19" fmla="*/ 4069 h 4243"/>
                <a:gd name="T20" fmla="*/ 2 w 6031"/>
                <a:gd name="T21" fmla="*/ 4086 h 4243"/>
                <a:gd name="T22" fmla="*/ 9 w 6031"/>
                <a:gd name="T23" fmla="*/ 4120 h 4243"/>
                <a:gd name="T24" fmla="*/ 22 w 6031"/>
                <a:gd name="T25" fmla="*/ 4152 h 4243"/>
                <a:gd name="T26" fmla="*/ 41 w 6031"/>
                <a:gd name="T27" fmla="*/ 4179 h 4243"/>
                <a:gd name="T28" fmla="*/ 64 w 6031"/>
                <a:gd name="T29" fmla="*/ 4202 h 4243"/>
                <a:gd name="T30" fmla="*/ 91 w 6031"/>
                <a:gd name="T31" fmla="*/ 4221 h 4243"/>
                <a:gd name="T32" fmla="*/ 121 w 6031"/>
                <a:gd name="T33" fmla="*/ 4234 h 4243"/>
                <a:gd name="T34" fmla="*/ 155 w 6031"/>
                <a:gd name="T35" fmla="*/ 4241 h 4243"/>
                <a:gd name="T36" fmla="*/ 5859 w 6031"/>
                <a:gd name="T37" fmla="*/ 4243 h 4243"/>
                <a:gd name="T38" fmla="*/ 5876 w 6031"/>
                <a:gd name="T39" fmla="*/ 4241 h 4243"/>
                <a:gd name="T40" fmla="*/ 5910 w 6031"/>
                <a:gd name="T41" fmla="*/ 4234 h 4243"/>
                <a:gd name="T42" fmla="*/ 5941 w 6031"/>
                <a:gd name="T43" fmla="*/ 4221 h 4243"/>
                <a:gd name="T44" fmla="*/ 5968 w 6031"/>
                <a:gd name="T45" fmla="*/ 4202 h 4243"/>
                <a:gd name="T46" fmla="*/ 5992 w 6031"/>
                <a:gd name="T47" fmla="*/ 4179 h 4243"/>
                <a:gd name="T48" fmla="*/ 6010 w 6031"/>
                <a:gd name="T49" fmla="*/ 4152 h 4243"/>
                <a:gd name="T50" fmla="*/ 6024 w 6031"/>
                <a:gd name="T51" fmla="*/ 4120 h 4243"/>
                <a:gd name="T52" fmla="*/ 6031 w 6031"/>
                <a:gd name="T53" fmla="*/ 4086 h 4243"/>
                <a:gd name="T54" fmla="*/ 6031 w 6031"/>
                <a:gd name="T55" fmla="*/ 173 h 4243"/>
                <a:gd name="T56" fmla="*/ 6031 w 6031"/>
                <a:gd name="T57" fmla="*/ 157 h 4243"/>
                <a:gd name="T58" fmla="*/ 6024 w 6031"/>
                <a:gd name="T59" fmla="*/ 121 h 4243"/>
                <a:gd name="T60" fmla="*/ 6010 w 6031"/>
                <a:gd name="T61" fmla="*/ 91 h 4243"/>
                <a:gd name="T62" fmla="*/ 5992 w 6031"/>
                <a:gd name="T63" fmla="*/ 64 h 4243"/>
                <a:gd name="T64" fmla="*/ 5968 w 6031"/>
                <a:gd name="T65" fmla="*/ 40 h 4243"/>
                <a:gd name="T66" fmla="*/ 5941 w 6031"/>
                <a:gd name="T67" fmla="*/ 22 h 4243"/>
                <a:gd name="T68" fmla="*/ 5910 w 6031"/>
                <a:gd name="T69" fmla="*/ 9 h 4243"/>
                <a:gd name="T70" fmla="*/ 5876 w 6031"/>
                <a:gd name="T71" fmla="*/ 2 h 4243"/>
                <a:gd name="T72" fmla="*/ 5859 w 6031"/>
                <a:gd name="T73" fmla="*/ 0 h 4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031" h="4243">
                  <a:moveTo>
                    <a:pt x="5859" y="0"/>
                  </a:moveTo>
                  <a:lnTo>
                    <a:pt x="173" y="0"/>
                  </a:lnTo>
                  <a:lnTo>
                    <a:pt x="173" y="0"/>
                  </a:lnTo>
                  <a:lnTo>
                    <a:pt x="155" y="2"/>
                  </a:lnTo>
                  <a:lnTo>
                    <a:pt x="138" y="3"/>
                  </a:lnTo>
                  <a:lnTo>
                    <a:pt x="121" y="9"/>
                  </a:lnTo>
                  <a:lnTo>
                    <a:pt x="106" y="14"/>
                  </a:lnTo>
                  <a:lnTo>
                    <a:pt x="91" y="22"/>
                  </a:lnTo>
                  <a:lnTo>
                    <a:pt x="78" y="30"/>
                  </a:lnTo>
                  <a:lnTo>
                    <a:pt x="64" y="40"/>
                  </a:lnTo>
                  <a:lnTo>
                    <a:pt x="51" y="51"/>
                  </a:lnTo>
                  <a:lnTo>
                    <a:pt x="41" y="64"/>
                  </a:lnTo>
                  <a:lnTo>
                    <a:pt x="30" y="77"/>
                  </a:lnTo>
                  <a:lnTo>
                    <a:pt x="22" y="91"/>
                  </a:lnTo>
                  <a:lnTo>
                    <a:pt x="14" y="106"/>
                  </a:lnTo>
                  <a:lnTo>
                    <a:pt x="9" y="121"/>
                  </a:lnTo>
                  <a:lnTo>
                    <a:pt x="3" y="138"/>
                  </a:lnTo>
                  <a:lnTo>
                    <a:pt x="2" y="157"/>
                  </a:lnTo>
                  <a:lnTo>
                    <a:pt x="0" y="173"/>
                  </a:lnTo>
                  <a:lnTo>
                    <a:pt x="0" y="4069"/>
                  </a:lnTo>
                  <a:lnTo>
                    <a:pt x="0" y="4069"/>
                  </a:lnTo>
                  <a:lnTo>
                    <a:pt x="2" y="4086"/>
                  </a:lnTo>
                  <a:lnTo>
                    <a:pt x="3" y="4105"/>
                  </a:lnTo>
                  <a:lnTo>
                    <a:pt x="9" y="4120"/>
                  </a:lnTo>
                  <a:lnTo>
                    <a:pt x="14" y="4137"/>
                  </a:lnTo>
                  <a:lnTo>
                    <a:pt x="22" y="4152"/>
                  </a:lnTo>
                  <a:lnTo>
                    <a:pt x="30" y="4165"/>
                  </a:lnTo>
                  <a:lnTo>
                    <a:pt x="41" y="4179"/>
                  </a:lnTo>
                  <a:lnTo>
                    <a:pt x="51" y="4192"/>
                  </a:lnTo>
                  <a:lnTo>
                    <a:pt x="64" y="4202"/>
                  </a:lnTo>
                  <a:lnTo>
                    <a:pt x="78" y="4212"/>
                  </a:lnTo>
                  <a:lnTo>
                    <a:pt x="91" y="4221"/>
                  </a:lnTo>
                  <a:lnTo>
                    <a:pt x="106" y="4229"/>
                  </a:lnTo>
                  <a:lnTo>
                    <a:pt x="121" y="4234"/>
                  </a:lnTo>
                  <a:lnTo>
                    <a:pt x="138" y="4239"/>
                  </a:lnTo>
                  <a:lnTo>
                    <a:pt x="155" y="4241"/>
                  </a:lnTo>
                  <a:lnTo>
                    <a:pt x="173" y="4243"/>
                  </a:lnTo>
                  <a:lnTo>
                    <a:pt x="5859" y="4243"/>
                  </a:lnTo>
                  <a:lnTo>
                    <a:pt x="5859" y="4243"/>
                  </a:lnTo>
                  <a:lnTo>
                    <a:pt x="5876" y="4241"/>
                  </a:lnTo>
                  <a:lnTo>
                    <a:pt x="5893" y="4239"/>
                  </a:lnTo>
                  <a:lnTo>
                    <a:pt x="5910" y="4234"/>
                  </a:lnTo>
                  <a:lnTo>
                    <a:pt x="5926" y="4229"/>
                  </a:lnTo>
                  <a:lnTo>
                    <a:pt x="5941" y="4221"/>
                  </a:lnTo>
                  <a:lnTo>
                    <a:pt x="5955" y="4212"/>
                  </a:lnTo>
                  <a:lnTo>
                    <a:pt x="5968" y="4202"/>
                  </a:lnTo>
                  <a:lnTo>
                    <a:pt x="5980" y="4192"/>
                  </a:lnTo>
                  <a:lnTo>
                    <a:pt x="5992" y="4179"/>
                  </a:lnTo>
                  <a:lnTo>
                    <a:pt x="6002" y="4165"/>
                  </a:lnTo>
                  <a:lnTo>
                    <a:pt x="6010" y="4152"/>
                  </a:lnTo>
                  <a:lnTo>
                    <a:pt x="6017" y="4137"/>
                  </a:lnTo>
                  <a:lnTo>
                    <a:pt x="6024" y="4120"/>
                  </a:lnTo>
                  <a:lnTo>
                    <a:pt x="6027" y="4105"/>
                  </a:lnTo>
                  <a:lnTo>
                    <a:pt x="6031" y="4086"/>
                  </a:lnTo>
                  <a:lnTo>
                    <a:pt x="6031" y="4069"/>
                  </a:lnTo>
                  <a:lnTo>
                    <a:pt x="6031" y="173"/>
                  </a:lnTo>
                  <a:lnTo>
                    <a:pt x="6031" y="173"/>
                  </a:lnTo>
                  <a:lnTo>
                    <a:pt x="6031" y="157"/>
                  </a:lnTo>
                  <a:lnTo>
                    <a:pt x="6027" y="138"/>
                  </a:lnTo>
                  <a:lnTo>
                    <a:pt x="6024" y="121"/>
                  </a:lnTo>
                  <a:lnTo>
                    <a:pt x="6017" y="106"/>
                  </a:lnTo>
                  <a:lnTo>
                    <a:pt x="6010" y="91"/>
                  </a:lnTo>
                  <a:lnTo>
                    <a:pt x="6002" y="77"/>
                  </a:lnTo>
                  <a:lnTo>
                    <a:pt x="5992" y="64"/>
                  </a:lnTo>
                  <a:lnTo>
                    <a:pt x="5980" y="51"/>
                  </a:lnTo>
                  <a:lnTo>
                    <a:pt x="5968" y="40"/>
                  </a:lnTo>
                  <a:lnTo>
                    <a:pt x="5955" y="30"/>
                  </a:lnTo>
                  <a:lnTo>
                    <a:pt x="5941" y="22"/>
                  </a:lnTo>
                  <a:lnTo>
                    <a:pt x="5926" y="14"/>
                  </a:lnTo>
                  <a:lnTo>
                    <a:pt x="5910" y="9"/>
                  </a:lnTo>
                  <a:lnTo>
                    <a:pt x="5893" y="3"/>
                  </a:lnTo>
                  <a:lnTo>
                    <a:pt x="5876" y="2"/>
                  </a:lnTo>
                  <a:lnTo>
                    <a:pt x="5859" y="0"/>
                  </a:lnTo>
                  <a:lnTo>
                    <a:pt x="5859" y="0"/>
                  </a:lnTo>
                  <a:close/>
                </a:path>
              </a:pathLst>
            </a:custGeom>
            <a:solidFill>
              <a:srgbClr val="000000"/>
            </a:solidFill>
            <a:ln>
              <a:noFill/>
            </a:ln>
            <a:effectLst>
              <a:outerShdw blurRad="25400" algn="ctr" rotWithShape="0">
                <a:prstClr val="black">
                  <a:alpha val="61000"/>
                </a:prstClr>
              </a:outerShdw>
            </a:effectLst>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b="0" i="0">
                <a:latin typeface="K2D" panose="00000500000000000000" pitchFamily="2" charset="-34"/>
              </a:endParaRPr>
            </a:p>
          </p:txBody>
        </p:sp>
        <p:sp>
          <p:nvSpPr>
            <p:cNvPr id="19" name="9Slide.vn 4">
              <a:extLst>
                <a:ext uri="{FF2B5EF4-FFF2-40B4-BE49-F238E27FC236}">
                  <a16:creationId xmlns:a16="http://schemas.microsoft.com/office/drawing/2014/main" id="{838BE831-98C4-4DA1-B95C-84B293ECEAEE}"/>
                </a:ext>
              </a:extLst>
            </p:cNvPr>
            <p:cNvSpPr>
              <a:spLocks/>
            </p:cNvSpPr>
            <p:nvPr/>
          </p:nvSpPr>
          <p:spPr bwMode="auto">
            <a:xfrm>
              <a:off x="3892550" y="6342063"/>
              <a:ext cx="9520238" cy="441325"/>
            </a:xfrm>
            <a:custGeom>
              <a:avLst/>
              <a:gdLst>
                <a:gd name="T0" fmla="*/ 156 w 5997"/>
                <a:gd name="T1" fmla="*/ 278 h 278"/>
                <a:gd name="T2" fmla="*/ 5842 w 5997"/>
                <a:gd name="T3" fmla="*/ 278 h 278"/>
                <a:gd name="T4" fmla="*/ 5842 w 5997"/>
                <a:gd name="T5" fmla="*/ 278 h 278"/>
                <a:gd name="T6" fmla="*/ 5857 w 5997"/>
                <a:gd name="T7" fmla="*/ 276 h 278"/>
                <a:gd name="T8" fmla="*/ 5872 w 5997"/>
                <a:gd name="T9" fmla="*/ 275 h 278"/>
                <a:gd name="T10" fmla="*/ 5887 w 5997"/>
                <a:gd name="T11" fmla="*/ 269 h 278"/>
                <a:gd name="T12" fmla="*/ 5903 w 5997"/>
                <a:gd name="T13" fmla="*/ 264 h 278"/>
                <a:gd name="T14" fmla="*/ 5916 w 5997"/>
                <a:gd name="T15" fmla="*/ 258 h 278"/>
                <a:gd name="T16" fmla="*/ 5928 w 5997"/>
                <a:gd name="T17" fmla="*/ 251 h 278"/>
                <a:gd name="T18" fmla="*/ 5941 w 5997"/>
                <a:gd name="T19" fmla="*/ 241 h 278"/>
                <a:gd name="T20" fmla="*/ 5951 w 5997"/>
                <a:gd name="T21" fmla="*/ 231 h 278"/>
                <a:gd name="T22" fmla="*/ 5962 w 5997"/>
                <a:gd name="T23" fmla="*/ 221 h 278"/>
                <a:gd name="T24" fmla="*/ 5970 w 5997"/>
                <a:gd name="T25" fmla="*/ 209 h 278"/>
                <a:gd name="T26" fmla="*/ 5978 w 5997"/>
                <a:gd name="T27" fmla="*/ 195 h 278"/>
                <a:gd name="T28" fmla="*/ 5985 w 5997"/>
                <a:gd name="T29" fmla="*/ 182 h 278"/>
                <a:gd name="T30" fmla="*/ 5990 w 5997"/>
                <a:gd name="T31" fmla="*/ 167 h 278"/>
                <a:gd name="T32" fmla="*/ 5993 w 5997"/>
                <a:gd name="T33" fmla="*/ 153 h 278"/>
                <a:gd name="T34" fmla="*/ 5997 w 5997"/>
                <a:gd name="T35" fmla="*/ 137 h 278"/>
                <a:gd name="T36" fmla="*/ 5997 w 5997"/>
                <a:gd name="T37" fmla="*/ 121 h 278"/>
                <a:gd name="T38" fmla="*/ 5997 w 5997"/>
                <a:gd name="T39" fmla="*/ 0 h 278"/>
                <a:gd name="T40" fmla="*/ 0 w 5997"/>
                <a:gd name="T41" fmla="*/ 0 h 278"/>
                <a:gd name="T42" fmla="*/ 0 w 5997"/>
                <a:gd name="T43" fmla="*/ 121 h 278"/>
                <a:gd name="T44" fmla="*/ 0 w 5997"/>
                <a:gd name="T45" fmla="*/ 121 h 278"/>
                <a:gd name="T46" fmla="*/ 2 w 5997"/>
                <a:gd name="T47" fmla="*/ 137 h 278"/>
                <a:gd name="T48" fmla="*/ 3 w 5997"/>
                <a:gd name="T49" fmla="*/ 153 h 278"/>
                <a:gd name="T50" fmla="*/ 8 w 5997"/>
                <a:gd name="T51" fmla="*/ 167 h 278"/>
                <a:gd name="T52" fmla="*/ 13 w 5997"/>
                <a:gd name="T53" fmla="*/ 182 h 278"/>
                <a:gd name="T54" fmla="*/ 20 w 5997"/>
                <a:gd name="T55" fmla="*/ 195 h 278"/>
                <a:gd name="T56" fmla="*/ 27 w 5997"/>
                <a:gd name="T57" fmla="*/ 209 h 278"/>
                <a:gd name="T58" fmla="*/ 37 w 5997"/>
                <a:gd name="T59" fmla="*/ 221 h 278"/>
                <a:gd name="T60" fmla="*/ 47 w 5997"/>
                <a:gd name="T61" fmla="*/ 231 h 278"/>
                <a:gd name="T62" fmla="*/ 57 w 5997"/>
                <a:gd name="T63" fmla="*/ 241 h 278"/>
                <a:gd name="T64" fmla="*/ 69 w 5997"/>
                <a:gd name="T65" fmla="*/ 251 h 278"/>
                <a:gd name="T66" fmla="*/ 82 w 5997"/>
                <a:gd name="T67" fmla="*/ 258 h 278"/>
                <a:gd name="T68" fmla="*/ 96 w 5997"/>
                <a:gd name="T69" fmla="*/ 264 h 278"/>
                <a:gd name="T70" fmla="*/ 109 w 5997"/>
                <a:gd name="T71" fmla="*/ 269 h 278"/>
                <a:gd name="T72" fmla="*/ 124 w 5997"/>
                <a:gd name="T73" fmla="*/ 275 h 278"/>
                <a:gd name="T74" fmla="*/ 141 w 5997"/>
                <a:gd name="T75" fmla="*/ 276 h 278"/>
                <a:gd name="T76" fmla="*/ 156 w 5997"/>
                <a:gd name="T77" fmla="*/ 278 h 278"/>
                <a:gd name="T78" fmla="*/ 156 w 5997"/>
                <a:gd name="T79" fmla="*/ 278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997" h="278">
                  <a:moveTo>
                    <a:pt x="156" y="278"/>
                  </a:moveTo>
                  <a:lnTo>
                    <a:pt x="5842" y="278"/>
                  </a:lnTo>
                  <a:lnTo>
                    <a:pt x="5842" y="278"/>
                  </a:lnTo>
                  <a:lnTo>
                    <a:pt x="5857" y="276"/>
                  </a:lnTo>
                  <a:lnTo>
                    <a:pt x="5872" y="275"/>
                  </a:lnTo>
                  <a:lnTo>
                    <a:pt x="5887" y="269"/>
                  </a:lnTo>
                  <a:lnTo>
                    <a:pt x="5903" y="264"/>
                  </a:lnTo>
                  <a:lnTo>
                    <a:pt x="5916" y="258"/>
                  </a:lnTo>
                  <a:lnTo>
                    <a:pt x="5928" y="251"/>
                  </a:lnTo>
                  <a:lnTo>
                    <a:pt x="5941" y="241"/>
                  </a:lnTo>
                  <a:lnTo>
                    <a:pt x="5951" y="231"/>
                  </a:lnTo>
                  <a:lnTo>
                    <a:pt x="5962" y="221"/>
                  </a:lnTo>
                  <a:lnTo>
                    <a:pt x="5970" y="209"/>
                  </a:lnTo>
                  <a:lnTo>
                    <a:pt x="5978" y="195"/>
                  </a:lnTo>
                  <a:lnTo>
                    <a:pt x="5985" y="182"/>
                  </a:lnTo>
                  <a:lnTo>
                    <a:pt x="5990" y="167"/>
                  </a:lnTo>
                  <a:lnTo>
                    <a:pt x="5993" y="153"/>
                  </a:lnTo>
                  <a:lnTo>
                    <a:pt x="5997" y="137"/>
                  </a:lnTo>
                  <a:lnTo>
                    <a:pt x="5997" y="121"/>
                  </a:lnTo>
                  <a:lnTo>
                    <a:pt x="5997" y="0"/>
                  </a:lnTo>
                  <a:lnTo>
                    <a:pt x="0" y="0"/>
                  </a:lnTo>
                  <a:lnTo>
                    <a:pt x="0" y="121"/>
                  </a:lnTo>
                  <a:lnTo>
                    <a:pt x="0" y="121"/>
                  </a:lnTo>
                  <a:lnTo>
                    <a:pt x="2" y="137"/>
                  </a:lnTo>
                  <a:lnTo>
                    <a:pt x="3" y="153"/>
                  </a:lnTo>
                  <a:lnTo>
                    <a:pt x="8" y="167"/>
                  </a:lnTo>
                  <a:lnTo>
                    <a:pt x="13" y="182"/>
                  </a:lnTo>
                  <a:lnTo>
                    <a:pt x="20" y="195"/>
                  </a:lnTo>
                  <a:lnTo>
                    <a:pt x="27" y="209"/>
                  </a:lnTo>
                  <a:lnTo>
                    <a:pt x="37" y="221"/>
                  </a:lnTo>
                  <a:lnTo>
                    <a:pt x="47" y="231"/>
                  </a:lnTo>
                  <a:lnTo>
                    <a:pt x="57" y="241"/>
                  </a:lnTo>
                  <a:lnTo>
                    <a:pt x="69" y="251"/>
                  </a:lnTo>
                  <a:lnTo>
                    <a:pt x="82" y="258"/>
                  </a:lnTo>
                  <a:lnTo>
                    <a:pt x="96" y="264"/>
                  </a:lnTo>
                  <a:lnTo>
                    <a:pt x="109" y="269"/>
                  </a:lnTo>
                  <a:lnTo>
                    <a:pt x="124" y="275"/>
                  </a:lnTo>
                  <a:lnTo>
                    <a:pt x="141" y="276"/>
                  </a:lnTo>
                  <a:lnTo>
                    <a:pt x="156" y="278"/>
                  </a:lnTo>
                  <a:lnTo>
                    <a:pt x="156" y="278"/>
                  </a:lnTo>
                  <a:close/>
                </a:path>
              </a:pathLst>
            </a:custGeom>
            <a:solidFill>
              <a:srgbClr val="18181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b="0" i="0">
                <a:latin typeface="K2D" panose="00000500000000000000" pitchFamily="2" charset="-34"/>
              </a:endParaRPr>
            </a:p>
          </p:txBody>
        </p:sp>
        <p:sp>
          <p:nvSpPr>
            <p:cNvPr id="20" name="9Slide.vn 5">
              <a:extLst>
                <a:ext uri="{FF2B5EF4-FFF2-40B4-BE49-F238E27FC236}">
                  <a16:creationId xmlns:a16="http://schemas.microsoft.com/office/drawing/2014/main" id="{9441EC7C-061E-4558-9FF8-E9B0DA0F84AA}"/>
                </a:ext>
              </a:extLst>
            </p:cNvPr>
            <p:cNvSpPr>
              <a:spLocks noChangeArrowheads="1"/>
            </p:cNvSpPr>
            <p:nvPr/>
          </p:nvSpPr>
          <p:spPr bwMode="auto">
            <a:xfrm>
              <a:off x="4205288" y="533400"/>
              <a:ext cx="8897938" cy="5565775"/>
            </a:xfrm>
            <a:prstGeom prst="rect">
              <a:avLst/>
            </a:prstGeom>
            <a:solidFill>
              <a:srgbClr val="26262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b="0" i="0">
                <a:latin typeface="K2D" panose="00000500000000000000" pitchFamily="2" charset="-34"/>
              </a:endParaRPr>
            </a:p>
          </p:txBody>
        </p:sp>
        <p:sp>
          <p:nvSpPr>
            <p:cNvPr id="21" name="9Slide.vn 6">
              <a:extLst>
                <a:ext uri="{FF2B5EF4-FFF2-40B4-BE49-F238E27FC236}">
                  <a16:creationId xmlns:a16="http://schemas.microsoft.com/office/drawing/2014/main" id="{F4AB6E09-791B-48E7-B2E0-4762432F77AB}"/>
                </a:ext>
              </a:extLst>
            </p:cNvPr>
            <p:cNvSpPr>
              <a:spLocks/>
            </p:cNvSpPr>
            <p:nvPr/>
          </p:nvSpPr>
          <p:spPr bwMode="auto">
            <a:xfrm>
              <a:off x="2738438" y="6618288"/>
              <a:ext cx="11828463" cy="239713"/>
            </a:xfrm>
            <a:custGeom>
              <a:avLst/>
              <a:gdLst>
                <a:gd name="T0" fmla="*/ 7451 w 7451"/>
                <a:gd name="T1" fmla="*/ 0 h 151"/>
                <a:gd name="T2" fmla="*/ 4441 w 7451"/>
                <a:gd name="T3" fmla="*/ 1 h 151"/>
                <a:gd name="T4" fmla="*/ 4381 w 7451"/>
                <a:gd name="T5" fmla="*/ 35 h 151"/>
                <a:gd name="T6" fmla="*/ 3097 w 7451"/>
                <a:gd name="T7" fmla="*/ 35 h 151"/>
                <a:gd name="T8" fmla="*/ 3020 w 7451"/>
                <a:gd name="T9" fmla="*/ 1 h 151"/>
                <a:gd name="T10" fmla="*/ 0 w 7451"/>
                <a:gd name="T11" fmla="*/ 0 h 151"/>
                <a:gd name="T12" fmla="*/ 0 w 7451"/>
                <a:gd name="T13" fmla="*/ 35 h 151"/>
                <a:gd name="T14" fmla="*/ 0 w 7451"/>
                <a:gd name="T15" fmla="*/ 35 h 151"/>
                <a:gd name="T16" fmla="*/ 61 w 7451"/>
                <a:gd name="T17" fmla="*/ 53 h 151"/>
                <a:gd name="T18" fmla="*/ 98 w 7451"/>
                <a:gd name="T19" fmla="*/ 65 h 151"/>
                <a:gd name="T20" fmla="*/ 140 w 7451"/>
                <a:gd name="T21" fmla="*/ 75 h 151"/>
                <a:gd name="T22" fmla="*/ 140 w 7451"/>
                <a:gd name="T23" fmla="*/ 75 h 151"/>
                <a:gd name="T24" fmla="*/ 168 w 7451"/>
                <a:gd name="T25" fmla="*/ 82 h 151"/>
                <a:gd name="T26" fmla="*/ 216 w 7451"/>
                <a:gd name="T27" fmla="*/ 90 h 151"/>
                <a:gd name="T28" fmla="*/ 286 w 7451"/>
                <a:gd name="T29" fmla="*/ 102 h 151"/>
                <a:gd name="T30" fmla="*/ 384 w 7451"/>
                <a:gd name="T31" fmla="*/ 114 h 151"/>
                <a:gd name="T32" fmla="*/ 384 w 7451"/>
                <a:gd name="T33" fmla="*/ 114 h 151"/>
                <a:gd name="T34" fmla="*/ 438 w 7451"/>
                <a:gd name="T35" fmla="*/ 121 h 151"/>
                <a:gd name="T36" fmla="*/ 510 w 7451"/>
                <a:gd name="T37" fmla="*/ 127 h 151"/>
                <a:gd name="T38" fmla="*/ 601 w 7451"/>
                <a:gd name="T39" fmla="*/ 134 h 151"/>
                <a:gd name="T40" fmla="*/ 707 w 7451"/>
                <a:gd name="T41" fmla="*/ 141 h 151"/>
                <a:gd name="T42" fmla="*/ 707 w 7451"/>
                <a:gd name="T43" fmla="*/ 141 h 151"/>
                <a:gd name="T44" fmla="*/ 838 w 7451"/>
                <a:gd name="T45" fmla="*/ 146 h 151"/>
                <a:gd name="T46" fmla="*/ 924 w 7451"/>
                <a:gd name="T47" fmla="*/ 148 h 151"/>
                <a:gd name="T48" fmla="*/ 924 w 7451"/>
                <a:gd name="T49" fmla="*/ 148 h 151"/>
                <a:gd name="T50" fmla="*/ 1195 w 7451"/>
                <a:gd name="T51" fmla="*/ 149 h 151"/>
                <a:gd name="T52" fmla="*/ 1718 w 7451"/>
                <a:gd name="T53" fmla="*/ 151 h 151"/>
                <a:gd name="T54" fmla="*/ 3188 w 7451"/>
                <a:gd name="T55" fmla="*/ 151 h 151"/>
                <a:gd name="T56" fmla="*/ 5479 w 7451"/>
                <a:gd name="T57" fmla="*/ 149 h 151"/>
                <a:gd name="T58" fmla="*/ 5479 w 7451"/>
                <a:gd name="T59" fmla="*/ 149 h 151"/>
                <a:gd name="T60" fmla="*/ 5921 w 7451"/>
                <a:gd name="T61" fmla="*/ 151 h 151"/>
                <a:gd name="T62" fmla="*/ 6244 w 7451"/>
                <a:gd name="T63" fmla="*/ 151 h 151"/>
                <a:gd name="T64" fmla="*/ 6529 w 7451"/>
                <a:gd name="T65" fmla="*/ 148 h 151"/>
                <a:gd name="T66" fmla="*/ 6529 w 7451"/>
                <a:gd name="T67" fmla="*/ 148 h 151"/>
                <a:gd name="T68" fmla="*/ 6613 w 7451"/>
                <a:gd name="T69" fmla="*/ 146 h 151"/>
                <a:gd name="T70" fmla="*/ 6744 w 7451"/>
                <a:gd name="T71" fmla="*/ 141 h 151"/>
                <a:gd name="T72" fmla="*/ 6744 w 7451"/>
                <a:gd name="T73" fmla="*/ 141 h 151"/>
                <a:gd name="T74" fmla="*/ 6852 w 7451"/>
                <a:gd name="T75" fmla="*/ 134 h 151"/>
                <a:gd name="T76" fmla="*/ 6941 w 7451"/>
                <a:gd name="T77" fmla="*/ 127 h 151"/>
                <a:gd name="T78" fmla="*/ 7015 w 7451"/>
                <a:gd name="T79" fmla="*/ 121 h 151"/>
                <a:gd name="T80" fmla="*/ 7069 w 7451"/>
                <a:gd name="T81" fmla="*/ 114 h 151"/>
                <a:gd name="T82" fmla="*/ 7069 w 7451"/>
                <a:gd name="T83" fmla="*/ 114 h 151"/>
                <a:gd name="T84" fmla="*/ 7166 w 7451"/>
                <a:gd name="T85" fmla="*/ 102 h 151"/>
                <a:gd name="T86" fmla="*/ 7237 w 7451"/>
                <a:gd name="T87" fmla="*/ 90 h 151"/>
                <a:gd name="T88" fmla="*/ 7284 w 7451"/>
                <a:gd name="T89" fmla="*/ 82 h 151"/>
                <a:gd name="T90" fmla="*/ 7313 w 7451"/>
                <a:gd name="T91" fmla="*/ 75 h 151"/>
                <a:gd name="T92" fmla="*/ 7313 w 7451"/>
                <a:gd name="T93" fmla="*/ 75 h 151"/>
                <a:gd name="T94" fmla="*/ 7353 w 7451"/>
                <a:gd name="T95" fmla="*/ 65 h 151"/>
                <a:gd name="T96" fmla="*/ 7390 w 7451"/>
                <a:gd name="T97" fmla="*/ 53 h 151"/>
                <a:gd name="T98" fmla="*/ 7451 w 7451"/>
                <a:gd name="T99" fmla="*/ 35 h 151"/>
                <a:gd name="T100" fmla="*/ 7451 w 7451"/>
                <a:gd name="T101" fmla="*/ 0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7451" h="151">
                  <a:moveTo>
                    <a:pt x="7451" y="0"/>
                  </a:moveTo>
                  <a:lnTo>
                    <a:pt x="4441" y="1"/>
                  </a:lnTo>
                  <a:lnTo>
                    <a:pt x="4381" y="35"/>
                  </a:lnTo>
                  <a:lnTo>
                    <a:pt x="3097" y="35"/>
                  </a:lnTo>
                  <a:lnTo>
                    <a:pt x="3020" y="1"/>
                  </a:lnTo>
                  <a:lnTo>
                    <a:pt x="0" y="0"/>
                  </a:lnTo>
                  <a:lnTo>
                    <a:pt x="0" y="35"/>
                  </a:lnTo>
                  <a:lnTo>
                    <a:pt x="0" y="35"/>
                  </a:lnTo>
                  <a:lnTo>
                    <a:pt x="61" y="53"/>
                  </a:lnTo>
                  <a:lnTo>
                    <a:pt x="98" y="65"/>
                  </a:lnTo>
                  <a:lnTo>
                    <a:pt x="140" y="75"/>
                  </a:lnTo>
                  <a:lnTo>
                    <a:pt x="140" y="75"/>
                  </a:lnTo>
                  <a:lnTo>
                    <a:pt x="168" y="82"/>
                  </a:lnTo>
                  <a:lnTo>
                    <a:pt x="216" y="90"/>
                  </a:lnTo>
                  <a:lnTo>
                    <a:pt x="286" y="102"/>
                  </a:lnTo>
                  <a:lnTo>
                    <a:pt x="384" y="114"/>
                  </a:lnTo>
                  <a:lnTo>
                    <a:pt x="384" y="114"/>
                  </a:lnTo>
                  <a:lnTo>
                    <a:pt x="438" y="121"/>
                  </a:lnTo>
                  <a:lnTo>
                    <a:pt x="510" y="127"/>
                  </a:lnTo>
                  <a:lnTo>
                    <a:pt x="601" y="134"/>
                  </a:lnTo>
                  <a:lnTo>
                    <a:pt x="707" y="141"/>
                  </a:lnTo>
                  <a:lnTo>
                    <a:pt x="707" y="141"/>
                  </a:lnTo>
                  <a:lnTo>
                    <a:pt x="838" y="146"/>
                  </a:lnTo>
                  <a:lnTo>
                    <a:pt x="924" y="148"/>
                  </a:lnTo>
                  <a:lnTo>
                    <a:pt x="924" y="148"/>
                  </a:lnTo>
                  <a:lnTo>
                    <a:pt x="1195" y="149"/>
                  </a:lnTo>
                  <a:lnTo>
                    <a:pt x="1718" y="151"/>
                  </a:lnTo>
                  <a:lnTo>
                    <a:pt x="3188" y="151"/>
                  </a:lnTo>
                  <a:lnTo>
                    <a:pt x="5479" y="149"/>
                  </a:lnTo>
                  <a:lnTo>
                    <a:pt x="5479" y="149"/>
                  </a:lnTo>
                  <a:lnTo>
                    <a:pt x="5921" y="151"/>
                  </a:lnTo>
                  <a:lnTo>
                    <a:pt x="6244" y="151"/>
                  </a:lnTo>
                  <a:lnTo>
                    <a:pt x="6529" y="148"/>
                  </a:lnTo>
                  <a:lnTo>
                    <a:pt x="6529" y="148"/>
                  </a:lnTo>
                  <a:lnTo>
                    <a:pt x="6613" y="146"/>
                  </a:lnTo>
                  <a:lnTo>
                    <a:pt x="6744" y="141"/>
                  </a:lnTo>
                  <a:lnTo>
                    <a:pt x="6744" y="141"/>
                  </a:lnTo>
                  <a:lnTo>
                    <a:pt x="6852" y="134"/>
                  </a:lnTo>
                  <a:lnTo>
                    <a:pt x="6941" y="127"/>
                  </a:lnTo>
                  <a:lnTo>
                    <a:pt x="7015" y="121"/>
                  </a:lnTo>
                  <a:lnTo>
                    <a:pt x="7069" y="114"/>
                  </a:lnTo>
                  <a:lnTo>
                    <a:pt x="7069" y="114"/>
                  </a:lnTo>
                  <a:lnTo>
                    <a:pt x="7166" y="102"/>
                  </a:lnTo>
                  <a:lnTo>
                    <a:pt x="7237" y="90"/>
                  </a:lnTo>
                  <a:lnTo>
                    <a:pt x="7284" y="82"/>
                  </a:lnTo>
                  <a:lnTo>
                    <a:pt x="7313" y="75"/>
                  </a:lnTo>
                  <a:lnTo>
                    <a:pt x="7313" y="75"/>
                  </a:lnTo>
                  <a:lnTo>
                    <a:pt x="7353" y="65"/>
                  </a:lnTo>
                  <a:lnTo>
                    <a:pt x="7390" y="53"/>
                  </a:lnTo>
                  <a:lnTo>
                    <a:pt x="7451" y="35"/>
                  </a:lnTo>
                  <a:lnTo>
                    <a:pt x="7451" y="0"/>
                  </a:lnTo>
                  <a:close/>
                </a:path>
              </a:pathLst>
            </a:custGeom>
            <a:solidFill>
              <a:srgbClr val="A5A6A8"/>
            </a:solidFill>
            <a:ln>
              <a:noFill/>
            </a:ln>
            <a:effectLst>
              <a:innerShdw blurRad="114300">
                <a:prstClr val="black">
                  <a:alpha val="70000"/>
                </a:prstClr>
              </a:innerShdw>
            </a:effectLst>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b="0" i="0">
                <a:latin typeface="K2D" panose="00000500000000000000" pitchFamily="2" charset="-34"/>
              </a:endParaRPr>
            </a:p>
          </p:txBody>
        </p:sp>
        <p:sp>
          <p:nvSpPr>
            <p:cNvPr id="22" name="9Slide.vn 7">
              <a:extLst>
                <a:ext uri="{FF2B5EF4-FFF2-40B4-BE49-F238E27FC236}">
                  <a16:creationId xmlns:a16="http://schemas.microsoft.com/office/drawing/2014/main" id="{FF3498DC-8213-4932-9704-8122CCB4C5A1}"/>
                </a:ext>
              </a:extLst>
            </p:cNvPr>
            <p:cNvSpPr>
              <a:spLocks/>
            </p:cNvSpPr>
            <p:nvPr/>
          </p:nvSpPr>
          <p:spPr bwMode="auto">
            <a:xfrm>
              <a:off x="2738438" y="6618288"/>
              <a:ext cx="11828463" cy="55563"/>
            </a:xfrm>
            <a:custGeom>
              <a:avLst/>
              <a:gdLst>
                <a:gd name="T0" fmla="*/ 7451 w 7451"/>
                <a:gd name="T1" fmla="*/ 35 h 35"/>
                <a:gd name="T2" fmla="*/ 0 w 7451"/>
                <a:gd name="T3" fmla="*/ 35 h 35"/>
                <a:gd name="T4" fmla="*/ 0 w 7451"/>
                <a:gd name="T5" fmla="*/ 0 h 35"/>
                <a:gd name="T6" fmla="*/ 3020 w 7451"/>
                <a:gd name="T7" fmla="*/ 0 h 35"/>
                <a:gd name="T8" fmla="*/ 3047 w 7451"/>
                <a:gd name="T9" fmla="*/ 18 h 35"/>
                <a:gd name="T10" fmla="*/ 4413 w 7451"/>
                <a:gd name="T11" fmla="*/ 18 h 35"/>
                <a:gd name="T12" fmla="*/ 4441 w 7451"/>
                <a:gd name="T13" fmla="*/ 0 h 35"/>
                <a:gd name="T14" fmla="*/ 7451 w 7451"/>
                <a:gd name="T15" fmla="*/ 0 h 35"/>
                <a:gd name="T16" fmla="*/ 7451 w 7451"/>
                <a:gd name="T17" fmla="*/ 35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51" h="35">
                  <a:moveTo>
                    <a:pt x="7451" y="35"/>
                  </a:moveTo>
                  <a:lnTo>
                    <a:pt x="0" y="35"/>
                  </a:lnTo>
                  <a:lnTo>
                    <a:pt x="0" y="0"/>
                  </a:lnTo>
                  <a:lnTo>
                    <a:pt x="3020" y="0"/>
                  </a:lnTo>
                  <a:lnTo>
                    <a:pt x="3047" y="18"/>
                  </a:lnTo>
                  <a:lnTo>
                    <a:pt x="4413" y="18"/>
                  </a:lnTo>
                  <a:lnTo>
                    <a:pt x="4441" y="0"/>
                  </a:lnTo>
                  <a:lnTo>
                    <a:pt x="7451" y="0"/>
                  </a:lnTo>
                  <a:lnTo>
                    <a:pt x="7451" y="35"/>
                  </a:lnTo>
                  <a:close/>
                </a:path>
              </a:pathLst>
            </a:custGeom>
            <a:gradFill>
              <a:gsLst>
                <a:gs pos="0">
                  <a:srgbClr val="96999A">
                    <a:lumMod val="70000"/>
                  </a:srgbClr>
                </a:gs>
                <a:gs pos="3000">
                  <a:srgbClr val="96999A"/>
                </a:gs>
                <a:gs pos="100000">
                  <a:srgbClr val="96999A">
                    <a:lumMod val="70000"/>
                  </a:srgbClr>
                </a:gs>
                <a:gs pos="97000">
                  <a:srgbClr val="96999A"/>
                </a:gs>
                <a:gs pos="91000">
                  <a:srgbClr val="DFE0E1"/>
                </a:gs>
                <a:gs pos="9000">
                  <a:srgbClr val="DFE0E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b="0" i="0">
                <a:latin typeface="K2D" panose="00000500000000000000" pitchFamily="2" charset="-34"/>
              </a:endParaRPr>
            </a:p>
          </p:txBody>
        </p:sp>
        <p:sp>
          <p:nvSpPr>
            <p:cNvPr id="23" name="9Slide.vn 8">
              <a:extLst>
                <a:ext uri="{FF2B5EF4-FFF2-40B4-BE49-F238E27FC236}">
                  <a16:creationId xmlns:a16="http://schemas.microsoft.com/office/drawing/2014/main" id="{344E556A-A4C9-4D98-B474-D2B99294DACD}"/>
                </a:ext>
              </a:extLst>
            </p:cNvPr>
            <p:cNvSpPr>
              <a:spLocks/>
            </p:cNvSpPr>
            <p:nvPr/>
          </p:nvSpPr>
          <p:spPr bwMode="auto">
            <a:xfrm>
              <a:off x="7524750" y="6619875"/>
              <a:ext cx="2255838" cy="90488"/>
            </a:xfrm>
            <a:custGeom>
              <a:avLst/>
              <a:gdLst>
                <a:gd name="T0" fmla="*/ 1389 w 1421"/>
                <a:gd name="T1" fmla="*/ 2 h 57"/>
                <a:gd name="T2" fmla="*/ 32 w 1421"/>
                <a:gd name="T3" fmla="*/ 2 h 57"/>
                <a:gd name="T4" fmla="*/ 32 w 1421"/>
                <a:gd name="T5" fmla="*/ 2 h 57"/>
                <a:gd name="T6" fmla="*/ 17 w 1421"/>
                <a:gd name="T7" fmla="*/ 2 h 57"/>
                <a:gd name="T8" fmla="*/ 0 w 1421"/>
                <a:gd name="T9" fmla="*/ 0 h 57"/>
                <a:gd name="T10" fmla="*/ 0 w 1421"/>
                <a:gd name="T11" fmla="*/ 34 h 57"/>
                <a:gd name="T12" fmla="*/ 0 w 1421"/>
                <a:gd name="T13" fmla="*/ 34 h 57"/>
                <a:gd name="T14" fmla="*/ 20 w 1421"/>
                <a:gd name="T15" fmla="*/ 44 h 57"/>
                <a:gd name="T16" fmla="*/ 42 w 1421"/>
                <a:gd name="T17" fmla="*/ 51 h 57"/>
                <a:gd name="T18" fmla="*/ 64 w 1421"/>
                <a:gd name="T19" fmla="*/ 56 h 57"/>
                <a:gd name="T20" fmla="*/ 85 w 1421"/>
                <a:gd name="T21" fmla="*/ 57 h 57"/>
                <a:gd name="T22" fmla="*/ 1337 w 1421"/>
                <a:gd name="T23" fmla="*/ 57 h 57"/>
                <a:gd name="T24" fmla="*/ 1337 w 1421"/>
                <a:gd name="T25" fmla="*/ 57 h 57"/>
                <a:gd name="T26" fmla="*/ 1359 w 1421"/>
                <a:gd name="T27" fmla="*/ 56 h 57"/>
                <a:gd name="T28" fmla="*/ 1381 w 1421"/>
                <a:gd name="T29" fmla="*/ 51 h 57"/>
                <a:gd name="T30" fmla="*/ 1401 w 1421"/>
                <a:gd name="T31" fmla="*/ 44 h 57"/>
                <a:gd name="T32" fmla="*/ 1421 w 1421"/>
                <a:gd name="T33" fmla="*/ 34 h 57"/>
                <a:gd name="T34" fmla="*/ 1421 w 1421"/>
                <a:gd name="T35" fmla="*/ 0 h 57"/>
                <a:gd name="T36" fmla="*/ 1421 w 1421"/>
                <a:gd name="T37" fmla="*/ 0 h 57"/>
                <a:gd name="T38" fmla="*/ 1406 w 1421"/>
                <a:gd name="T39" fmla="*/ 2 h 57"/>
                <a:gd name="T40" fmla="*/ 1389 w 1421"/>
                <a:gd name="T41" fmla="*/ 2 h 57"/>
                <a:gd name="T42" fmla="*/ 1389 w 1421"/>
                <a:gd name="T43" fmla="*/ 2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421" h="57">
                  <a:moveTo>
                    <a:pt x="1389" y="2"/>
                  </a:moveTo>
                  <a:lnTo>
                    <a:pt x="32" y="2"/>
                  </a:lnTo>
                  <a:lnTo>
                    <a:pt x="32" y="2"/>
                  </a:lnTo>
                  <a:lnTo>
                    <a:pt x="17" y="2"/>
                  </a:lnTo>
                  <a:lnTo>
                    <a:pt x="0" y="0"/>
                  </a:lnTo>
                  <a:lnTo>
                    <a:pt x="0" y="34"/>
                  </a:lnTo>
                  <a:lnTo>
                    <a:pt x="0" y="34"/>
                  </a:lnTo>
                  <a:lnTo>
                    <a:pt x="20" y="44"/>
                  </a:lnTo>
                  <a:lnTo>
                    <a:pt x="42" y="51"/>
                  </a:lnTo>
                  <a:lnTo>
                    <a:pt x="64" y="56"/>
                  </a:lnTo>
                  <a:lnTo>
                    <a:pt x="85" y="57"/>
                  </a:lnTo>
                  <a:lnTo>
                    <a:pt x="1337" y="57"/>
                  </a:lnTo>
                  <a:lnTo>
                    <a:pt x="1337" y="57"/>
                  </a:lnTo>
                  <a:lnTo>
                    <a:pt x="1359" y="56"/>
                  </a:lnTo>
                  <a:lnTo>
                    <a:pt x="1381" y="51"/>
                  </a:lnTo>
                  <a:lnTo>
                    <a:pt x="1401" y="44"/>
                  </a:lnTo>
                  <a:lnTo>
                    <a:pt x="1421" y="34"/>
                  </a:lnTo>
                  <a:lnTo>
                    <a:pt x="1421" y="0"/>
                  </a:lnTo>
                  <a:lnTo>
                    <a:pt x="1421" y="0"/>
                  </a:lnTo>
                  <a:lnTo>
                    <a:pt x="1406" y="2"/>
                  </a:lnTo>
                  <a:lnTo>
                    <a:pt x="1389" y="2"/>
                  </a:lnTo>
                  <a:lnTo>
                    <a:pt x="1389" y="2"/>
                  </a:lnTo>
                  <a:close/>
                </a:path>
              </a:pathLst>
            </a:custGeom>
            <a:gradFill>
              <a:gsLst>
                <a:gs pos="0">
                  <a:srgbClr val="96999A">
                    <a:lumMod val="70000"/>
                  </a:srgbClr>
                </a:gs>
                <a:gs pos="3000">
                  <a:srgbClr val="96999A"/>
                </a:gs>
                <a:gs pos="100000">
                  <a:srgbClr val="96999A">
                    <a:lumMod val="70000"/>
                  </a:srgbClr>
                </a:gs>
                <a:gs pos="97000">
                  <a:srgbClr val="96999A"/>
                </a:gs>
                <a:gs pos="91000">
                  <a:srgbClr val="DFE0E1">
                    <a:lumMod val="95000"/>
                  </a:srgbClr>
                </a:gs>
                <a:gs pos="9000">
                  <a:srgbClr val="DFE0E1">
                    <a:lumMod val="95000"/>
                  </a:srgbClr>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b="0" i="0">
                <a:latin typeface="K2D" panose="00000500000000000000" pitchFamily="2" charset="-34"/>
              </a:endParaRPr>
            </a:p>
          </p:txBody>
        </p:sp>
      </p:grpSp>
      <p:sp>
        <p:nvSpPr>
          <p:cNvPr id="5" name="Picture Placeholder 4"/>
          <p:cNvSpPr>
            <a:spLocks noGrp="1"/>
          </p:cNvSpPr>
          <p:nvPr>
            <p:ph type="pic" sz="quarter" idx="12" hasCustomPrompt="1"/>
          </p:nvPr>
        </p:nvSpPr>
        <p:spPr>
          <a:xfrm>
            <a:off x="6825291" y="1400175"/>
            <a:ext cx="5762625" cy="3600450"/>
          </a:xfrm>
          <a:solidFill>
            <a:schemeClr val="bg1">
              <a:lumMod val="95000"/>
            </a:schemeClr>
          </a:solidFill>
        </p:spPr>
        <p:txBody>
          <a:bodyPr anchor="ctr" anchorCtr="0"/>
          <a:lstStyle>
            <a:lvl1pPr marL="0" indent="0" algn="ctr">
              <a:buNone/>
              <a:defRPr/>
            </a:lvl1pPr>
          </a:lstStyle>
          <a:p>
            <a:r>
              <a:rPr lang="en-US"/>
              <a:t>Thêm ảnh</a:t>
            </a:r>
          </a:p>
        </p:txBody>
      </p:sp>
      <p:sp>
        <p:nvSpPr>
          <p:cNvPr id="24" name="Title 1"/>
          <p:cNvSpPr>
            <a:spLocks noGrp="1"/>
          </p:cNvSpPr>
          <p:nvPr>
            <p:ph type="ctrTitle" hasCustomPrompt="1"/>
          </p:nvPr>
        </p:nvSpPr>
        <p:spPr>
          <a:xfrm>
            <a:off x="514349" y="1400175"/>
            <a:ext cx="5153025" cy="1655762"/>
          </a:xfrm>
        </p:spPr>
        <p:txBody>
          <a:bodyPr anchor="b" anchorCtr="0">
            <a:noAutofit/>
          </a:bodyPr>
          <a:lstStyle>
            <a:lvl1pPr algn="l">
              <a:defRPr lang="en-US" sz="4000" b="1" kern="1200" baseline="0" dirty="0">
                <a:solidFill>
                  <a:srgbClr val="0070C0"/>
                </a:solidFill>
                <a:latin typeface="K2D" panose="00000500000000000000" pitchFamily="2" charset="-34"/>
                <a:ea typeface="+mj-ea"/>
                <a:cs typeface="+mj-cs"/>
              </a:defRPr>
            </a:lvl1pPr>
          </a:lstStyle>
          <a:p>
            <a:r>
              <a:rPr lang="en-US"/>
              <a:t>Tiêu đề</a:t>
            </a:r>
            <a:endParaRPr lang="en-US" dirty="0"/>
          </a:p>
        </p:txBody>
      </p:sp>
      <p:sp>
        <p:nvSpPr>
          <p:cNvPr id="25" name="Subtitle 2"/>
          <p:cNvSpPr>
            <a:spLocks noGrp="1"/>
          </p:cNvSpPr>
          <p:nvPr>
            <p:ph type="subTitle" idx="1" hasCustomPrompt="1"/>
          </p:nvPr>
        </p:nvSpPr>
        <p:spPr>
          <a:xfrm>
            <a:off x="514348" y="3160711"/>
            <a:ext cx="5153026" cy="1839914"/>
          </a:xfrm>
        </p:spPr>
        <p:txBody>
          <a:bodyPr anchor="t" anchorCtr="0">
            <a:noAutofit/>
          </a:bodyPr>
          <a:lstStyle>
            <a:lvl1pPr marL="0" indent="0" algn="l">
              <a:buNone/>
              <a:defRPr sz="2000" baseline="0">
                <a:solidFill>
                  <a:schemeClr val="tx1">
                    <a:lumMod val="65000"/>
                    <a:lumOff val="35000"/>
                  </a:schemeClr>
                </a:solidFill>
                <a:latin typeface="Readex Pro" pitchFamily="2" charset="-78"/>
                <a:cs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Nội dung</a:t>
            </a:r>
            <a:endParaRPr lang="en-US" dirty="0"/>
          </a:p>
        </p:txBody>
      </p:sp>
      <p:pic>
        <p:nvPicPr>
          <p:cNvPr id="31" name="Picture 30"/>
          <p:cNvPicPr>
            <a:picLocks noChangeAspect="1"/>
          </p:cNvPicPr>
          <p:nvPr userDrawn="1"/>
        </p:nvPicPr>
        <p:blipFill>
          <a:blip r:embed="rId3"/>
          <a:stretch>
            <a:fillRect/>
          </a:stretch>
        </p:blipFill>
        <p:spPr>
          <a:xfrm>
            <a:off x="11987783" y="93587"/>
            <a:ext cx="107165" cy="107007"/>
          </a:xfrm>
          <a:prstGeom prst="rect">
            <a:avLst/>
          </a:prstGeom>
        </p:spPr>
      </p:pic>
      <p:sp>
        <p:nvSpPr>
          <p:cNvPr id="2" name="Slide Number Placeholder 5">
            <a:extLst>
              <a:ext uri="{FF2B5EF4-FFF2-40B4-BE49-F238E27FC236}">
                <a16:creationId xmlns:a16="http://schemas.microsoft.com/office/drawing/2014/main" id="{1005A496-97A9-F2E6-5A93-82ED29991805}"/>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3" name="Rectangle 2">
            <a:extLst>
              <a:ext uri="{FF2B5EF4-FFF2-40B4-BE49-F238E27FC236}">
                <a16:creationId xmlns:a16="http://schemas.microsoft.com/office/drawing/2014/main" id="{3C5E9CB3-D945-22DB-F3B1-01E643966ACF}"/>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4" name="Rectangle 3">
            <a:extLst>
              <a:ext uri="{FF2B5EF4-FFF2-40B4-BE49-F238E27FC236}">
                <a16:creationId xmlns:a16="http://schemas.microsoft.com/office/drawing/2014/main" id="{F4D6A3BA-05EA-D4A6-D520-6A0BBE9ACFC1}"/>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6" name="Slide Number Placeholder 5">
            <a:extLst>
              <a:ext uri="{FF2B5EF4-FFF2-40B4-BE49-F238E27FC236}">
                <a16:creationId xmlns:a16="http://schemas.microsoft.com/office/drawing/2014/main" id="{C181D0D4-C58F-2943-9F96-7367FEA221D7}"/>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7" name="Group 6">
            <a:extLst>
              <a:ext uri="{FF2B5EF4-FFF2-40B4-BE49-F238E27FC236}">
                <a16:creationId xmlns:a16="http://schemas.microsoft.com/office/drawing/2014/main" id="{05313E83-E883-5D3C-7410-B094E1918C1E}"/>
              </a:ext>
            </a:extLst>
          </p:cNvPr>
          <p:cNvGrpSpPr/>
          <p:nvPr userDrawn="1"/>
        </p:nvGrpSpPr>
        <p:grpSpPr>
          <a:xfrm>
            <a:off x="817685" y="6410864"/>
            <a:ext cx="2760487" cy="403790"/>
            <a:chOff x="741485" y="6410864"/>
            <a:chExt cx="2760487" cy="403790"/>
          </a:xfrm>
        </p:grpSpPr>
        <p:sp>
          <p:nvSpPr>
            <p:cNvPr id="8" name="TextBox 7">
              <a:extLst>
                <a:ext uri="{FF2B5EF4-FFF2-40B4-BE49-F238E27FC236}">
                  <a16:creationId xmlns:a16="http://schemas.microsoft.com/office/drawing/2014/main" id="{8D148F3C-F670-4585-6238-F7F73412182A}"/>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9" name="TextBox 8">
              <a:extLst>
                <a:ext uri="{FF2B5EF4-FFF2-40B4-BE49-F238E27FC236}">
                  <a16:creationId xmlns:a16="http://schemas.microsoft.com/office/drawing/2014/main" id="{9D5B6593-3DAF-E642-22A3-B33B2E999E01}"/>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11" name="TextBox 10">
            <a:extLst>
              <a:ext uri="{FF2B5EF4-FFF2-40B4-BE49-F238E27FC236}">
                <a16:creationId xmlns:a16="http://schemas.microsoft.com/office/drawing/2014/main" id="{D612E298-D721-FB54-E8B1-308FB365446A}"/>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2" name="Picture 11">
            <a:extLst>
              <a:ext uri="{FF2B5EF4-FFF2-40B4-BE49-F238E27FC236}">
                <a16:creationId xmlns:a16="http://schemas.microsoft.com/office/drawing/2014/main" id="{2FDE4871-7678-DA84-8689-2F27B59205B8}"/>
              </a:ext>
            </a:extLst>
          </p:cNvPr>
          <p:cNvPicPr>
            <a:picLocks noChangeAspect="1"/>
          </p:cNvPicPr>
          <p:nvPr userDrawn="1"/>
        </p:nvPicPr>
        <p:blipFill>
          <a:blip r:embed="rId4"/>
          <a:stretch>
            <a:fillRect/>
          </a:stretch>
        </p:blipFill>
        <p:spPr>
          <a:xfrm>
            <a:off x="2583391" y="6481985"/>
            <a:ext cx="9339545" cy="118261"/>
          </a:xfrm>
          <a:prstGeom prst="rect">
            <a:avLst/>
          </a:prstGeom>
        </p:spPr>
      </p:pic>
      <p:sp>
        <p:nvSpPr>
          <p:cNvPr id="13" name="Date Placeholder 3">
            <a:extLst>
              <a:ext uri="{FF2B5EF4-FFF2-40B4-BE49-F238E27FC236}">
                <a16:creationId xmlns:a16="http://schemas.microsoft.com/office/drawing/2014/main" id="{613E948E-49EF-8C4E-0898-E98F72B6A121}"/>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4/24/2026</a:t>
            </a:fld>
            <a:endParaRPr lang="en-US"/>
          </a:p>
        </p:txBody>
      </p:sp>
      <p:sp>
        <p:nvSpPr>
          <p:cNvPr id="14" name="Footer Placeholder 4">
            <a:extLst>
              <a:ext uri="{FF2B5EF4-FFF2-40B4-BE49-F238E27FC236}">
                <a16:creationId xmlns:a16="http://schemas.microsoft.com/office/drawing/2014/main" id="{35A65652-1FC1-56DE-41BF-70B7E3176F6D}"/>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335169528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Phone 1">
    <p:spTree>
      <p:nvGrpSpPr>
        <p:cNvPr id="1" name=""/>
        <p:cNvGrpSpPr/>
        <p:nvPr/>
      </p:nvGrpSpPr>
      <p:grpSpPr>
        <a:xfrm>
          <a:off x="0" y="0"/>
          <a:ext cx="0" cy="0"/>
          <a:chOff x="0" y="0"/>
          <a:chExt cx="0" cy="0"/>
        </a:xfrm>
      </p:grpSpPr>
      <p:sp>
        <p:nvSpPr>
          <p:cNvPr id="24" name="Title 1"/>
          <p:cNvSpPr>
            <a:spLocks noGrp="1"/>
          </p:cNvSpPr>
          <p:nvPr>
            <p:ph type="ctrTitle" hasCustomPrompt="1"/>
          </p:nvPr>
        </p:nvSpPr>
        <p:spPr>
          <a:xfrm>
            <a:off x="514349" y="1048131"/>
            <a:ext cx="5153025" cy="1655762"/>
          </a:xfrm>
        </p:spPr>
        <p:txBody>
          <a:bodyPr anchor="b" anchorCtr="0">
            <a:noAutofit/>
          </a:bodyPr>
          <a:lstStyle>
            <a:lvl1pPr algn="l">
              <a:defRPr lang="en-US" sz="4000" b="1" kern="1200" baseline="0" dirty="0">
                <a:solidFill>
                  <a:srgbClr val="0070C0"/>
                </a:solidFill>
                <a:latin typeface="K2D" panose="00000500000000000000" pitchFamily="2" charset="-34"/>
                <a:ea typeface="+mj-ea"/>
                <a:cs typeface="+mj-cs"/>
              </a:defRPr>
            </a:lvl1pPr>
          </a:lstStyle>
          <a:p>
            <a:r>
              <a:rPr lang="en-US"/>
              <a:t>Tiêu đề</a:t>
            </a:r>
            <a:endParaRPr lang="en-US" dirty="0"/>
          </a:p>
        </p:txBody>
      </p:sp>
      <p:sp>
        <p:nvSpPr>
          <p:cNvPr id="25" name="Subtitle 2"/>
          <p:cNvSpPr>
            <a:spLocks noGrp="1"/>
          </p:cNvSpPr>
          <p:nvPr>
            <p:ph type="subTitle" idx="1" hasCustomPrompt="1"/>
          </p:nvPr>
        </p:nvSpPr>
        <p:spPr>
          <a:xfrm>
            <a:off x="514348" y="2808667"/>
            <a:ext cx="5153026" cy="2287208"/>
          </a:xfrm>
        </p:spPr>
        <p:txBody>
          <a:bodyPr anchor="t" anchorCtr="0">
            <a:noAutofit/>
          </a:bodyPr>
          <a:lstStyle>
            <a:lvl1pPr marL="0" indent="0" algn="l">
              <a:buNone/>
              <a:defRPr sz="2000" baseline="0">
                <a:solidFill>
                  <a:schemeClr val="tx1">
                    <a:lumMod val="65000"/>
                    <a:lumOff val="35000"/>
                  </a:schemeClr>
                </a:solidFill>
                <a:latin typeface="Readex Pro" pitchFamily="2" charset="-78"/>
                <a:cs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Nội dung</a:t>
            </a:r>
            <a:endParaRPr lang="en-US" dirty="0"/>
          </a:p>
        </p:txBody>
      </p:sp>
      <p:pic>
        <p:nvPicPr>
          <p:cNvPr id="17" name="Picture 16">
            <a:extLst>
              <a:ext uri="{FF2B5EF4-FFF2-40B4-BE49-F238E27FC236}">
                <a16:creationId xmlns:a16="http://schemas.microsoft.com/office/drawing/2014/main" id="{FB96C117-0DD7-57D2-DF3E-3C0A174E03F4}"/>
              </a:ext>
            </a:extLst>
          </p:cNvPr>
          <p:cNvPicPr>
            <a:picLocks noChangeAspect="1"/>
          </p:cNvPicPr>
          <p:nvPr userDrawn="1"/>
        </p:nvPicPr>
        <p:blipFill>
          <a:blip r:embed="rId2">
            <a:duotone>
              <a:prstClr val="black"/>
              <a:schemeClr val="tx2">
                <a:tint val="45000"/>
                <a:satMod val="400000"/>
              </a:schemeClr>
            </a:duotone>
            <a:alphaModFix amt="85000"/>
            <a:extLst>
              <a:ext uri="{28A0092B-C50C-407E-A947-70E740481C1C}">
                <a14:useLocalDpi xmlns:a14="http://schemas.microsoft.com/office/drawing/2010/main" val="0"/>
              </a:ext>
            </a:extLst>
          </a:blip>
          <a:stretch>
            <a:fillRect/>
          </a:stretch>
        </p:blipFill>
        <p:spPr>
          <a:xfrm>
            <a:off x="4369123" y="1742120"/>
            <a:ext cx="3453753" cy="3402396"/>
          </a:xfrm>
          <a:prstGeom prst="rect">
            <a:avLst/>
          </a:prstGeom>
        </p:spPr>
      </p:pic>
      <p:pic>
        <p:nvPicPr>
          <p:cNvPr id="20" name="Picture 2" descr="Samsung Mobile Mockup Template Download on Pngtree | Mobile mockup, Samsung  mobile, Samsun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6746875" y="657226"/>
            <a:ext cx="4972049" cy="4972050"/>
          </a:xfrm>
          <a:prstGeom prst="rect">
            <a:avLst/>
          </a:prstGeom>
          <a:noFill/>
          <a:extLst>
            <a:ext uri="{909E8E84-426E-40DD-AFC4-6F175D3DCCD1}">
              <a14:hiddenFill xmlns:a14="http://schemas.microsoft.com/office/drawing/2010/main">
                <a:solidFill>
                  <a:srgbClr val="FFFFFF"/>
                </a:solidFill>
              </a14:hiddenFill>
            </a:ext>
          </a:extLst>
        </p:spPr>
      </p:pic>
      <p:sp>
        <p:nvSpPr>
          <p:cNvPr id="21" name="Picture Placeholder 5"/>
          <p:cNvSpPr>
            <a:spLocks noGrp="1"/>
          </p:cNvSpPr>
          <p:nvPr>
            <p:ph type="pic" sz="quarter" idx="12" hasCustomPrompt="1"/>
          </p:nvPr>
        </p:nvSpPr>
        <p:spPr>
          <a:xfrm>
            <a:off x="8305800" y="1057275"/>
            <a:ext cx="2095500" cy="4038600"/>
          </a:xfrm>
          <a:prstGeom prst="roundRect">
            <a:avLst>
              <a:gd name="adj" fmla="val 4741"/>
            </a:avLst>
          </a:prstGeom>
          <a:solidFill>
            <a:schemeClr val="bg1">
              <a:lumMod val="95000"/>
            </a:schemeClr>
          </a:solidFill>
        </p:spPr>
        <p:txBody>
          <a:bodyPr anchor="ctr" anchorCtr="0"/>
          <a:lstStyle>
            <a:lvl1pPr marL="0" indent="0" algn="ctr">
              <a:buNone/>
              <a:defRPr/>
            </a:lvl1pPr>
          </a:lstStyle>
          <a:p>
            <a:r>
              <a:rPr lang="en-US"/>
              <a:t>Thêm ảnh</a:t>
            </a:r>
          </a:p>
        </p:txBody>
      </p:sp>
      <p:pic>
        <p:nvPicPr>
          <p:cNvPr id="18" name="Picture 17"/>
          <p:cNvPicPr>
            <a:picLocks noChangeAspect="1"/>
          </p:cNvPicPr>
          <p:nvPr userDrawn="1"/>
        </p:nvPicPr>
        <p:blipFill>
          <a:blip r:embed="rId4"/>
          <a:stretch>
            <a:fillRect/>
          </a:stretch>
        </p:blipFill>
        <p:spPr>
          <a:xfrm>
            <a:off x="11987783" y="93587"/>
            <a:ext cx="107165" cy="107007"/>
          </a:xfrm>
          <a:prstGeom prst="rect">
            <a:avLst/>
          </a:prstGeom>
        </p:spPr>
      </p:pic>
      <p:sp>
        <p:nvSpPr>
          <p:cNvPr id="2" name="Slide Number Placeholder 5">
            <a:extLst>
              <a:ext uri="{FF2B5EF4-FFF2-40B4-BE49-F238E27FC236}">
                <a16:creationId xmlns:a16="http://schemas.microsoft.com/office/drawing/2014/main" id="{9F5E8B0A-35A9-1D4F-DB19-BE07791E78FF}"/>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3" name="Rectangle 2">
            <a:extLst>
              <a:ext uri="{FF2B5EF4-FFF2-40B4-BE49-F238E27FC236}">
                <a16:creationId xmlns:a16="http://schemas.microsoft.com/office/drawing/2014/main" id="{68DE1F6B-3A1F-F4AA-B616-B69C903A9093}"/>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4" name="Rectangle 3">
            <a:extLst>
              <a:ext uri="{FF2B5EF4-FFF2-40B4-BE49-F238E27FC236}">
                <a16:creationId xmlns:a16="http://schemas.microsoft.com/office/drawing/2014/main" id="{3DA17A55-6967-1E8F-7303-5303CBD602A3}"/>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5" name="Slide Number Placeholder 5">
            <a:extLst>
              <a:ext uri="{FF2B5EF4-FFF2-40B4-BE49-F238E27FC236}">
                <a16:creationId xmlns:a16="http://schemas.microsoft.com/office/drawing/2014/main" id="{1D4F218F-2B5C-5125-3565-DD9470D67757}"/>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6" name="Group 5">
            <a:extLst>
              <a:ext uri="{FF2B5EF4-FFF2-40B4-BE49-F238E27FC236}">
                <a16:creationId xmlns:a16="http://schemas.microsoft.com/office/drawing/2014/main" id="{45F21373-8291-8606-349F-C9D37F7F42EA}"/>
              </a:ext>
            </a:extLst>
          </p:cNvPr>
          <p:cNvGrpSpPr/>
          <p:nvPr userDrawn="1"/>
        </p:nvGrpSpPr>
        <p:grpSpPr>
          <a:xfrm>
            <a:off x="817685" y="6410864"/>
            <a:ext cx="2760487" cy="403790"/>
            <a:chOff x="741485" y="6410864"/>
            <a:chExt cx="2760487" cy="403790"/>
          </a:xfrm>
        </p:grpSpPr>
        <p:sp>
          <p:nvSpPr>
            <p:cNvPr id="7" name="TextBox 6">
              <a:extLst>
                <a:ext uri="{FF2B5EF4-FFF2-40B4-BE49-F238E27FC236}">
                  <a16:creationId xmlns:a16="http://schemas.microsoft.com/office/drawing/2014/main" id="{5890A1A8-07D6-CC23-110F-A4349C95D83B}"/>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8" name="TextBox 7">
              <a:extLst>
                <a:ext uri="{FF2B5EF4-FFF2-40B4-BE49-F238E27FC236}">
                  <a16:creationId xmlns:a16="http://schemas.microsoft.com/office/drawing/2014/main" id="{C4B2C4FA-6364-1259-35B8-B7538FBAB899}"/>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9" name="TextBox 8">
            <a:extLst>
              <a:ext uri="{FF2B5EF4-FFF2-40B4-BE49-F238E27FC236}">
                <a16:creationId xmlns:a16="http://schemas.microsoft.com/office/drawing/2014/main" id="{C298D622-19A9-9C4F-D8B3-A0B8BACFDA92}"/>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0" name="Picture 9">
            <a:extLst>
              <a:ext uri="{FF2B5EF4-FFF2-40B4-BE49-F238E27FC236}">
                <a16:creationId xmlns:a16="http://schemas.microsoft.com/office/drawing/2014/main" id="{81D19E43-BFD6-BAEA-5172-CB6E311691D2}"/>
              </a:ext>
            </a:extLst>
          </p:cNvPr>
          <p:cNvPicPr>
            <a:picLocks noChangeAspect="1"/>
          </p:cNvPicPr>
          <p:nvPr userDrawn="1"/>
        </p:nvPicPr>
        <p:blipFill>
          <a:blip r:embed="rId5"/>
          <a:stretch>
            <a:fillRect/>
          </a:stretch>
        </p:blipFill>
        <p:spPr>
          <a:xfrm>
            <a:off x="2583391" y="6481985"/>
            <a:ext cx="9339545" cy="118261"/>
          </a:xfrm>
          <a:prstGeom prst="rect">
            <a:avLst/>
          </a:prstGeom>
        </p:spPr>
      </p:pic>
      <p:sp>
        <p:nvSpPr>
          <p:cNvPr id="11" name="Date Placeholder 3">
            <a:extLst>
              <a:ext uri="{FF2B5EF4-FFF2-40B4-BE49-F238E27FC236}">
                <a16:creationId xmlns:a16="http://schemas.microsoft.com/office/drawing/2014/main" id="{086DB862-383E-AC4E-53C8-05578489E46A}"/>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4/24/2026</a:t>
            </a:fld>
            <a:endParaRPr lang="en-US"/>
          </a:p>
        </p:txBody>
      </p:sp>
      <p:sp>
        <p:nvSpPr>
          <p:cNvPr id="12" name="Footer Placeholder 4">
            <a:extLst>
              <a:ext uri="{FF2B5EF4-FFF2-40B4-BE49-F238E27FC236}">
                <a16:creationId xmlns:a16="http://schemas.microsoft.com/office/drawing/2014/main" id="{861406AB-9157-BB66-317E-91FF66767BA9}"/>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406749747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Phone 2">
    <p:spTree>
      <p:nvGrpSpPr>
        <p:cNvPr id="1" name=""/>
        <p:cNvGrpSpPr/>
        <p:nvPr/>
      </p:nvGrpSpPr>
      <p:grpSpPr>
        <a:xfrm>
          <a:off x="0" y="0"/>
          <a:ext cx="0" cy="0"/>
          <a:chOff x="0" y="0"/>
          <a:chExt cx="0" cy="0"/>
        </a:xfrm>
      </p:grpSpPr>
      <p:pic>
        <p:nvPicPr>
          <p:cNvPr id="14" name="Picture 2">
            <a:extLst>
              <a:ext uri="{FF2B5EF4-FFF2-40B4-BE49-F238E27FC236}">
                <a16:creationId xmlns:a16="http://schemas.microsoft.com/office/drawing/2014/main" id="{E6F05EB3-1A18-FFAB-87F4-C3B6F94C3D6F}"/>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p:blipFill>
        <p:spPr bwMode="auto">
          <a:xfrm>
            <a:off x="7943863" y="1011126"/>
            <a:ext cx="3171810" cy="5138780"/>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6">
            <a:extLst>
              <a:ext uri="{FF2B5EF4-FFF2-40B4-BE49-F238E27FC236}">
                <a16:creationId xmlns:a16="http://schemas.microsoft.com/office/drawing/2014/main" id="{C5B58D15-E021-9409-2BF6-38B86625489C}"/>
              </a:ext>
            </a:extLst>
          </p:cNvPr>
          <p:cNvPicPr>
            <a:picLocks noChangeAspect="1"/>
          </p:cNvPicPr>
          <p:nvPr userDrawn="1"/>
        </p:nvPicPr>
        <p:blipFill>
          <a:blip r:embed="rId3">
            <a:duotone>
              <a:prstClr val="black"/>
              <a:schemeClr val="tx2">
                <a:tint val="45000"/>
                <a:satMod val="400000"/>
              </a:schemeClr>
            </a:duotone>
            <a:alphaModFix amt="85000"/>
            <a:extLst>
              <a:ext uri="{28A0092B-C50C-407E-A947-70E740481C1C}">
                <a14:useLocalDpi xmlns:a14="http://schemas.microsoft.com/office/drawing/2010/main" val="0"/>
              </a:ext>
            </a:extLst>
          </a:blip>
          <a:stretch>
            <a:fillRect/>
          </a:stretch>
        </p:blipFill>
        <p:spPr>
          <a:xfrm>
            <a:off x="4369123" y="1742120"/>
            <a:ext cx="3453753" cy="3402396"/>
          </a:xfrm>
          <a:prstGeom prst="rect">
            <a:avLst/>
          </a:prstGeom>
        </p:spPr>
      </p:pic>
      <p:pic>
        <p:nvPicPr>
          <p:cNvPr id="26" name="Picture 25"/>
          <p:cNvPicPr>
            <a:picLocks noChangeAspect="1"/>
          </p:cNvPicPr>
          <p:nvPr userDrawn="1"/>
        </p:nvPicPr>
        <p:blipFill>
          <a:blip r:embed="rId4"/>
          <a:stretch>
            <a:fillRect/>
          </a:stretch>
        </p:blipFill>
        <p:spPr>
          <a:xfrm>
            <a:off x="11987783" y="93587"/>
            <a:ext cx="107165" cy="107007"/>
          </a:xfrm>
          <a:prstGeom prst="rect">
            <a:avLst/>
          </a:prstGeom>
        </p:spPr>
      </p:pic>
      <p:sp>
        <p:nvSpPr>
          <p:cNvPr id="27" name="Title 1">
            <a:extLst>
              <a:ext uri="{FF2B5EF4-FFF2-40B4-BE49-F238E27FC236}">
                <a16:creationId xmlns:a16="http://schemas.microsoft.com/office/drawing/2014/main" id="{E05A38DB-2EAE-47C8-9F84-174DA202456A}"/>
              </a:ext>
            </a:extLst>
          </p:cNvPr>
          <p:cNvSpPr>
            <a:spLocks noGrp="1"/>
          </p:cNvSpPr>
          <p:nvPr>
            <p:ph type="ctrTitle" hasCustomPrompt="1"/>
          </p:nvPr>
        </p:nvSpPr>
        <p:spPr>
          <a:xfrm>
            <a:off x="514349" y="1048131"/>
            <a:ext cx="5153025" cy="1655762"/>
          </a:xfrm>
        </p:spPr>
        <p:txBody>
          <a:bodyPr anchor="b" anchorCtr="0">
            <a:noAutofit/>
          </a:bodyPr>
          <a:lstStyle>
            <a:lvl1pPr algn="l">
              <a:defRPr lang="en-US" sz="4000" b="1" kern="1200" baseline="0" dirty="0">
                <a:solidFill>
                  <a:srgbClr val="0070C0"/>
                </a:solidFill>
                <a:latin typeface="K2D" panose="00000500000000000000" pitchFamily="2" charset="-34"/>
                <a:ea typeface="+mj-ea"/>
                <a:cs typeface="+mj-cs"/>
              </a:defRPr>
            </a:lvl1pPr>
          </a:lstStyle>
          <a:p>
            <a:r>
              <a:rPr lang="en-US"/>
              <a:t>Tiêu đề</a:t>
            </a:r>
            <a:endParaRPr lang="en-US" dirty="0"/>
          </a:p>
        </p:txBody>
      </p:sp>
      <p:sp>
        <p:nvSpPr>
          <p:cNvPr id="28" name="Subtitle 2">
            <a:extLst>
              <a:ext uri="{FF2B5EF4-FFF2-40B4-BE49-F238E27FC236}">
                <a16:creationId xmlns:a16="http://schemas.microsoft.com/office/drawing/2014/main" id="{472C8C42-C792-4628-B171-1C30DA52BBDE}"/>
              </a:ext>
            </a:extLst>
          </p:cNvPr>
          <p:cNvSpPr>
            <a:spLocks noGrp="1"/>
          </p:cNvSpPr>
          <p:nvPr>
            <p:ph type="subTitle" idx="1" hasCustomPrompt="1"/>
          </p:nvPr>
        </p:nvSpPr>
        <p:spPr>
          <a:xfrm>
            <a:off x="514348" y="2808667"/>
            <a:ext cx="5153026" cy="2287208"/>
          </a:xfrm>
        </p:spPr>
        <p:txBody>
          <a:bodyPr anchor="t" anchorCtr="0">
            <a:noAutofit/>
          </a:bodyPr>
          <a:lstStyle>
            <a:lvl1pPr marL="0" indent="0" algn="l">
              <a:buNone/>
              <a:defRPr sz="2000" baseline="0">
                <a:solidFill>
                  <a:schemeClr val="tx1">
                    <a:lumMod val="65000"/>
                    <a:lumOff val="35000"/>
                  </a:schemeClr>
                </a:solidFill>
                <a:latin typeface="Readex Pro" pitchFamily="2" charset="-78"/>
                <a:cs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Nội dung</a:t>
            </a:r>
            <a:endParaRPr lang="en-US" dirty="0"/>
          </a:p>
        </p:txBody>
      </p:sp>
      <p:sp>
        <p:nvSpPr>
          <p:cNvPr id="2" name="Slide Number Placeholder 5">
            <a:extLst>
              <a:ext uri="{FF2B5EF4-FFF2-40B4-BE49-F238E27FC236}">
                <a16:creationId xmlns:a16="http://schemas.microsoft.com/office/drawing/2014/main" id="{CEFF8FA1-B5A4-2A75-DF61-6155775A60B6}"/>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3" name="Rectangle 2">
            <a:extLst>
              <a:ext uri="{FF2B5EF4-FFF2-40B4-BE49-F238E27FC236}">
                <a16:creationId xmlns:a16="http://schemas.microsoft.com/office/drawing/2014/main" id="{9028A97E-3A14-7BF0-D186-C53734F25980}"/>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4" name="Rectangle 3">
            <a:extLst>
              <a:ext uri="{FF2B5EF4-FFF2-40B4-BE49-F238E27FC236}">
                <a16:creationId xmlns:a16="http://schemas.microsoft.com/office/drawing/2014/main" id="{B9894450-A56F-CB14-56CE-6BAB4A469F50}"/>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5" name="Slide Number Placeholder 5">
            <a:extLst>
              <a:ext uri="{FF2B5EF4-FFF2-40B4-BE49-F238E27FC236}">
                <a16:creationId xmlns:a16="http://schemas.microsoft.com/office/drawing/2014/main" id="{6EDC2765-72E6-0900-A64B-07D9394DE1EE}"/>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6" name="Group 5">
            <a:extLst>
              <a:ext uri="{FF2B5EF4-FFF2-40B4-BE49-F238E27FC236}">
                <a16:creationId xmlns:a16="http://schemas.microsoft.com/office/drawing/2014/main" id="{5972BBAE-9F84-4D92-5FC5-6BAC2EBBA3A7}"/>
              </a:ext>
            </a:extLst>
          </p:cNvPr>
          <p:cNvGrpSpPr/>
          <p:nvPr userDrawn="1"/>
        </p:nvGrpSpPr>
        <p:grpSpPr>
          <a:xfrm>
            <a:off x="817685" y="6410864"/>
            <a:ext cx="2760487" cy="403790"/>
            <a:chOff x="741485" y="6410864"/>
            <a:chExt cx="2760487" cy="403790"/>
          </a:xfrm>
        </p:grpSpPr>
        <p:sp>
          <p:nvSpPr>
            <p:cNvPr id="7" name="TextBox 6">
              <a:extLst>
                <a:ext uri="{FF2B5EF4-FFF2-40B4-BE49-F238E27FC236}">
                  <a16:creationId xmlns:a16="http://schemas.microsoft.com/office/drawing/2014/main" id="{5DD8EF8C-2CE8-32A2-4893-8A1F462F5979}"/>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8" name="TextBox 7">
              <a:extLst>
                <a:ext uri="{FF2B5EF4-FFF2-40B4-BE49-F238E27FC236}">
                  <a16:creationId xmlns:a16="http://schemas.microsoft.com/office/drawing/2014/main" id="{5C64073C-92F4-B219-BB9F-D220B1F1317A}"/>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9" name="TextBox 8">
            <a:extLst>
              <a:ext uri="{FF2B5EF4-FFF2-40B4-BE49-F238E27FC236}">
                <a16:creationId xmlns:a16="http://schemas.microsoft.com/office/drawing/2014/main" id="{1CDC2B2F-DD31-C057-140F-8607950C1220}"/>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0" name="Picture 9">
            <a:extLst>
              <a:ext uri="{FF2B5EF4-FFF2-40B4-BE49-F238E27FC236}">
                <a16:creationId xmlns:a16="http://schemas.microsoft.com/office/drawing/2014/main" id="{1FD099AF-ADE0-F209-43E6-00047303FC95}"/>
              </a:ext>
            </a:extLst>
          </p:cNvPr>
          <p:cNvPicPr>
            <a:picLocks noChangeAspect="1"/>
          </p:cNvPicPr>
          <p:nvPr userDrawn="1"/>
        </p:nvPicPr>
        <p:blipFill>
          <a:blip r:embed="rId5"/>
          <a:stretch>
            <a:fillRect/>
          </a:stretch>
        </p:blipFill>
        <p:spPr>
          <a:xfrm>
            <a:off x="2583391" y="6481985"/>
            <a:ext cx="9339545" cy="118261"/>
          </a:xfrm>
          <a:prstGeom prst="rect">
            <a:avLst/>
          </a:prstGeom>
        </p:spPr>
      </p:pic>
      <p:sp>
        <p:nvSpPr>
          <p:cNvPr id="11" name="Date Placeholder 3">
            <a:extLst>
              <a:ext uri="{FF2B5EF4-FFF2-40B4-BE49-F238E27FC236}">
                <a16:creationId xmlns:a16="http://schemas.microsoft.com/office/drawing/2014/main" id="{89D6B138-607A-1698-333D-31B07D850C41}"/>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4/24/2026</a:t>
            </a:fld>
            <a:endParaRPr lang="en-US"/>
          </a:p>
        </p:txBody>
      </p:sp>
      <p:sp>
        <p:nvSpPr>
          <p:cNvPr id="12" name="Footer Placeholder 4">
            <a:extLst>
              <a:ext uri="{FF2B5EF4-FFF2-40B4-BE49-F238E27FC236}">
                <a16:creationId xmlns:a16="http://schemas.microsoft.com/office/drawing/2014/main" id="{0EC58AAA-3CCF-ABE2-A4E2-6851325D5CAD}"/>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
        <p:nvSpPr>
          <p:cNvPr id="13" name="Picture Placeholder 1">
            <a:extLst>
              <a:ext uri="{FF2B5EF4-FFF2-40B4-BE49-F238E27FC236}">
                <a16:creationId xmlns:a16="http://schemas.microsoft.com/office/drawing/2014/main" id="{2E6D52DE-4D97-3181-9440-19E31A6CE81C}"/>
              </a:ext>
            </a:extLst>
          </p:cNvPr>
          <p:cNvSpPr>
            <a:spLocks noGrp="1"/>
          </p:cNvSpPr>
          <p:nvPr>
            <p:ph type="pic" sz="quarter" idx="15" hasCustomPrompt="1"/>
          </p:nvPr>
        </p:nvSpPr>
        <p:spPr>
          <a:xfrm>
            <a:off x="8461702" y="1108334"/>
            <a:ext cx="2131430" cy="4626572"/>
          </a:xfrm>
          <a:custGeom>
            <a:avLst/>
            <a:gdLst>
              <a:gd name="connsiteX0" fmla="*/ 0 w 2111887"/>
              <a:gd name="connsiteY0" fmla="*/ 247217 h 4543425"/>
              <a:gd name="connsiteX1" fmla="*/ 247217 w 2111887"/>
              <a:gd name="connsiteY1" fmla="*/ 0 h 4543425"/>
              <a:gd name="connsiteX2" fmla="*/ 1864670 w 2111887"/>
              <a:gd name="connsiteY2" fmla="*/ 0 h 4543425"/>
              <a:gd name="connsiteX3" fmla="*/ 2111887 w 2111887"/>
              <a:gd name="connsiteY3" fmla="*/ 247217 h 4543425"/>
              <a:gd name="connsiteX4" fmla="*/ 2111887 w 2111887"/>
              <a:gd name="connsiteY4" fmla="*/ 4296208 h 4543425"/>
              <a:gd name="connsiteX5" fmla="*/ 1864670 w 2111887"/>
              <a:gd name="connsiteY5" fmla="*/ 4543425 h 4543425"/>
              <a:gd name="connsiteX6" fmla="*/ 247217 w 2111887"/>
              <a:gd name="connsiteY6" fmla="*/ 4543425 h 4543425"/>
              <a:gd name="connsiteX7" fmla="*/ 0 w 2111887"/>
              <a:gd name="connsiteY7" fmla="*/ 4296208 h 4543425"/>
              <a:gd name="connsiteX8" fmla="*/ 0 w 2111887"/>
              <a:gd name="connsiteY8" fmla="*/ 247217 h 4543425"/>
              <a:gd name="connsiteX0" fmla="*/ 0 w 2111887"/>
              <a:gd name="connsiteY0" fmla="*/ 247221 h 4543429"/>
              <a:gd name="connsiteX1" fmla="*/ 247217 w 2111887"/>
              <a:gd name="connsiteY1" fmla="*/ 4 h 4543429"/>
              <a:gd name="connsiteX2" fmla="*/ 1103287 w 2111887"/>
              <a:gd name="connsiteY2" fmla="*/ 100016 h 4543429"/>
              <a:gd name="connsiteX3" fmla="*/ 1864670 w 2111887"/>
              <a:gd name="connsiteY3" fmla="*/ 4 h 4543429"/>
              <a:gd name="connsiteX4" fmla="*/ 2111887 w 2111887"/>
              <a:gd name="connsiteY4" fmla="*/ 247221 h 4543429"/>
              <a:gd name="connsiteX5" fmla="*/ 2111887 w 2111887"/>
              <a:gd name="connsiteY5" fmla="*/ 4296212 h 4543429"/>
              <a:gd name="connsiteX6" fmla="*/ 1864670 w 2111887"/>
              <a:gd name="connsiteY6" fmla="*/ 4543429 h 4543429"/>
              <a:gd name="connsiteX7" fmla="*/ 247217 w 2111887"/>
              <a:gd name="connsiteY7" fmla="*/ 4543429 h 4543429"/>
              <a:gd name="connsiteX8" fmla="*/ 0 w 2111887"/>
              <a:gd name="connsiteY8" fmla="*/ 4296212 h 4543429"/>
              <a:gd name="connsiteX9" fmla="*/ 0 w 2111887"/>
              <a:gd name="connsiteY9" fmla="*/ 247221 h 4543429"/>
              <a:gd name="connsiteX0" fmla="*/ 0 w 2111887"/>
              <a:gd name="connsiteY0" fmla="*/ 264906 h 4561114"/>
              <a:gd name="connsiteX1" fmla="*/ 247217 w 2111887"/>
              <a:gd name="connsiteY1" fmla="*/ 17689 h 4561114"/>
              <a:gd name="connsiteX2" fmla="*/ 665137 w 2111887"/>
              <a:gd name="connsiteY2" fmla="*/ 22451 h 4561114"/>
              <a:gd name="connsiteX3" fmla="*/ 1103287 w 2111887"/>
              <a:gd name="connsiteY3" fmla="*/ 117701 h 4561114"/>
              <a:gd name="connsiteX4" fmla="*/ 1864670 w 2111887"/>
              <a:gd name="connsiteY4" fmla="*/ 17689 h 4561114"/>
              <a:gd name="connsiteX5" fmla="*/ 2111887 w 2111887"/>
              <a:gd name="connsiteY5" fmla="*/ 264906 h 4561114"/>
              <a:gd name="connsiteX6" fmla="*/ 2111887 w 2111887"/>
              <a:gd name="connsiteY6" fmla="*/ 4313897 h 4561114"/>
              <a:gd name="connsiteX7" fmla="*/ 1864670 w 2111887"/>
              <a:gd name="connsiteY7" fmla="*/ 4561114 h 4561114"/>
              <a:gd name="connsiteX8" fmla="*/ 247217 w 2111887"/>
              <a:gd name="connsiteY8" fmla="*/ 4561114 h 4561114"/>
              <a:gd name="connsiteX9" fmla="*/ 0 w 2111887"/>
              <a:gd name="connsiteY9" fmla="*/ 4313897 h 4561114"/>
              <a:gd name="connsiteX10" fmla="*/ 0 w 2111887"/>
              <a:gd name="connsiteY10" fmla="*/ 264906 h 4561114"/>
              <a:gd name="connsiteX0" fmla="*/ 0 w 2111887"/>
              <a:gd name="connsiteY0" fmla="*/ 269676 h 4565884"/>
              <a:gd name="connsiteX1" fmla="*/ 247217 w 2111887"/>
              <a:gd name="connsiteY1" fmla="*/ 22459 h 4565884"/>
              <a:gd name="connsiteX2" fmla="*/ 612749 w 2111887"/>
              <a:gd name="connsiteY2" fmla="*/ 15315 h 4565884"/>
              <a:gd name="connsiteX3" fmla="*/ 1103287 w 2111887"/>
              <a:gd name="connsiteY3" fmla="*/ 122471 h 4565884"/>
              <a:gd name="connsiteX4" fmla="*/ 1864670 w 2111887"/>
              <a:gd name="connsiteY4" fmla="*/ 22459 h 4565884"/>
              <a:gd name="connsiteX5" fmla="*/ 2111887 w 2111887"/>
              <a:gd name="connsiteY5" fmla="*/ 269676 h 4565884"/>
              <a:gd name="connsiteX6" fmla="*/ 2111887 w 2111887"/>
              <a:gd name="connsiteY6" fmla="*/ 4318667 h 4565884"/>
              <a:gd name="connsiteX7" fmla="*/ 1864670 w 2111887"/>
              <a:gd name="connsiteY7" fmla="*/ 4565884 h 4565884"/>
              <a:gd name="connsiteX8" fmla="*/ 247217 w 2111887"/>
              <a:gd name="connsiteY8" fmla="*/ 4565884 h 4565884"/>
              <a:gd name="connsiteX9" fmla="*/ 0 w 2111887"/>
              <a:gd name="connsiteY9" fmla="*/ 4318667 h 4565884"/>
              <a:gd name="connsiteX10" fmla="*/ 0 w 2111887"/>
              <a:gd name="connsiteY10" fmla="*/ 269676 h 4565884"/>
              <a:gd name="connsiteX0" fmla="*/ 0 w 2111887"/>
              <a:gd name="connsiteY0" fmla="*/ 275247 h 4571455"/>
              <a:gd name="connsiteX1" fmla="*/ 247217 w 2111887"/>
              <a:gd name="connsiteY1" fmla="*/ 18505 h 4571455"/>
              <a:gd name="connsiteX2" fmla="*/ 612749 w 2111887"/>
              <a:gd name="connsiteY2" fmla="*/ 20886 h 4571455"/>
              <a:gd name="connsiteX3" fmla="*/ 1103287 w 2111887"/>
              <a:gd name="connsiteY3" fmla="*/ 128042 h 4571455"/>
              <a:gd name="connsiteX4" fmla="*/ 1864670 w 2111887"/>
              <a:gd name="connsiteY4" fmla="*/ 28030 h 4571455"/>
              <a:gd name="connsiteX5" fmla="*/ 2111887 w 2111887"/>
              <a:gd name="connsiteY5" fmla="*/ 275247 h 4571455"/>
              <a:gd name="connsiteX6" fmla="*/ 2111887 w 2111887"/>
              <a:gd name="connsiteY6" fmla="*/ 4324238 h 4571455"/>
              <a:gd name="connsiteX7" fmla="*/ 1864670 w 2111887"/>
              <a:gd name="connsiteY7" fmla="*/ 4571455 h 4571455"/>
              <a:gd name="connsiteX8" fmla="*/ 247217 w 2111887"/>
              <a:gd name="connsiteY8" fmla="*/ 4571455 h 4571455"/>
              <a:gd name="connsiteX9" fmla="*/ 0 w 2111887"/>
              <a:gd name="connsiteY9" fmla="*/ 4324238 h 4571455"/>
              <a:gd name="connsiteX10" fmla="*/ 0 w 2111887"/>
              <a:gd name="connsiteY10" fmla="*/ 275247 h 4571455"/>
              <a:gd name="connsiteX0" fmla="*/ 0 w 2111887"/>
              <a:gd name="connsiteY0" fmla="*/ 268247 h 4564455"/>
              <a:gd name="connsiteX1" fmla="*/ 247217 w 2111887"/>
              <a:gd name="connsiteY1" fmla="*/ 11505 h 4564455"/>
              <a:gd name="connsiteX2" fmla="*/ 612749 w 2111887"/>
              <a:gd name="connsiteY2" fmla="*/ 13886 h 4564455"/>
              <a:gd name="connsiteX3" fmla="*/ 1103287 w 2111887"/>
              <a:gd name="connsiteY3" fmla="*/ 121042 h 4564455"/>
              <a:gd name="connsiteX4" fmla="*/ 1864670 w 2111887"/>
              <a:gd name="connsiteY4" fmla="*/ 21030 h 4564455"/>
              <a:gd name="connsiteX5" fmla="*/ 2111887 w 2111887"/>
              <a:gd name="connsiteY5" fmla="*/ 268247 h 4564455"/>
              <a:gd name="connsiteX6" fmla="*/ 2111887 w 2111887"/>
              <a:gd name="connsiteY6" fmla="*/ 4317238 h 4564455"/>
              <a:gd name="connsiteX7" fmla="*/ 1864670 w 2111887"/>
              <a:gd name="connsiteY7" fmla="*/ 4564455 h 4564455"/>
              <a:gd name="connsiteX8" fmla="*/ 247217 w 2111887"/>
              <a:gd name="connsiteY8" fmla="*/ 4564455 h 4564455"/>
              <a:gd name="connsiteX9" fmla="*/ 0 w 2111887"/>
              <a:gd name="connsiteY9" fmla="*/ 4317238 h 4564455"/>
              <a:gd name="connsiteX10" fmla="*/ 0 w 2111887"/>
              <a:gd name="connsiteY10" fmla="*/ 268247 h 4564455"/>
              <a:gd name="connsiteX0" fmla="*/ 0 w 2111887"/>
              <a:gd name="connsiteY0" fmla="*/ 268247 h 4564455"/>
              <a:gd name="connsiteX1" fmla="*/ 247217 w 2111887"/>
              <a:gd name="connsiteY1" fmla="*/ 11505 h 4564455"/>
              <a:gd name="connsiteX2" fmla="*/ 612749 w 2111887"/>
              <a:gd name="connsiteY2" fmla="*/ 13886 h 4564455"/>
              <a:gd name="connsiteX3" fmla="*/ 784200 w 2111887"/>
              <a:gd name="connsiteY3" fmla="*/ 59130 h 4564455"/>
              <a:gd name="connsiteX4" fmla="*/ 1103287 w 2111887"/>
              <a:gd name="connsiteY4" fmla="*/ 121042 h 4564455"/>
              <a:gd name="connsiteX5" fmla="*/ 1864670 w 2111887"/>
              <a:gd name="connsiteY5" fmla="*/ 21030 h 4564455"/>
              <a:gd name="connsiteX6" fmla="*/ 2111887 w 2111887"/>
              <a:gd name="connsiteY6" fmla="*/ 268247 h 4564455"/>
              <a:gd name="connsiteX7" fmla="*/ 2111887 w 2111887"/>
              <a:gd name="connsiteY7" fmla="*/ 4317238 h 4564455"/>
              <a:gd name="connsiteX8" fmla="*/ 1864670 w 2111887"/>
              <a:gd name="connsiteY8" fmla="*/ 4564455 h 4564455"/>
              <a:gd name="connsiteX9" fmla="*/ 247217 w 2111887"/>
              <a:gd name="connsiteY9" fmla="*/ 4564455 h 4564455"/>
              <a:gd name="connsiteX10" fmla="*/ 0 w 2111887"/>
              <a:gd name="connsiteY10" fmla="*/ 4317238 h 4564455"/>
              <a:gd name="connsiteX11" fmla="*/ 0 w 2111887"/>
              <a:gd name="connsiteY11" fmla="*/ 268247 h 4564455"/>
              <a:gd name="connsiteX0" fmla="*/ 0 w 2111887"/>
              <a:gd name="connsiteY0" fmla="*/ 268247 h 4564455"/>
              <a:gd name="connsiteX1" fmla="*/ 247217 w 2111887"/>
              <a:gd name="connsiteY1" fmla="*/ 11505 h 4564455"/>
              <a:gd name="connsiteX2" fmla="*/ 612749 w 2111887"/>
              <a:gd name="connsiteY2" fmla="*/ 13886 h 4564455"/>
              <a:gd name="connsiteX3" fmla="*/ 691331 w 2111887"/>
              <a:gd name="connsiteY3" fmla="*/ 101992 h 4564455"/>
              <a:gd name="connsiteX4" fmla="*/ 1103287 w 2111887"/>
              <a:gd name="connsiteY4" fmla="*/ 121042 h 4564455"/>
              <a:gd name="connsiteX5" fmla="*/ 1864670 w 2111887"/>
              <a:gd name="connsiteY5" fmla="*/ 21030 h 4564455"/>
              <a:gd name="connsiteX6" fmla="*/ 2111887 w 2111887"/>
              <a:gd name="connsiteY6" fmla="*/ 268247 h 4564455"/>
              <a:gd name="connsiteX7" fmla="*/ 2111887 w 2111887"/>
              <a:gd name="connsiteY7" fmla="*/ 4317238 h 4564455"/>
              <a:gd name="connsiteX8" fmla="*/ 1864670 w 2111887"/>
              <a:gd name="connsiteY8" fmla="*/ 4564455 h 4564455"/>
              <a:gd name="connsiteX9" fmla="*/ 247217 w 2111887"/>
              <a:gd name="connsiteY9" fmla="*/ 4564455 h 4564455"/>
              <a:gd name="connsiteX10" fmla="*/ 0 w 2111887"/>
              <a:gd name="connsiteY10" fmla="*/ 4317238 h 4564455"/>
              <a:gd name="connsiteX11" fmla="*/ 0 w 2111887"/>
              <a:gd name="connsiteY11" fmla="*/ 268247 h 4564455"/>
              <a:gd name="connsiteX0" fmla="*/ 0 w 2111887"/>
              <a:gd name="connsiteY0" fmla="*/ 268247 h 4564455"/>
              <a:gd name="connsiteX1" fmla="*/ 247217 w 2111887"/>
              <a:gd name="connsiteY1" fmla="*/ 11505 h 4564455"/>
              <a:gd name="connsiteX2" fmla="*/ 612749 w 2111887"/>
              <a:gd name="connsiteY2" fmla="*/ 13886 h 4564455"/>
              <a:gd name="connsiteX3" fmla="*/ 691331 w 2111887"/>
              <a:gd name="connsiteY3" fmla="*/ 101992 h 4564455"/>
              <a:gd name="connsiteX4" fmla="*/ 1103287 w 2111887"/>
              <a:gd name="connsiteY4" fmla="*/ 121042 h 4564455"/>
              <a:gd name="connsiteX5" fmla="*/ 1453331 w 2111887"/>
              <a:gd name="connsiteY5" fmla="*/ 123424 h 4564455"/>
              <a:gd name="connsiteX6" fmla="*/ 1864670 w 2111887"/>
              <a:gd name="connsiteY6" fmla="*/ 21030 h 4564455"/>
              <a:gd name="connsiteX7" fmla="*/ 2111887 w 2111887"/>
              <a:gd name="connsiteY7" fmla="*/ 268247 h 4564455"/>
              <a:gd name="connsiteX8" fmla="*/ 2111887 w 2111887"/>
              <a:gd name="connsiteY8" fmla="*/ 4317238 h 4564455"/>
              <a:gd name="connsiteX9" fmla="*/ 1864670 w 2111887"/>
              <a:gd name="connsiteY9" fmla="*/ 4564455 h 4564455"/>
              <a:gd name="connsiteX10" fmla="*/ 247217 w 2111887"/>
              <a:gd name="connsiteY10" fmla="*/ 4564455 h 4564455"/>
              <a:gd name="connsiteX11" fmla="*/ 0 w 2111887"/>
              <a:gd name="connsiteY11" fmla="*/ 4317238 h 4564455"/>
              <a:gd name="connsiteX12" fmla="*/ 0 w 2111887"/>
              <a:gd name="connsiteY12" fmla="*/ 268247 h 4564455"/>
              <a:gd name="connsiteX0" fmla="*/ 0 w 2111887"/>
              <a:gd name="connsiteY0" fmla="*/ 268247 h 4564455"/>
              <a:gd name="connsiteX1" fmla="*/ 247217 w 2111887"/>
              <a:gd name="connsiteY1" fmla="*/ 11505 h 4564455"/>
              <a:gd name="connsiteX2" fmla="*/ 612749 w 2111887"/>
              <a:gd name="connsiteY2" fmla="*/ 13886 h 4564455"/>
              <a:gd name="connsiteX3" fmla="*/ 691331 w 2111887"/>
              <a:gd name="connsiteY3" fmla="*/ 101992 h 4564455"/>
              <a:gd name="connsiteX4" fmla="*/ 1103287 w 2111887"/>
              <a:gd name="connsiteY4" fmla="*/ 121042 h 4564455"/>
              <a:gd name="connsiteX5" fmla="*/ 1453331 w 2111887"/>
              <a:gd name="connsiteY5" fmla="*/ 123424 h 4564455"/>
              <a:gd name="connsiteX6" fmla="*/ 1600969 w 2111887"/>
              <a:gd name="connsiteY6" fmla="*/ 73418 h 4564455"/>
              <a:gd name="connsiteX7" fmla="*/ 1864670 w 2111887"/>
              <a:gd name="connsiteY7" fmla="*/ 21030 h 4564455"/>
              <a:gd name="connsiteX8" fmla="*/ 2111887 w 2111887"/>
              <a:gd name="connsiteY8" fmla="*/ 268247 h 4564455"/>
              <a:gd name="connsiteX9" fmla="*/ 2111887 w 2111887"/>
              <a:gd name="connsiteY9" fmla="*/ 4317238 h 4564455"/>
              <a:gd name="connsiteX10" fmla="*/ 1864670 w 2111887"/>
              <a:gd name="connsiteY10" fmla="*/ 4564455 h 4564455"/>
              <a:gd name="connsiteX11" fmla="*/ 247217 w 2111887"/>
              <a:gd name="connsiteY11" fmla="*/ 4564455 h 4564455"/>
              <a:gd name="connsiteX12" fmla="*/ 0 w 2111887"/>
              <a:gd name="connsiteY12" fmla="*/ 4317238 h 4564455"/>
              <a:gd name="connsiteX13" fmla="*/ 0 w 2111887"/>
              <a:gd name="connsiteY13" fmla="*/ 268247 h 4564455"/>
              <a:gd name="connsiteX0" fmla="*/ 0 w 2111887"/>
              <a:gd name="connsiteY0" fmla="*/ 271881 h 4568089"/>
              <a:gd name="connsiteX1" fmla="*/ 247217 w 2111887"/>
              <a:gd name="connsiteY1" fmla="*/ 15139 h 4568089"/>
              <a:gd name="connsiteX2" fmla="*/ 612749 w 2111887"/>
              <a:gd name="connsiteY2" fmla="*/ 17520 h 4568089"/>
              <a:gd name="connsiteX3" fmla="*/ 691331 w 2111887"/>
              <a:gd name="connsiteY3" fmla="*/ 105626 h 4568089"/>
              <a:gd name="connsiteX4" fmla="*/ 1103287 w 2111887"/>
              <a:gd name="connsiteY4" fmla="*/ 124676 h 4568089"/>
              <a:gd name="connsiteX5" fmla="*/ 1453331 w 2111887"/>
              <a:gd name="connsiteY5" fmla="*/ 127058 h 4568089"/>
              <a:gd name="connsiteX6" fmla="*/ 1520006 w 2111887"/>
              <a:gd name="connsiteY6" fmla="*/ 12758 h 4568089"/>
              <a:gd name="connsiteX7" fmla="*/ 1864670 w 2111887"/>
              <a:gd name="connsiteY7" fmla="*/ 24664 h 4568089"/>
              <a:gd name="connsiteX8" fmla="*/ 2111887 w 2111887"/>
              <a:gd name="connsiteY8" fmla="*/ 271881 h 4568089"/>
              <a:gd name="connsiteX9" fmla="*/ 2111887 w 2111887"/>
              <a:gd name="connsiteY9" fmla="*/ 4320872 h 4568089"/>
              <a:gd name="connsiteX10" fmla="*/ 1864670 w 2111887"/>
              <a:gd name="connsiteY10" fmla="*/ 4568089 h 4568089"/>
              <a:gd name="connsiteX11" fmla="*/ 247217 w 2111887"/>
              <a:gd name="connsiteY11" fmla="*/ 4568089 h 4568089"/>
              <a:gd name="connsiteX12" fmla="*/ 0 w 2111887"/>
              <a:gd name="connsiteY12" fmla="*/ 4320872 h 4568089"/>
              <a:gd name="connsiteX13" fmla="*/ 0 w 2111887"/>
              <a:gd name="connsiteY13" fmla="*/ 271881 h 4568089"/>
              <a:gd name="connsiteX0" fmla="*/ 0 w 2111887"/>
              <a:gd name="connsiteY0" fmla="*/ 272962 h 4569170"/>
              <a:gd name="connsiteX1" fmla="*/ 247217 w 2111887"/>
              <a:gd name="connsiteY1" fmla="*/ 16220 h 4569170"/>
              <a:gd name="connsiteX2" fmla="*/ 612749 w 2111887"/>
              <a:gd name="connsiteY2" fmla="*/ 18601 h 4569170"/>
              <a:gd name="connsiteX3" fmla="*/ 691331 w 2111887"/>
              <a:gd name="connsiteY3" fmla="*/ 106707 h 4569170"/>
              <a:gd name="connsiteX4" fmla="*/ 1103287 w 2111887"/>
              <a:gd name="connsiteY4" fmla="*/ 125757 h 4569170"/>
              <a:gd name="connsiteX5" fmla="*/ 1453331 w 2111887"/>
              <a:gd name="connsiteY5" fmla="*/ 128139 h 4569170"/>
              <a:gd name="connsiteX6" fmla="*/ 1520006 w 2111887"/>
              <a:gd name="connsiteY6" fmla="*/ 13839 h 4569170"/>
              <a:gd name="connsiteX7" fmla="*/ 1888482 w 2111887"/>
              <a:gd name="connsiteY7" fmla="*/ 23364 h 4569170"/>
              <a:gd name="connsiteX8" fmla="*/ 2111887 w 2111887"/>
              <a:gd name="connsiteY8" fmla="*/ 272962 h 4569170"/>
              <a:gd name="connsiteX9" fmla="*/ 2111887 w 2111887"/>
              <a:gd name="connsiteY9" fmla="*/ 4321953 h 4569170"/>
              <a:gd name="connsiteX10" fmla="*/ 1864670 w 2111887"/>
              <a:gd name="connsiteY10" fmla="*/ 4569170 h 4569170"/>
              <a:gd name="connsiteX11" fmla="*/ 247217 w 2111887"/>
              <a:gd name="connsiteY11" fmla="*/ 4569170 h 4569170"/>
              <a:gd name="connsiteX12" fmla="*/ 0 w 2111887"/>
              <a:gd name="connsiteY12" fmla="*/ 4321953 h 4569170"/>
              <a:gd name="connsiteX13" fmla="*/ 0 w 2111887"/>
              <a:gd name="connsiteY13" fmla="*/ 272962 h 4569170"/>
              <a:gd name="connsiteX0" fmla="*/ 0 w 2111887"/>
              <a:gd name="connsiteY0" fmla="*/ 272962 h 4569170"/>
              <a:gd name="connsiteX1" fmla="*/ 247217 w 2111887"/>
              <a:gd name="connsiteY1" fmla="*/ 16220 h 4569170"/>
              <a:gd name="connsiteX2" fmla="*/ 612749 w 2111887"/>
              <a:gd name="connsiteY2" fmla="*/ 18601 h 4569170"/>
              <a:gd name="connsiteX3" fmla="*/ 693712 w 2111887"/>
              <a:gd name="connsiteY3" fmla="*/ 118613 h 4569170"/>
              <a:gd name="connsiteX4" fmla="*/ 1103287 w 2111887"/>
              <a:gd name="connsiteY4" fmla="*/ 125757 h 4569170"/>
              <a:gd name="connsiteX5" fmla="*/ 1453331 w 2111887"/>
              <a:gd name="connsiteY5" fmla="*/ 128139 h 4569170"/>
              <a:gd name="connsiteX6" fmla="*/ 1520006 w 2111887"/>
              <a:gd name="connsiteY6" fmla="*/ 13839 h 4569170"/>
              <a:gd name="connsiteX7" fmla="*/ 1888482 w 2111887"/>
              <a:gd name="connsiteY7" fmla="*/ 23364 h 4569170"/>
              <a:gd name="connsiteX8" fmla="*/ 2111887 w 2111887"/>
              <a:gd name="connsiteY8" fmla="*/ 272962 h 4569170"/>
              <a:gd name="connsiteX9" fmla="*/ 2111887 w 2111887"/>
              <a:gd name="connsiteY9" fmla="*/ 4321953 h 4569170"/>
              <a:gd name="connsiteX10" fmla="*/ 1864670 w 2111887"/>
              <a:gd name="connsiteY10" fmla="*/ 4569170 h 4569170"/>
              <a:gd name="connsiteX11" fmla="*/ 247217 w 2111887"/>
              <a:gd name="connsiteY11" fmla="*/ 4569170 h 4569170"/>
              <a:gd name="connsiteX12" fmla="*/ 0 w 2111887"/>
              <a:gd name="connsiteY12" fmla="*/ 4321953 h 4569170"/>
              <a:gd name="connsiteX13" fmla="*/ 0 w 2111887"/>
              <a:gd name="connsiteY13" fmla="*/ 272962 h 4569170"/>
              <a:gd name="connsiteX0" fmla="*/ 0 w 2111887"/>
              <a:gd name="connsiteY0" fmla="*/ 272962 h 4569170"/>
              <a:gd name="connsiteX1" fmla="*/ 247217 w 2111887"/>
              <a:gd name="connsiteY1" fmla="*/ 16220 h 4569170"/>
              <a:gd name="connsiteX2" fmla="*/ 598462 w 2111887"/>
              <a:gd name="connsiteY2" fmla="*/ 16220 h 4569170"/>
              <a:gd name="connsiteX3" fmla="*/ 693712 w 2111887"/>
              <a:gd name="connsiteY3" fmla="*/ 118613 h 4569170"/>
              <a:gd name="connsiteX4" fmla="*/ 1103287 w 2111887"/>
              <a:gd name="connsiteY4" fmla="*/ 125757 h 4569170"/>
              <a:gd name="connsiteX5" fmla="*/ 1453331 w 2111887"/>
              <a:gd name="connsiteY5" fmla="*/ 128139 h 4569170"/>
              <a:gd name="connsiteX6" fmla="*/ 1520006 w 2111887"/>
              <a:gd name="connsiteY6" fmla="*/ 13839 h 4569170"/>
              <a:gd name="connsiteX7" fmla="*/ 1888482 w 2111887"/>
              <a:gd name="connsiteY7" fmla="*/ 23364 h 4569170"/>
              <a:gd name="connsiteX8" fmla="*/ 2111887 w 2111887"/>
              <a:gd name="connsiteY8" fmla="*/ 272962 h 4569170"/>
              <a:gd name="connsiteX9" fmla="*/ 2111887 w 2111887"/>
              <a:gd name="connsiteY9" fmla="*/ 4321953 h 4569170"/>
              <a:gd name="connsiteX10" fmla="*/ 1864670 w 2111887"/>
              <a:gd name="connsiteY10" fmla="*/ 4569170 h 4569170"/>
              <a:gd name="connsiteX11" fmla="*/ 247217 w 2111887"/>
              <a:gd name="connsiteY11" fmla="*/ 4569170 h 4569170"/>
              <a:gd name="connsiteX12" fmla="*/ 0 w 2111887"/>
              <a:gd name="connsiteY12" fmla="*/ 4321953 h 4569170"/>
              <a:gd name="connsiteX13" fmla="*/ 0 w 2111887"/>
              <a:gd name="connsiteY13" fmla="*/ 272962 h 4569170"/>
              <a:gd name="connsiteX0" fmla="*/ 0 w 2111887"/>
              <a:gd name="connsiteY0" fmla="*/ 272962 h 4569170"/>
              <a:gd name="connsiteX1" fmla="*/ 247217 w 2111887"/>
              <a:gd name="connsiteY1" fmla="*/ 16220 h 4569170"/>
              <a:gd name="connsiteX2" fmla="*/ 598462 w 2111887"/>
              <a:gd name="connsiteY2" fmla="*/ 16220 h 4569170"/>
              <a:gd name="connsiteX3" fmla="*/ 693712 w 2111887"/>
              <a:gd name="connsiteY3" fmla="*/ 118613 h 4569170"/>
              <a:gd name="connsiteX4" fmla="*/ 1103287 w 2111887"/>
              <a:gd name="connsiteY4" fmla="*/ 125757 h 4569170"/>
              <a:gd name="connsiteX5" fmla="*/ 1453331 w 2111887"/>
              <a:gd name="connsiteY5" fmla="*/ 120995 h 4569170"/>
              <a:gd name="connsiteX6" fmla="*/ 1520006 w 2111887"/>
              <a:gd name="connsiteY6" fmla="*/ 13839 h 4569170"/>
              <a:gd name="connsiteX7" fmla="*/ 1888482 w 2111887"/>
              <a:gd name="connsiteY7" fmla="*/ 23364 h 4569170"/>
              <a:gd name="connsiteX8" fmla="*/ 2111887 w 2111887"/>
              <a:gd name="connsiteY8" fmla="*/ 272962 h 4569170"/>
              <a:gd name="connsiteX9" fmla="*/ 2111887 w 2111887"/>
              <a:gd name="connsiteY9" fmla="*/ 4321953 h 4569170"/>
              <a:gd name="connsiteX10" fmla="*/ 1864670 w 2111887"/>
              <a:gd name="connsiteY10" fmla="*/ 4569170 h 4569170"/>
              <a:gd name="connsiteX11" fmla="*/ 247217 w 2111887"/>
              <a:gd name="connsiteY11" fmla="*/ 4569170 h 4569170"/>
              <a:gd name="connsiteX12" fmla="*/ 0 w 2111887"/>
              <a:gd name="connsiteY12" fmla="*/ 4321953 h 4569170"/>
              <a:gd name="connsiteX13" fmla="*/ 0 w 2111887"/>
              <a:gd name="connsiteY13" fmla="*/ 272962 h 4569170"/>
              <a:gd name="connsiteX0" fmla="*/ 0 w 2111887"/>
              <a:gd name="connsiteY0" fmla="*/ 272962 h 4569170"/>
              <a:gd name="connsiteX1" fmla="*/ 247217 w 2111887"/>
              <a:gd name="connsiteY1" fmla="*/ 16220 h 4569170"/>
              <a:gd name="connsiteX2" fmla="*/ 598462 w 2111887"/>
              <a:gd name="connsiteY2" fmla="*/ 16220 h 4569170"/>
              <a:gd name="connsiteX3" fmla="*/ 693712 w 2111887"/>
              <a:gd name="connsiteY3" fmla="*/ 118613 h 4569170"/>
              <a:gd name="connsiteX4" fmla="*/ 1055662 w 2111887"/>
              <a:gd name="connsiteY4" fmla="*/ 125757 h 4569170"/>
              <a:gd name="connsiteX5" fmla="*/ 1453331 w 2111887"/>
              <a:gd name="connsiteY5" fmla="*/ 120995 h 4569170"/>
              <a:gd name="connsiteX6" fmla="*/ 1520006 w 2111887"/>
              <a:gd name="connsiteY6" fmla="*/ 13839 h 4569170"/>
              <a:gd name="connsiteX7" fmla="*/ 1888482 w 2111887"/>
              <a:gd name="connsiteY7" fmla="*/ 23364 h 4569170"/>
              <a:gd name="connsiteX8" fmla="*/ 2111887 w 2111887"/>
              <a:gd name="connsiteY8" fmla="*/ 272962 h 4569170"/>
              <a:gd name="connsiteX9" fmla="*/ 2111887 w 2111887"/>
              <a:gd name="connsiteY9" fmla="*/ 4321953 h 4569170"/>
              <a:gd name="connsiteX10" fmla="*/ 1864670 w 2111887"/>
              <a:gd name="connsiteY10" fmla="*/ 4569170 h 4569170"/>
              <a:gd name="connsiteX11" fmla="*/ 247217 w 2111887"/>
              <a:gd name="connsiteY11" fmla="*/ 4569170 h 4569170"/>
              <a:gd name="connsiteX12" fmla="*/ 0 w 2111887"/>
              <a:gd name="connsiteY12" fmla="*/ 4321953 h 4569170"/>
              <a:gd name="connsiteX13" fmla="*/ 0 w 2111887"/>
              <a:gd name="connsiteY13" fmla="*/ 272962 h 4569170"/>
              <a:gd name="connsiteX0" fmla="*/ 0 w 2111887"/>
              <a:gd name="connsiteY0" fmla="*/ 272962 h 4569170"/>
              <a:gd name="connsiteX1" fmla="*/ 247217 w 2111887"/>
              <a:gd name="connsiteY1" fmla="*/ 16220 h 4569170"/>
              <a:gd name="connsiteX2" fmla="*/ 598462 w 2111887"/>
              <a:gd name="connsiteY2" fmla="*/ 16220 h 4569170"/>
              <a:gd name="connsiteX3" fmla="*/ 693712 w 2111887"/>
              <a:gd name="connsiteY3" fmla="*/ 118613 h 4569170"/>
              <a:gd name="connsiteX4" fmla="*/ 1055662 w 2111887"/>
              <a:gd name="connsiteY4" fmla="*/ 125757 h 4569170"/>
              <a:gd name="connsiteX5" fmla="*/ 1453331 w 2111887"/>
              <a:gd name="connsiteY5" fmla="*/ 120995 h 4569170"/>
              <a:gd name="connsiteX6" fmla="*/ 1520006 w 2111887"/>
              <a:gd name="connsiteY6" fmla="*/ 13839 h 4569170"/>
              <a:gd name="connsiteX7" fmla="*/ 1888482 w 2111887"/>
              <a:gd name="connsiteY7" fmla="*/ 23364 h 4569170"/>
              <a:gd name="connsiteX8" fmla="*/ 2111887 w 2111887"/>
              <a:gd name="connsiteY8" fmla="*/ 272962 h 4569170"/>
              <a:gd name="connsiteX9" fmla="*/ 2111887 w 2111887"/>
              <a:gd name="connsiteY9" fmla="*/ 4321953 h 4569170"/>
              <a:gd name="connsiteX10" fmla="*/ 1864670 w 2111887"/>
              <a:gd name="connsiteY10" fmla="*/ 4569170 h 4569170"/>
              <a:gd name="connsiteX11" fmla="*/ 247217 w 2111887"/>
              <a:gd name="connsiteY11" fmla="*/ 4569170 h 4569170"/>
              <a:gd name="connsiteX12" fmla="*/ 0 w 2111887"/>
              <a:gd name="connsiteY12" fmla="*/ 4321953 h 4569170"/>
              <a:gd name="connsiteX13" fmla="*/ 0 w 2111887"/>
              <a:gd name="connsiteY13" fmla="*/ 272962 h 4569170"/>
              <a:gd name="connsiteX0" fmla="*/ 0 w 2111887"/>
              <a:gd name="connsiteY0" fmla="*/ 273465 h 4569673"/>
              <a:gd name="connsiteX1" fmla="*/ 247217 w 2111887"/>
              <a:gd name="connsiteY1" fmla="*/ 16723 h 4569673"/>
              <a:gd name="connsiteX2" fmla="*/ 579412 w 2111887"/>
              <a:gd name="connsiteY2" fmla="*/ 9580 h 4569673"/>
              <a:gd name="connsiteX3" fmla="*/ 693712 w 2111887"/>
              <a:gd name="connsiteY3" fmla="*/ 119116 h 4569673"/>
              <a:gd name="connsiteX4" fmla="*/ 1055662 w 2111887"/>
              <a:gd name="connsiteY4" fmla="*/ 126260 h 4569673"/>
              <a:gd name="connsiteX5" fmla="*/ 1453331 w 2111887"/>
              <a:gd name="connsiteY5" fmla="*/ 121498 h 4569673"/>
              <a:gd name="connsiteX6" fmla="*/ 1520006 w 2111887"/>
              <a:gd name="connsiteY6" fmla="*/ 14342 h 4569673"/>
              <a:gd name="connsiteX7" fmla="*/ 1888482 w 2111887"/>
              <a:gd name="connsiteY7" fmla="*/ 23867 h 4569673"/>
              <a:gd name="connsiteX8" fmla="*/ 2111887 w 2111887"/>
              <a:gd name="connsiteY8" fmla="*/ 273465 h 4569673"/>
              <a:gd name="connsiteX9" fmla="*/ 2111887 w 2111887"/>
              <a:gd name="connsiteY9" fmla="*/ 4322456 h 4569673"/>
              <a:gd name="connsiteX10" fmla="*/ 1864670 w 2111887"/>
              <a:gd name="connsiteY10" fmla="*/ 4569673 h 4569673"/>
              <a:gd name="connsiteX11" fmla="*/ 247217 w 2111887"/>
              <a:gd name="connsiteY11" fmla="*/ 4569673 h 4569673"/>
              <a:gd name="connsiteX12" fmla="*/ 0 w 2111887"/>
              <a:gd name="connsiteY12" fmla="*/ 4322456 h 4569673"/>
              <a:gd name="connsiteX13" fmla="*/ 0 w 2111887"/>
              <a:gd name="connsiteY13" fmla="*/ 273465 h 4569673"/>
              <a:gd name="connsiteX0" fmla="*/ 0 w 2111887"/>
              <a:gd name="connsiteY0" fmla="*/ 274360 h 4570568"/>
              <a:gd name="connsiteX1" fmla="*/ 235311 w 2111887"/>
              <a:gd name="connsiteY1" fmla="*/ 15237 h 4570568"/>
              <a:gd name="connsiteX2" fmla="*/ 579412 w 2111887"/>
              <a:gd name="connsiteY2" fmla="*/ 10475 h 4570568"/>
              <a:gd name="connsiteX3" fmla="*/ 693712 w 2111887"/>
              <a:gd name="connsiteY3" fmla="*/ 120011 h 4570568"/>
              <a:gd name="connsiteX4" fmla="*/ 1055662 w 2111887"/>
              <a:gd name="connsiteY4" fmla="*/ 127155 h 4570568"/>
              <a:gd name="connsiteX5" fmla="*/ 1453331 w 2111887"/>
              <a:gd name="connsiteY5" fmla="*/ 122393 h 4570568"/>
              <a:gd name="connsiteX6" fmla="*/ 1520006 w 2111887"/>
              <a:gd name="connsiteY6" fmla="*/ 15237 h 4570568"/>
              <a:gd name="connsiteX7" fmla="*/ 1888482 w 2111887"/>
              <a:gd name="connsiteY7" fmla="*/ 24762 h 4570568"/>
              <a:gd name="connsiteX8" fmla="*/ 2111887 w 2111887"/>
              <a:gd name="connsiteY8" fmla="*/ 274360 h 4570568"/>
              <a:gd name="connsiteX9" fmla="*/ 2111887 w 2111887"/>
              <a:gd name="connsiteY9" fmla="*/ 4323351 h 4570568"/>
              <a:gd name="connsiteX10" fmla="*/ 1864670 w 2111887"/>
              <a:gd name="connsiteY10" fmla="*/ 4570568 h 4570568"/>
              <a:gd name="connsiteX11" fmla="*/ 247217 w 2111887"/>
              <a:gd name="connsiteY11" fmla="*/ 4570568 h 4570568"/>
              <a:gd name="connsiteX12" fmla="*/ 0 w 2111887"/>
              <a:gd name="connsiteY12" fmla="*/ 4323351 h 4570568"/>
              <a:gd name="connsiteX13" fmla="*/ 0 w 2111887"/>
              <a:gd name="connsiteY13" fmla="*/ 274360 h 4570568"/>
              <a:gd name="connsiteX0" fmla="*/ 0 w 2111887"/>
              <a:gd name="connsiteY0" fmla="*/ 274360 h 4570568"/>
              <a:gd name="connsiteX1" fmla="*/ 235311 w 2111887"/>
              <a:gd name="connsiteY1" fmla="*/ 15237 h 4570568"/>
              <a:gd name="connsiteX2" fmla="*/ 579412 w 2111887"/>
              <a:gd name="connsiteY2" fmla="*/ 10475 h 4570568"/>
              <a:gd name="connsiteX3" fmla="*/ 693712 w 2111887"/>
              <a:gd name="connsiteY3" fmla="*/ 120011 h 4570568"/>
              <a:gd name="connsiteX4" fmla="*/ 1055662 w 2111887"/>
              <a:gd name="connsiteY4" fmla="*/ 127155 h 4570568"/>
              <a:gd name="connsiteX5" fmla="*/ 1453331 w 2111887"/>
              <a:gd name="connsiteY5" fmla="*/ 122393 h 4570568"/>
              <a:gd name="connsiteX6" fmla="*/ 1520006 w 2111887"/>
              <a:gd name="connsiteY6" fmla="*/ 15237 h 4570568"/>
              <a:gd name="connsiteX7" fmla="*/ 1888482 w 2111887"/>
              <a:gd name="connsiteY7" fmla="*/ 24762 h 4570568"/>
              <a:gd name="connsiteX8" fmla="*/ 2111887 w 2111887"/>
              <a:gd name="connsiteY8" fmla="*/ 274360 h 4570568"/>
              <a:gd name="connsiteX9" fmla="*/ 2111887 w 2111887"/>
              <a:gd name="connsiteY9" fmla="*/ 4323351 h 4570568"/>
              <a:gd name="connsiteX10" fmla="*/ 1864670 w 2111887"/>
              <a:gd name="connsiteY10" fmla="*/ 4570568 h 4570568"/>
              <a:gd name="connsiteX11" fmla="*/ 247217 w 2111887"/>
              <a:gd name="connsiteY11" fmla="*/ 4570568 h 4570568"/>
              <a:gd name="connsiteX12" fmla="*/ 0 w 2111887"/>
              <a:gd name="connsiteY12" fmla="*/ 4323351 h 4570568"/>
              <a:gd name="connsiteX13" fmla="*/ 0 w 2111887"/>
              <a:gd name="connsiteY13" fmla="*/ 274360 h 4570568"/>
              <a:gd name="connsiteX0" fmla="*/ 0 w 2111887"/>
              <a:gd name="connsiteY0" fmla="*/ 274360 h 4570568"/>
              <a:gd name="connsiteX1" fmla="*/ 235311 w 2111887"/>
              <a:gd name="connsiteY1" fmla="*/ 15237 h 4570568"/>
              <a:gd name="connsiteX2" fmla="*/ 579412 w 2111887"/>
              <a:gd name="connsiteY2" fmla="*/ 10475 h 4570568"/>
              <a:gd name="connsiteX3" fmla="*/ 693712 w 2111887"/>
              <a:gd name="connsiteY3" fmla="*/ 120011 h 4570568"/>
              <a:gd name="connsiteX4" fmla="*/ 1055662 w 2111887"/>
              <a:gd name="connsiteY4" fmla="*/ 127155 h 4570568"/>
              <a:gd name="connsiteX5" fmla="*/ 1453331 w 2111887"/>
              <a:gd name="connsiteY5" fmla="*/ 122393 h 4570568"/>
              <a:gd name="connsiteX6" fmla="*/ 1520006 w 2111887"/>
              <a:gd name="connsiteY6" fmla="*/ 15237 h 4570568"/>
              <a:gd name="connsiteX7" fmla="*/ 1888482 w 2111887"/>
              <a:gd name="connsiteY7" fmla="*/ 24762 h 4570568"/>
              <a:gd name="connsiteX8" fmla="*/ 2111887 w 2111887"/>
              <a:gd name="connsiteY8" fmla="*/ 274360 h 4570568"/>
              <a:gd name="connsiteX9" fmla="*/ 2111887 w 2111887"/>
              <a:gd name="connsiteY9" fmla="*/ 4323351 h 4570568"/>
              <a:gd name="connsiteX10" fmla="*/ 1864670 w 2111887"/>
              <a:gd name="connsiteY10" fmla="*/ 4570568 h 4570568"/>
              <a:gd name="connsiteX11" fmla="*/ 247217 w 2111887"/>
              <a:gd name="connsiteY11" fmla="*/ 4570568 h 4570568"/>
              <a:gd name="connsiteX12" fmla="*/ 0 w 2111887"/>
              <a:gd name="connsiteY12" fmla="*/ 4323351 h 4570568"/>
              <a:gd name="connsiteX13" fmla="*/ 0 w 2111887"/>
              <a:gd name="connsiteY13" fmla="*/ 274360 h 4570568"/>
              <a:gd name="connsiteX0" fmla="*/ 0 w 2111887"/>
              <a:gd name="connsiteY0" fmla="*/ 274360 h 4570568"/>
              <a:gd name="connsiteX1" fmla="*/ 235311 w 2111887"/>
              <a:gd name="connsiteY1" fmla="*/ 15237 h 4570568"/>
              <a:gd name="connsiteX2" fmla="*/ 579412 w 2111887"/>
              <a:gd name="connsiteY2" fmla="*/ 10475 h 4570568"/>
              <a:gd name="connsiteX3" fmla="*/ 698474 w 2111887"/>
              <a:gd name="connsiteY3" fmla="*/ 122393 h 4570568"/>
              <a:gd name="connsiteX4" fmla="*/ 1055662 w 2111887"/>
              <a:gd name="connsiteY4" fmla="*/ 127155 h 4570568"/>
              <a:gd name="connsiteX5" fmla="*/ 1453331 w 2111887"/>
              <a:gd name="connsiteY5" fmla="*/ 122393 h 4570568"/>
              <a:gd name="connsiteX6" fmla="*/ 1520006 w 2111887"/>
              <a:gd name="connsiteY6" fmla="*/ 15237 h 4570568"/>
              <a:gd name="connsiteX7" fmla="*/ 1888482 w 2111887"/>
              <a:gd name="connsiteY7" fmla="*/ 24762 h 4570568"/>
              <a:gd name="connsiteX8" fmla="*/ 2111887 w 2111887"/>
              <a:gd name="connsiteY8" fmla="*/ 274360 h 4570568"/>
              <a:gd name="connsiteX9" fmla="*/ 2111887 w 2111887"/>
              <a:gd name="connsiteY9" fmla="*/ 4323351 h 4570568"/>
              <a:gd name="connsiteX10" fmla="*/ 1864670 w 2111887"/>
              <a:gd name="connsiteY10" fmla="*/ 4570568 h 4570568"/>
              <a:gd name="connsiteX11" fmla="*/ 247217 w 2111887"/>
              <a:gd name="connsiteY11" fmla="*/ 4570568 h 4570568"/>
              <a:gd name="connsiteX12" fmla="*/ 0 w 2111887"/>
              <a:gd name="connsiteY12" fmla="*/ 4323351 h 4570568"/>
              <a:gd name="connsiteX13" fmla="*/ 0 w 2111887"/>
              <a:gd name="connsiteY13" fmla="*/ 274360 h 4570568"/>
              <a:gd name="connsiteX0" fmla="*/ 0 w 2111887"/>
              <a:gd name="connsiteY0" fmla="*/ 274360 h 4570568"/>
              <a:gd name="connsiteX1" fmla="*/ 235311 w 2111887"/>
              <a:gd name="connsiteY1" fmla="*/ 15237 h 4570568"/>
              <a:gd name="connsiteX2" fmla="*/ 579412 w 2111887"/>
              <a:gd name="connsiteY2" fmla="*/ 10475 h 4570568"/>
              <a:gd name="connsiteX3" fmla="*/ 698474 w 2111887"/>
              <a:gd name="connsiteY3" fmla="*/ 122393 h 4570568"/>
              <a:gd name="connsiteX4" fmla="*/ 1055662 w 2111887"/>
              <a:gd name="connsiteY4" fmla="*/ 127155 h 4570568"/>
              <a:gd name="connsiteX5" fmla="*/ 1427138 w 2111887"/>
              <a:gd name="connsiteY5" fmla="*/ 124774 h 4570568"/>
              <a:gd name="connsiteX6" fmla="*/ 1520006 w 2111887"/>
              <a:gd name="connsiteY6" fmla="*/ 15237 h 4570568"/>
              <a:gd name="connsiteX7" fmla="*/ 1888482 w 2111887"/>
              <a:gd name="connsiteY7" fmla="*/ 24762 h 4570568"/>
              <a:gd name="connsiteX8" fmla="*/ 2111887 w 2111887"/>
              <a:gd name="connsiteY8" fmla="*/ 274360 h 4570568"/>
              <a:gd name="connsiteX9" fmla="*/ 2111887 w 2111887"/>
              <a:gd name="connsiteY9" fmla="*/ 4323351 h 4570568"/>
              <a:gd name="connsiteX10" fmla="*/ 1864670 w 2111887"/>
              <a:gd name="connsiteY10" fmla="*/ 4570568 h 4570568"/>
              <a:gd name="connsiteX11" fmla="*/ 247217 w 2111887"/>
              <a:gd name="connsiteY11" fmla="*/ 4570568 h 4570568"/>
              <a:gd name="connsiteX12" fmla="*/ 0 w 2111887"/>
              <a:gd name="connsiteY12" fmla="*/ 4323351 h 4570568"/>
              <a:gd name="connsiteX13" fmla="*/ 0 w 2111887"/>
              <a:gd name="connsiteY13" fmla="*/ 274360 h 4570568"/>
              <a:gd name="connsiteX0" fmla="*/ 0 w 2111887"/>
              <a:gd name="connsiteY0" fmla="*/ 275652 h 4571860"/>
              <a:gd name="connsiteX1" fmla="*/ 235311 w 2111887"/>
              <a:gd name="connsiteY1" fmla="*/ 16529 h 4571860"/>
              <a:gd name="connsiteX2" fmla="*/ 579412 w 2111887"/>
              <a:gd name="connsiteY2" fmla="*/ 11767 h 4571860"/>
              <a:gd name="connsiteX3" fmla="*/ 698474 w 2111887"/>
              <a:gd name="connsiteY3" fmla="*/ 123685 h 4571860"/>
              <a:gd name="connsiteX4" fmla="*/ 1055662 w 2111887"/>
              <a:gd name="connsiteY4" fmla="*/ 128447 h 4571860"/>
              <a:gd name="connsiteX5" fmla="*/ 1427138 w 2111887"/>
              <a:gd name="connsiteY5" fmla="*/ 126066 h 4571860"/>
              <a:gd name="connsiteX6" fmla="*/ 1520006 w 2111887"/>
              <a:gd name="connsiteY6" fmla="*/ 11766 h 4571860"/>
              <a:gd name="connsiteX7" fmla="*/ 1888482 w 2111887"/>
              <a:gd name="connsiteY7" fmla="*/ 26054 h 4571860"/>
              <a:gd name="connsiteX8" fmla="*/ 2111887 w 2111887"/>
              <a:gd name="connsiteY8" fmla="*/ 275652 h 4571860"/>
              <a:gd name="connsiteX9" fmla="*/ 2111887 w 2111887"/>
              <a:gd name="connsiteY9" fmla="*/ 4324643 h 4571860"/>
              <a:gd name="connsiteX10" fmla="*/ 1864670 w 2111887"/>
              <a:gd name="connsiteY10" fmla="*/ 4571860 h 4571860"/>
              <a:gd name="connsiteX11" fmla="*/ 247217 w 2111887"/>
              <a:gd name="connsiteY11" fmla="*/ 4571860 h 4571860"/>
              <a:gd name="connsiteX12" fmla="*/ 0 w 2111887"/>
              <a:gd name="connsiteY12" fmla="*/ 4324643 h 4571860"/>
              <a:gd name="connsiteX13" fmla="*/ 0 w 2111887"/>
              <a:gd name="connsiteY13" fmla="*/ 275652 h 4571860"/>
              <a:gd name="connsiteX0" fmla="*/ 0 w 2111887"/>
              <a:gd name="connsiteY0" fmla="*/ 277724 h 4573932"/>
              <a:gd name="connsiteX1" fmla="*/ 235311 w 2111887"/>
              <a:gd name="connsiteY1" fmla="*/ 18601 h 4573932"/>
              <a:gd name="connsiteX2" fmla="*/ 579412 w 2111887"/>
              <a:gd name="connsiteY2" fmla="*/ 13839 h 4573932"/>
              <a:gd name="connsiteX3" fmla="*/ 698474 w 2111887"/>
              <a:gd name="connsiteY3" fmla="*/ 125757 h 4573932"/>
              <a:gd name="connsiteX4" fmla="*/ 1055662 w 2111887"/>
              <a:gd name="connsiteY4" fmla="*/ 130519 h 4573932"/>
              <a:gd name="connsiteX5" fmla="*/ 1427138 w 2111887"/>
              <a:gd name="connsiteY5" fmla="*/ 128138 h 4573932"/>
              <a:gd name="connsiteX6" fmla="*/ 1520006 w 2111887"/>
              <a:gd name="connsiteY6" fmla="*/ 13838 h 4573932"/>
              <a:gd name="connsiteX7" fmla="*/ 1895626 w 2111887"/>
              <a:gd name="connsiteY7" fmla="*/ 23364 h 4573932"/>
              <a:gd name="connsiteX8" fmla="*/ 2111887 w 2111887"/>
              <a:gd name="connsiteY8" fmla="*/ 277724 h 4573932"/>
              <a:gd name="connsiteX9" fmla="*/ 2111887 w 2111887"/>
              <a:gd name="connsiteY9" fmla="*/ 4326715 h 4573932"/>
              <a:gd name="connsiteX10" fmla="*/ 1864670 w 2111887"/>
              <a:gd name="connsiteY10" fmla="*/ 4573932 h 4573932"/>
              <a:gd name="connsiteX11" fmla="*/ 247217 w 2111887"/>
              <a:gd name="connsiteY11" fmla="*/ 4573932 h 4573932"/>
              <a:gd name="connsiteX12" fmla="*/ 0 w 2111887"/>
              <a:gd name="connsiteY12" fmla="*/ 4326715 h 4573932"/>
              <a:gd name="connsiteX13" fmla="*/ 0 w 2111887"/>
              <a:gd name="connsiteY13" fmla="*/ 277724 h 4573932"/>
              <a:gd name="connsiteX0" fmla="*/ 0 w 2111887"/>
              <a:gd name="connsiteY0" fmla="*/ 277724 h 4573932"/>
              <a:gd name="connsiteX1" fmla="*/ 235311 w 2111887"/>
              <a:gd name="connsiteY1" fmla="*/ 18601 h 4573932"/>
              <a:gd name="connsiteX2" fmla="*/ 579412 w 2111887"/>
              <a:gd name="connsiteY2" fmla="*/ 13839 h 4573932"/>
              <a:gd name="connsiteX3" fmla="*/ 762768 w 2111887"/>
              <a:gd name="connsiteY3" fmla="*/ 28126 h 4573932"/>
              <a:gd name="connsiteX4" fmla="*/ 1055662 w 2111887"/>
              <a:gd name="connsiteY4" fmla="*/ 130519 h 4573932"/>
              <a:gd name="connsiteX5" fmla="*/ 1427138 w 2111887"/>
              <a:gd name="connsiteY5" fmla="*/ 128138 h 4573932"/>
              <a:gd name="connsiteX6" fmla="*/ 1520006 w 2111887"/>
              <a:gd name="connsiteY6" fmla="*/ 13838 h 4573932"/>
              <a:gd name="connsiteX7" fmla="*/ 1895626 w 2111887"/>
              <a:gd name="connsiteY7" fmla="*/ 23364 h 4573932"/>
              <a:gd name="connsiteX8" fmla="*/ 2111887 w 2111887"/>
              <a:gd name="connsiteY8" fmla="*/ 277724 h 4573932"/>
              <a:gd name="connsiteX9" fmla="*/ 2111887 w 2111887"/>
              <a:gd name="connsiteY9" fmla="*/ 4326715 h 4573932"/>
              <a:gd name="connsiteX10" fmla="*/ 1864670 w 2111887"/>
              <a:gd name="connsiteY10" fmla="*/ 4573932 h 4573932"/>
              <a:gd name="connsiteX11" fmla="*/ 247217 w 2111887"/>
              <a:gd name="connsiteY11" fmla="*/ 4573932 h 4573932"/>
              <a:gd name="connsiteX12" fmla="*/ 0 w 2111887"/>
              <a:gd name="connsiteY12" fmla="*/ 4326715 h 4573932"/>
              <a:gd name="connsiteX13" fmla="*/ 0 w 2111887"/>
              <a:gd name="connsiteY13" fmla="*/ 277724 h 4573932"/>
              <a:gd name="connsiteX0" fmla="*/ 0 w 2111887"/>
              <a:gd name="connsiteY0" fmla="*/ 271997 h 4568205"/>
              <a:gd name="connsiteX1" fmla="*/ 235311 w 2111887"/>
              <a:gd name="connsiteY1" fmla="*/ 12874 h 4568205"/>
              <a:gd name="connsiteX2" fmla="*/ 579412 w 2111887"/>
              <a:gd name="connsiteY2" fmla="*/ 8112 h 4568205"/>
              <a:gd name="connsiteX3" fmla="*/ 762768 w 2111887"/>
              <a:gd name="connsiteY3" fmla="*/ 22399 h 4568205"/>
              <a:gd name="connsiteX4" fmla="*/ 1055662 w 2111887"/>
              <a:gd name="connsiteY4" fmla="*/ 124792 h 4568205"/>
              <a:gd name="connsiteX5" fmla="*/ 1272357 w 2111887"/>
              <a:gd name="connsiteY5" fmla="*/ 22398 h 4568205"/>
              <a:gd name="connsiteX6" fmla="*/ 1520006 w 2111887"/>
              <a:gd name="connsiteY6" fmla="*/ 8111 h 4568205"/>
              <a:gd name="connsiteX7" fmla="*/ 1895626 w 2111887"/>
              <a:gd name="connsiteY7" fmla="*/ 17637 h 4568205"/>
              <a:gd name="connsiteX8" fmla="*/ 2111887 w 2111887"/>
              <a:gd name="connsiteY8" fmla="*/ 271997 h 4568205"/>
              <a:gd name="connsiteX9" fmla="*/ 2111887 w 2111887"/>
              <a:gd name="connsiteY9" fmla="*/ 4320988 h 4568205"/>
              <a:gd name="connsiteX10" fmla="*/ 1864670 w 2111887"/>
              <a:gd name="connsiteY10" fmla="*/ 4568205 h 4568205"/>
              <a:gd name="connsiteX11" fmla="*/ 247217 w 2111887"/>
              <a:gd name="connsiteY11" fmla="*/ 4568205 h 4568205"/>
              <a:gd name="connsiteX12" fmla="*/ 0 w 2111887"/>
              <a:gd name="connsiteY12" fmla="*/ 4320988 h 4568205"/>
              <a:gd name="connsiteX13" fmla="*/ 0 w 2111887"/>
              <a:gd name="connsiteY13" fmla="*/ 271997 h 4568205"/>
              <a:gd name="connsiteX0" fmla="*/ 0 w 2111887"/>
              <a:gd name="connsiteY0" fmla="*/ 271997 h 4568205"/>
              <a:gd name="connsiteX1" fmla="*/ 235311 w 2111887"/>
              <a:gd name="connsiteY1" fmla="*/ 12874 h 4568205"/>
              <a:gd name="connsiteX2" fmla="*/ 579412 w 2111887"/>
              <a:gd name="connsiteY2" fmla="*/ 8112 h 4568205"/>
              <a:gd name="connsiteX3" fmla="*/ 762768 w 2111887"/>
              <a:gd name="connsiteY3" fmla="*/ 22399 h 4568205"/>
              <a:gd name="connsiteX4" fmla="*/ 1046137 w 2111887"/>
              <a:gd name="connsiteY4" fmla="*/ 15255 h 4568205"/>
              <a:gd name="connsiteX5" fmla="*/ 1272357 w 2111887"/>
              <a:gd name="connsiteY5" fmla="*/ 22398 h 4568205"/>
              <a:gd name="connsiteX6" fmla="*/ 1520006 w 2111887"/>
              <a:gd name="connsiteY6" fmla="*/ 8111 h 4568205"/>
              <a:gd name="connsiteX7" fmla="*/ 1895626 w 2111887"/>
              <a:gd name="connsiteY7" fmla="*/ 17637 h 4568205"/>
              <a:gd name="connsiteX8" fmla="*/ 2111887 w 2111887"/>
              <a:gd name="connsiteY8" fmla="*/ 271997 h 4568205"/>
              <a:gd name="connsiteX9" fmla="*/ 2111887 w 2111887"/>
              <a:gd name="connsiteY9" fmla="*/ 4320988 h 4568205"/>
              <a:gd name="connsiteX10" fmla="*/ 1864670 w 2111887"/>
              <a:gd name="connsiteY10" fmla="*/ 4568205 h 4568205"/>
              <a:gd name="connsiteX11" fmla="*/ 247217 w 2111887"/>
              <a:gd name="connsiteY11" fmla="*/ 4568205 h 4568205"/>
              <a:gd name="connsiteX12" fmla="*/ 0 w 2111887"/>
              <a:gd name="connsiteY12" fmla="*/ 4320988 h 4568205"/>
              <a:gd name="connsiteX13" fmla="*/ 0 w 2111887"/>
              <a:gd name="connsiteY13" fmla="*/ 271997 h 4568205"/>
              <a:gd name="connsiteX0" fmla="*/ 0 w 2111887"/>
              <a:gd name="connsiteY0" fmla="*/ 271997 h 4568205"/>
              <a:gd name="connsiteX1" fmla="*/ 235311 w 2111887"/>
              <a:gd name="connsiteY1" fmla="*/ 12874 h 4568205"/>
              <a:gd name="connsiteX2" fmla="*/ 579412 w 2111887"/>
              <a:gd name="connsiteY2" fmla="*/ 8112 h 4568205"/>
              <a:gd name="connsiteX3" fmla="*/ 762768 w 2111887"/>
              <a:gd name="connsiteY3" fmla="*/ 22399 h 4568205"/>
              <a:gd name="connsiteX4" fmla="*/ 1272357 w 2111887"/>
              <a:gd name="connsiteY4" fmla="*/ 22398 h 4568205"/>
              <a:gd name="connsiteX5" fmla="*/ 1520006 w 2111887"/>
              <a:gd name="connsiteY5" fmla="*/ 8111 h 4568205"/>
              <a:gd name="connsiteX6" fmla="*/ 1895626 w 2111887"/>
              <a:gd name="connsiteY6" fmla="*/ 17637 h 4568205"/>
              <a:gd name="connsiteX7" fmla="*/ 2111887 w 2111887"/>
              <a:gd name="connsiteY7" fmla="*/ 271997 h 4568205"/>
              <a:gd name="connsiteX8" fmla="*/ 2111887 w 2111887"/>
              <a:gd name="connsiteY8" fmla="*/ 4320988 h 4568205"/>
              <a:gd name="connsiteX9" fmla="*/ 1864670 w 2111887"/>
              <a:gd name="connsiteY9" fmla="*/ 4568205 h 4568205"/>
              <a:gd name="connsiteX10" fmla="*/ 247217 w 2111887"/>
              <a:gd name="connsiteY10" fmla="*/ 4568205 h 4568205"/>
              <a:gd name="connsiteX11" fmla="*/ 0 w 2111887"/>
              <a:gd name="connsiteY11" fmla="*/ 4320988 h 4568205"/>
              <a:gd name="connsiteX12" fmla="*/ 0 w 2111887"/>
              <a:gd name="connsiteY12" fmla="*/ 271997 h 4568205"/>
              <a:gd name="connsiteX0" fmla="*/ 0 w 2111887"/>
              <a:gd name="connsiteY0" fmla="*/ 275715 h 4571923"/>
              <a:gd name="connsiteX1" fmla="*/ 235311 w 2111887"/>
              <a:gd name="connsiteY1" fmla="*/ 16592 h 4571923"/>
              <a:gd name="connsiteX2" fmla="*/ 762768 w 2111887"/>
              <a:gd name="connsiteY2" fmla="*/ 26117 h 4571923"/>
              <a:gd name="connsiteX3" fmla="*/ 1272357 w 2111887"/>
              <a:gd name="connsiteY3" fmla="*/ 26116 h 4571923"/>
              <a:gd name="connsiteX4" fmla="*/ 1520006 w 2111887"/>
              <a:gd name="connsiteY4" fmla="*/ 11829 h 4571923"/>
              <a:gd name="connsiteX5" fmla="*/ 1895626 w 2111887"/>
              <a:gd name="connsiteY5" fmla="*/ 21355 h 4571923"/>
              <a:gd name="connsiteX6" fmla="*/ 2111887 w 2111887"/>
              <a:gd name="connsiteY6" fmla="*/ 275715 h 4571923"/>
              <a:gd name="connsiteX7" fmla="*/ 2111887 w 2111887"/>
              <a:gd name="connsiteY7" fmla="*/ 4324706 h 4571923"/>
              <a:gd name="connsiteX8" fmla="*/ 1864670 w 2111887"/>
              <a:gd name="connsiteY8" fmla="*/ 4571923 h 4571923"/>
              <a:gd name="connsiteX9" fmla="*/ 247217 w 2111887"/>
              <a:gd name="connsiteY9" fmla="*/ 4571923 h 4571923"/>
              <a:gd name="connsiteX10" fmla="*/ 0 w 2111887"/>
              <a:gd name="connsiteY10" fmla="*/ 4324706 h 4571923"/>
              <a:gd name="connsiteX11" fmla="*/ 0 w 2111887"/>
              <a:gd name="connsiteY11" fmla="*/ 275715 h 4571923"/>
              <a:gd name="connsiteX0" fmla="*/ 0 w 2111887"/>
              <a:gd name="connsiteY0" fmla="*/ 275289 h 4571497"/>
              <a:gd name="connsiteX1" fmla="*/ 235311 w 2111887"/>
              <a:gd name="connsiteY1" fmla="*/ 16166 h 4571497"/>
              <a:gd name="connsiteX2" fmla="*/ 1272357 w 2111887"/>
              <a:gd name="connsiteY2" fmla="*/ 25690 h 4571497"/>
              <a:gd name="connsiteX3" fmla="*/ 1520006 w 2111887"/>
              <a:gd name="connsiteY3" fmla="*/ 11403 h 4571497"/>
              <a:gd name="connsiteX4" fmla="*/ 1895626 w 2111887"/>
              <a:gd name="connsiteY4" fmla="*/ 20929 h 4571497"/>
              <a:gd name="connsiteX5" fmla="*/ 2111887 w 2111887"/>
              <a:gd name="connsiteY5" fmla="*/ 275289 h 4571497"/>
              <a:gd name="connsiteX6" fmla="*/ 2111887 w 2111887"/>
              <a:gd name="connsiteY6" fmla="*/ 4324280 h 4571497"/>
              <a:gd name="connsiteX7" fmla="*/ 1864670 w 2111887"/>
              <a:gd name="connsiteY7" fmla="*/ 4571497 h 4571497"/>
              <a:gd name="connsiteX8" fmla="*/ 247217 w 2111887"/>
              <a:gd name="connsiteY8" fmla="*/ 4571497 h 4571497"/>
              <a:gd name="connsiteX9" fmla="*/ 0 w 2111887"/>
              <a:gd name="connsiteY9" fmla="*/ 4324280 h 4571497"/>
              <a:gd name="connsiteX10" fmla="*/ 0 w 2111887"/>
              <a:gd name="connsiteY10" fmla="*/ 275289 h 4571497"/>
              <a:gd name="connsiteX0" fmla="*/ 0 w 2111887"/>
              <a:gd name="connsiteY0" fmla="*/ 280184 h 4576392"/>
              <a:gd name="connsiteX1" fmla="*/ 235311 w 2111887"/>
              <a:gd name="connsiteY1" fmla="*/ 21061 h 4576392"/>
              <a:gd name="connsiteX2" fmla="*/ 1520006 w 2111887"/>
              <a:gd name="connsiteY2" fmla="*/ 16298 h 4576392"/>
              <a:gd name="connsiteX3" fmla="*/ 1895626 w 2111887"/>
              <a:gd name="connsiteY3" fmla="*/ 25824 h 4576392"/>
              <a:gd name="connsiteX4" fmla="*/ 2111887 w 2111887"/>
              <a:gd name="connsiteY4" fmla="*/ 280184 h 4576392"/>
              <a:gd name="connsiteX5" fmla="*/ 2111887 w 2111887"/>
              <a:gd name="connsiteY5" fmla="*/ 4329175 h 4576392"/>
              <a:gd name="connsiteX6" fmla="*/ 1864670 w 2111887"/>
              <a:gd name="connsiteY6" fmla="*/ 4576392 h 4576392"/>
              <a:gd name="connsiteX7" fmla="*/ 247217 w 2111887"/>
              <a:gd name="connsiteY7" fmla="*/ 4576392 h 4576392"/>
              <a:gd name="connsiteX8" fmla="*/ 0 w 2111887"/>
              <a:gd name="connsiteY8" fmla="*/ 4329175 h 4576392"/>
              <a:gd name="connsiteX9" fmla="*/ 0 w 2111887"/>
              <a:gd name="connsiteY9" fmla="*/ 280184 h 4576392"/>
              <a:gd name="connsiteX0" fmla="*/ 0 w 2111887"/>
              <a:gd name="connsiteY0" fmla="*/ 288917 h 4585125"/>
              <a:gd name="connsiteX1" fmla="*/ 235311 w 2111887"/>
              <a:gd name="connsiteY1" fmla="*/ 29794 h 4585125"/>
              <a:gd name="connsiteX2" fmla="*/ 1895626 w 2111887"/>
              <a:gd name="connsiteY2" fmla="*/ 34557 h 4585125"/>
              <a:gd name="connsiteX3" fmla="*/ 2111887 w 2111887"/>
              <a:gd name="connsiteY3" fmla="*/ 288917 h 4585125"/>
              <a:gd name="connsiteX4" fmla="*/ 2111887 w 2111887"/>
              <a:gd name="connsiteY4" fmla="*/ 4337908 h 4585125"/>
              <a:gd name="connsiteX5" fmla="*/ 1864670 w 2111887"/>
              <a:gd name="connsiteY5" fmla="*/ 4585125 h 4585125"/>
              <a:gd name="connsiteX6" fmla="*/ 247217 w 2111887"/>
              <a:gd name="connsiteY6" fmla="*/ 4585125 h 4585125"/>
              <a:gd name="connsiteX7" fmla="*/ 0 w 2111887"/>
              <a:gd name="connsiteY7" fmla="*/ 4337908 h 4585125"/>
              <a:gd name="connsiteX8" fmla="*/ 0 w 2111887"/>
              <a:gd name="connsiteY8" fmla="*/ 288917 h 4585125"/>
              <a:gd name="connsiteX0" fmla="*/ 0 w 2111887"/>
              <a:gd name="connsiteY0" fmla="*/ 316063 h 4612271"/>
              <a:gd name="connsiteX1" fmla="*/ 235311 w 2111887"/>
              <a:gd name="connsiteY1" fmla="*/ 56940 h 4612271"/>
              <a:gd name="connsiteX2" fmla="*/ 1888483 w 2111887"/>
              <a:gd name="connsiteY2" fmla="*/ 18841 h 4612271"/>
              <a:gd name="connsiteX3" fmla="*/ 2111887 w 2111887"/>
              <a:gd name="connsiteY3" fmla="*/ 316063 h 4612271"/>
              <a:gd name="connsiteX4" fmla="*/ 2111887 w 2111887"/>
              <a:gd name="connsiteY4" fmla="*/ 4365054 h 4612271"/>
              <a:gd name="connsiteX5" fmla="*/ 1864670 w 2111887"/>
              <a:gd name="connsiteY5" fmla="*/ 4612271 h 4612271"/>
              <a:gd name="connsiteX6" fmla="*/ 247217 w 2111887"/>
              <a:gd name="connsiteY6" fmla="*/ 4612271 h 4612271"/>
              <a:gd name="connsiteX7" fmla="*/ 0 w 2111887"/>
              <a:gd name="connsiteY7" fmla="*/ 4365054 h 4612271"/>
              <a:gd name="connsiteX8" fmla="*/ 0 w 2111887"/>
              <a:gd name="connsiteY8" fmla="*/ 316063 h 4612271"/>
              <a:gd name="connsiteX0" fmla="*/ 0 w 2111887"/>
              <a:gd name="connsiteY0" fmla="*/ 327050 h 4623258"/>
              <a:gd name="connsiteX1" fmla="*/ 223404 w 2111887"/>
              <a:gd name="connsiteY1" fmla="*/ 34589 h 4623258"/>
              <a:gd name="connsiteX2" fmla="*/ 1888483 w 2111887"/>
              <a:gd name="connsiteY2" fmla="*/ 29828 h 4623258"/>
              <a:gd name="connsiteX3" fmla="*/ 2111887 w 2111887"/>
              <a:gd name="connsiteY3" fmla="*/ 327050 h 4623258"/>
              <a:gd name="connsiteX4" fmla="*/ 2111887 w 2111887"/>
              <a:gd name="connsiteY4" fmla="*/ 4376041 h 4623258"/>
              <a:gd name="connsiteX5" fmla="*/ 1864670 w 2111887"/>
              <a:gd name="connsiteY5" fmla="*/ 4623258 h 4623258"/>
              <a:gd name="connsiteX6" fmla="*/ 247217 w 2111887"/>
              <a:gd name="connsiteY6" fmla="*/ 4623258 h 4623258"/>
              <a:gd name="connsiteX7" fmla="*/ 0 w 2111887"/>
              <a:gd name="connsiteY7" fmla="*/ 4376041 h 4623258"/>
              <a:gd name="connsiteX8" fmla="*/ 0 w 2111887"/>
              <a:gd name="connsiteY8" fmla="*/ 327050 h 4623258"/>
              <a:gd name="connsiteX0" fmla="*/ 0 w 2111887"/>
              <a:gd name="connsiteY0" fmla="*/ 318359 h 4614567"/>
              <a:gd name="connsiteX1" fmla="*/ 223404 w 2111887"/>
              <a:gd name="connsiteY1" fmla="*/ 25898 h 4614567"/>
              <a:gd name="connsiteX2" fmla="*/ 1888483 w 2111887"/>
              <a:gd name="connsiteY2" fmla="*/ 21137 h 4614567"/>
              <a:gd name="connsiteX3" fmla="*/ 2111887 w 2111887"/>
              <a:gd name="connsiteY3" fmla="*/ 318359 h 4614567"/>
              <a:gd name="connsiteX4" fmla="*/ 2111887 w 2111887"/>
              <a:gd name="connsiteY4" fmla="*/ 4367350 h 4614567"/>
              <a:gd name="connsiteX5" fmla="*/ 1864670 w 2111887"/>
              <a:gd name="connsiteY5" fmla="*/ 4614567 h 4614567"/>
              <a:gd name="connsiteX6" fmla="*/ 247217 w 2111887"/>
              <a:gd name="connsiteY6" fmla="*/ 4614567 h 4614567"/>
              <a:gd name="connsiteX7" fmla="*/ 0 w 2111887"/>
              <a:gd name="connsiteY7" fmla="*/ 4367350 h 4614567"/>
              <a:gd name="connsiteX8" fmla="*/ 0 w 2111887"/>
              <a:gd name="connsiteY8" fmla="*/ 318359 h 4614567"/>
              <a:gd name="connsiteX0" fmla="*/ 0 w 2111887"/>
              <a:gd name="connsiteY0" fmla="*/ 308933 h 4605141"/>
              <a:gd name="connsiteX1" fmla="*/ 223404 w 2111887"/>
              <a:gd name="connsiteY1" fmla="*/ 16472 h 4605141"/>
              <a:gd name="connsiteX2" fmla="*/ 1888483 w 2111887"/>
              <a:gd name="connsiteY2" fmla="*/ 11711 h 4605141"/>
              <a:gd name="connsiteX3" fmla="*/ 2111887 w 2111887"/>
              <a:gd name="connsiteY3" fmla="*/ 308933 h 4605141"/>
              <a:gd name="connsiteX4" fmla="*/ 2111887 w 2111887"/>
              <a:gd name="connsiteY4" fmla="*/ 4357924 h 4605141"/>
              <a:gd name="connsiteX5" fmla="*/ 1864670 w 2111887"/>
              <a:gd name="connsiteY5" fmla="*/ 4605141 h 4605141"/>
              <a:gd name="connsiteX6" fmla="*/ 247217 w 2111887"/>
              <a:gd name="connsiteY6" fmla="*/ 4605141 h 4605141"/>
              <a:gd name="connsiteX7" fmla="*/ 0 w 2111887"/>
              <a:gd name="connsiteY7" fmla="*/ 4357924 h 4605141"/>
              <a:gd name="connsiteX8" fmla="*/ 0 w 2111887"/>
              <a:gd name="connsiteY8" fmla="*/ 308933 h 4605141"/>
              <a:gd name="connsiteX0" fmla="*/ 0 w 2111887"/>
              <a:gd name="connsiteY0" fmla="*/ 308933 h 4605141"/>
              <a:gd name="connsiteX1" fmla="*/ 223404 w 2111887"/>
              <a:gd name="connsiteY1" fmla="*/ 16472 h 4605141"/>
              <a:gd name="connsiteX2" fmla="*/ 1888483 w 2111887"/>
              <a:gd name="connsiteY2" fmla="*/ 11711 h 4605141"/>
              <a:gd name="connsiteX3" fmla="*/ 2111887 w 2111887"/>
              <a:gd name="connsiteY3" fmla="*/ 308933 h 4605141"/>
              <a:gd name="connsiteX4" fmla="*/ 2111887 w 2111887"/>
              <a:gd name="connsiteY4" fmla="*/ 4357924 h 4605141"/>
              <a:gd name="connsiteX5" fmla="*/ 1864670 w 2111887"/>
              <a:gd name="connsiteY5" fmla="*/ 4605141 h 4605141"/>
              <a:gd name="connsiteX6" fmla="*/ 247217 w 2111887"/>
              <a:gd name="connsiteY6" fmla="*/ 4605141 h 4605141"/>
              <a:gd name="connsiteX7" fmla="*/ 0 w 2111887"/>
              <a:gd name="connsiteY7" fmla="*/ 4357924 h 4605141"/>
              <a:gd name="connsiteX8" fmla="*/ 0 w 2111887"/>
              <a:gd name="connsiteY8" fmla="*/ 308933 h 4605141"/>
              <a:gd name="connsiteX0" fmla="*/ 0 w 2119031"/>
              <a:gd name="connsiteY0" fmla="*/ 292265 h 4605141"/>
              <a:gd name="connsiteX1" fmla="*/ 230548 w 2119031"/>
              <a:gd name="connsiteY1" fmla="*/ 16472 h 4605141"/>
              <a:gd name="connsiteX2" fmla="*/ 1895627 w 2119031"/>
              <a:gd name="connsiteY2" fmla="*/ 11711 h 4605141"/>
              <a:gd name="connsiteX3" fmla="*/ 2119031 w 2119031"/>
              <a:gd name="connsiteY3" fmla="*/ 308933 h 4605141"/>
              <a:gd name="connsiteX4" fmla="*/ 2119031 w 2119031"/>
              <a:gd name="connsiteY4" fmla="*/ 4357924 h 4605141"/>
              <a:gd name="connsiteX5" fmla="*/ 1871814 w 2119031"/>
              <a:gd name="connsiteY5" fmla="*/ 4605141 h 4605141"/>
              <a:gd name="connsiteX6" fmla="*/ 254361 w 2119031"/>
              <a:gd name="connsiteY6" fmla="*/ 4605141 h 4605141"/>
              <a:gd name="connsiteX7" fmla="*/ 7144 w 2119031"/>
              <a:gd name="connsiteY7" fmla="*/ 4357924 h 4605141"/>
              <a:gd name="connsiteX8" fmla="*/ 0 w 2119031"/>
              <a:gd name="connsiteY8" fmla="*/ 292265 h 4605141"/>
              <a:gd name="connsiteX0" fmla="*/ 0 w 2128556"/>
              <a:gd name="connsiteY0" fmla="*/ 292265 h 4605141"/>
              <a:gd name="connsiteX1" fmla="*/ 230548 w 2128556"/>
              <a:gd name="connsiteY1" fmla="*/ 16472 h 4605141"/>
              <a:gd name="connsiteX2" fmla="*/ 1895627 w 2128556"/>
              <a:gd name="connsiteY2" fmla="*/ 11711 h 4605141"/>
              <a:gd name="connsiteX3" fmla="*/ 2128556 w 2128556"/>
              <a:gd name="connsiteY3" fmla="*/ 297027 h 4605141"/>
              <a:gd name="connsiteX4" fmla="*/ 2119031 w 2128556"/>
              <a:gd name="connsiteY4" fmla="*/ 4357924 h 4605141"/>
              <a:gd name="connsiteX5" fmla="*/ 1871814 w 2128556"/>
              <a:gd name="connsiteY5" fmla="*/ 4605141 h 4605141"/>
              <a:gd name="connsiteX6" fmla="*/ 254361 w 2128556"/>
              <a:gd name="connsiteY6" fmla="*/ 4605141 h 4605141"/>
              <a:gd name="connsiteX7" fmla="*/ 7144 w 2128556"/>
              <a:gd name="connsiteY7" fmla="*/ 4357924 h 4605141"/>
              <a:gd name="connsiteX8" fmla="*/ 0 w 2128556"/>
              <a:gd name="connsiteY8" fmla="*/ 292265 h 4605141"/>
              <a:gd name="connsiteX0" fmla="*/ 0 w 2128556"/>
              <a:gd name="connsiteY0" fmla="*/ 292265 h 4605141"/>
              <a:gd name="connsiteX1" fmla="*/ 230548 w 2128556"/>
              <a:gd name="connsiteY1" fmla="*/ 16472 h 4605141"/>
              <a:gd name="connsiteX2" fmla="*/ 1895627 w 2128556"/>
              <a:gd name="connsiteY2" fmla="*/ 11711 h 4605141"/>
              <a:gd name="connsiteX3" fmla="*/ 2128556 w 2128556"/>
              <a:gd name="connsiteY3" fmla="*/ 297027 h 4605141"/>
              <a:gd name="connsiteX4" fmla="*/ 2128556 w 2128556"/>
              <a:gd name="connsiteY4" fmla="*/ 4360305 h 4605141"/>
              <a:gd name="connsiteX5" fmla="*/ 1871814 w 2128556"/>
              <a:gd name="connsiteY5" fmla="*/ 4605141 h 4605141"/>
              <a:gd name="connsiteX6" fmla="*/ 254361 w 2128556"/>
              <a:gd name="connsiteY6" fmla="*/ 4605141 h 4605141"/>
              <a:gd name="connsiteX7" fmla="*/ 7144 w 2128556"/>
              <a:gd name="connsiteY7" fmla="*/ 4357924 h 4605141"/>
              <a:gd name="connsiteX8" fmla="*/ 0 w 2128556"/>
              <a:gd name="connsiteY8" fmla="*/ 292265 h 4605141"/>
              <a:gd name="connsiteX0" fmla="*/ 0 w 2128556"/>
              <a:gd name="connsiteY0" fmla="*/ 292265 h 4626572"/>
              <a:gd name="connsiteX1" fmla="*/ 230548 w 2128556"/>
              <a:gd name="connsiteY1" fmla="*/ 16472 h 4626572"/>
              <a:gd name="connsiteX2" fmla="*/ 1895627 w 2128556"/>
              <a:gd name="connsiteY2" fmla="*/ 11711 h 4626572"/>
              <a:gd name="connsiteX3" fmla="*/ 2128556 w 2128556"/>
              <a:gd name="connsiteY3" fmla="*/ 297027 h 4626572"/>
              <a:gd name="connsiteX4" fmla="*/ 2128556 w 2128556"/>
              <a:gd name="connsiteY4" fmla="*/ 4360305 h 4626572"/>
              <a:gd name="connsiteX5" fmla="*/ 1867051 w 2128556"/>
              <a:gd name="connsiteY5" fmla="*/ 4626572 h 4626572"/>
              <a:gd name="connsiteX6" fmla="*/ 254361 w 2128556"/>
              <a:gd name="connsiteY6" fmla="*/ 4605141 h 4626572"/>
              <a:gd name="connsiteX7" fmla="*/ 7144 w 2128556"/>
              <a:gd name="connsiteY7" fmla="*/ 4357924 h 4626572"/>
              <a:gd name="connsiteX8" fmla="*/ 0 w 2128556"/>
              <a:gd name="connsiteY8" fmla="*/ 292265 h 4626572"/>
              <a:gd name="connsiteX0" fmla="*/ 0 w 2128556"/>
              <a:gd name="connsiteY0" fmla="*/ 292265 h 4626572"/>
              <a:gd name="connsiteX1" fmla="*/ 230548 w 2128556"/>
              <a:gd name="connsiteY1" fmla="*/ 16472 h 4626572"/>
              <a:gd name="connsiteX2" fmla="*/ 1895627 w 2128556"/>
              <a:gd name="connsiteY2" fmla="*/ 11711 h 4626572"/>
              <a:gd name="connsiteX3" fmla="*/ 2128556 w 2128556"/>
              <a:gd name="connsiteY3" fmla="*/ 297027 h 4626572"/>
              <a:gd name="connsiteX4" fmla="*/ 2128556 w 2128556"/>
              <a:gd name="connsiteY4" fmla="*/ 4360305 h 4626572"/>
              <a:gd name="connsiteX5" fmla="*/ 1867051 w 2128556"/>
              <a:gd name="connsiteY5" fmla="*/ 4626572 h 4626572"/>
              <a:gd name="connsiteX6" fmla="*/ 254361 w 2128556"/>
              <a:gd name="connsiteY6" fmla="*/ 4624191 h 4626572"/>
              <a:gd name="connsiteX7" fmla="*/ 7144 w 2128556"/>
              <a:gd name="connsiteY7" fmla="*/ 4357924 h 4626572"/>
              <a:gd name="connsiteX8" fmla="*/ 0 w 2128556"/>
              <a:gd name="connsiteY8" fmla="*/ 292265 h 4626572"/>
              <a:gd name="connsiteX0" fmla="*/ 2874 w 2131430"/>
              <a:gd name="connsiteY0" fmla="*/ 292265 h 4626572"/>
              <a:gd name="connsiteX1" fmla="*/ 233422 w 2131430"/>
              <a:gd name="connsiteY1" fmla="*/ 16472 h 4626572"/>
              <a:gd name="connsiteX2" fmla="*/ 1898501 w 2131430"/>
              <a:gd name="connsiteY2" fmla="*/ 11711 h 4626572"/>
              <a:gd name="connsiteX3" fmla="*/ 2131430 w 2131430"/>
              <a:gd name="connsiteY3" fmla="*/ 297027 h 4626572"/>
              <a:gd name="connsiteX4" fmla="*/ 2131430 w 2131430"/>
              <a:gd name="connsiteY4" fmla="*/ 4360305 h 4626572"/>
              <a:gd name="connsiteX5" fmla="*/ 1869925 w 2131430"/>
              <a:gd name="connsiteY5" fmla="*/ 4626572 h 4626572"/>
              <a:gd name="connsiteX6" fmla="*/ 257235 w 2131430"/>
              <a:gd name="connsiteY6" fmla="*/ 4624191 h 4626572"/>
              <a:gd name="connsiteX7" fmla="*/ 493 w 2131430"/>
              <a:gd name="connsiteY7" fmla="*/ 4357924 h 4626572"/>
              <a:gd name="connsiteX8" fmla="*/ 2874 w 2131430"/>
              <a:gd name="connsiteY8" fmla="*/ 292265 h 4626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1430" h="4626572">
                <a:moveTo>
                  <a:pt x="2874" y="292265"/>
                </a:moveTo>
                <a:cubicBezTo>
                  <a:pt x="2874" y="155731"/>
                  <a:pt x="101650" y="18853"/>
                  <a:pt x="233422" y="16472"/>
                </a:cubicBezTo>
                <a:cubicBezTo>
                  <a:pt x="556504" y="2654"/>
                  <a:pt x="1580975" y="-10045"/>
                  <a:pt x="1898501" y="11711"/>
                </a:cubicBezTo>
                <a:cubicBezTo>
                  <a:pt x="2042179" y="21236"/>
                  <a:pt x="2131430" y="160493"/>
                  <a:pt x="2131430" y="297027"/>
                </a:cubicBezTo>
                <a:lnTo>
                  <a:pt x="2131430" y="4360305"/>
                </a:lnTo>
                <a:cubicBezTo>
                  <a:pt x="2131430" y="4496839"/>
                  <a:pt x="2006459" y="4626572"/>
                  <a:pt x="1869925" y="4626572"/>
                </a:cubicBezTo>
                <a:lnTo>
                  <a:pt x="257235" y="4624191"/>
                </a:lnTo>
                <a:cubicBezTo>
                  <a:pt x="120701" y="4624191"/>
                  <a:pt x="493" y="4494458"/>
                  <a:pt x="493" y="4357924"/>
                </a:cubicBezTo>
                <a:cubicBezTo>
                  <a:pt x="-1888" y="3002704"/>
                  <a:pt x="5255" y="1647485"/>
                  <a:pt x="2874" y="292265"/>
                </a:cubicBezTo>
                <a:close/>
              </a:path>
            </a:pathLst>
          </a:custGeom>
          <a:solidFill>
            <a:schemeClr val="bg1">
              <a:lumMod val="95000"/>
            </a:schemeClr>
          </a:solidFill>
        </p:spPr>
        <p:txBody>
          <a:bodyPr anchor="ctr" anchorCtr="0"/>
          <a:lstStyle>
            <a:lvl1pPr marL="0" indent="0" algn="ctr">
              <a:buNone/>
              <a:defRPr/>
            </a:lvl1pPr>
          </a:lstStyle>
          <a:p>
            <a:r>
              <a:rPr lang="en-US"/>
              <a:t>Thêm ảnh</a:t>
            </a:r>
          </a:p>
        </p:txBody>
      </p:sp>
      <p:sp>
        <p:nvSpPr>
          <p:cNvPr id="15" name="Picture Placeholder 1">
            <a:extLst>
              <a:ext uri="{FF2B5EF4-FFF2-40B4-BE49-F238E27FC236}">
                <a16:creationId xmlns:a16="http://schemas.microsoft.com/office/drawing/2014/main" id="{88786B7F-DEAA-9BB7-8BD3-B3780EB61BCA}"/>
              </a:ext>
            </a:extLst>
          </p:cNvPr>
          <p:cNvSpPr>
            <a:spLocks noGrp="1"/>
          </p:cNvSpPr>
          <p:nvPr>
            <p:ph type="pic" sz="quarter" idx="16" hasCustomPrompt="1"/>
          </p:nvPr>
        </p:nvSpPr>
        <p:spPr>
          <a:xfrm>
            <a:off x="9255760" y="1200818"/>
            <a:ext cx="534445" cy="155541"/>
          </a:xfrm>
          <a:custGeom>
            <a:avLst/>
            <a:gdLst>
              <a:gd name="connsiteX0" fmla="*/ 0 w 2111887"/>
              <a:gd name="connsiteY0" fmla="*/ 247217 h 4543425"/>
              <a:gd name="connsiteX1" fmla="*/ 247217 w 2111887"/>
              <a:gd name="connsiteY1" fmla="*/ 0 h 4543425"/>
              <a:gd name="connsiteX2" fmla="*/ 1864670 w 2111887"/>
              <a:gd name="connsiteY2" fmla="*/ 0 h 4543425"/>
              <a:gd name="connsiteX3" fmla="*/ 2111887 w 2111887"/>
              <a:gd name="connsiteY3" fmla="*/ 247217 h 4543425"/>
              <a:gd name="connsiteX4" fmla="*/ 2111887 w 2111887"/>
              <a:gd name="connsiteY4" fmla="*/ 4296208 h 4543425"/>
              <a:gd name="connsiteX5" fmla="*/ 1864670 w 2111887"/>
              <a:gd name="connsiteY5" fmla="*/ 4543425 h 4543425"/>
              <a:gd name="connsiteX6" fmla="*/ 247217 w 2111887"/>
              <a:gd name="connsiteY6" fmla="*/ 4543425 h 4543425"/>
              <a:gd name="connsiteX7" fmla="*/ 0 w 2111887"/>
              <a:gd name="connsiteY7" fmla="*/ 4296208 h 4543425"/>
              <a:gd name="connsiteX8" fmla="*/ 0 w 2111887"/>
              <a:gd name="connsiteY8" fmla="*/ 247217 h 4543425"/>
              <a:gd name="connsiteX0" fmla="*/ 0 w 2111887"/>
              <a:gd name="connsiteY0" fmla="*/ 247221 h 4543429"/>
              <a:gd name="connsiteX1" fmla="*/ 247217 w 2111887"/>
              <a:gd name="connsiteY1" fmla="*/ 4 h 4543429"/>
              <a:gd name="connsiteX2" fmla="*/ 1103287 w 2111887"/>
              <a:gd name="connsiteY2" fmla="*/ 100016 h 4543429"/>
              <a:gd name="connsiteX3" fmla="*/ 1864670 w 2111887"/>
              <a:gd name="connsiteY3" fmla="*/ 4 h 4543429"/>
              <a:gd name="connsiteX4" fmla="*/ 2111887 w 2111887"/>
              <a:gd name="connsiteY4" fmla="*/ 247221 h 4543429"/>
              <a:gd name="connsiteX5" fmla="*/ 2111887 w 2111887"/>
              <a:gd name="connsiteY5" fmla="*/ 4296212 h 4543429"/>
              <a:gd name="connsiteX6" fmla="*/ 1864670 w 2111887"/>
              <a:gd name="connsiteY6" fmla="*/ 4543429 h 4543429"/>
              <a:gd name="connsiteX7" fmla="*/ 247217 w 2111887"/>
              <a:gd name="connsiteY7" fmla="*/ 4543429 h 4543429"/>
              <a:gd name="connsiteX8" fmla="*/ 0 w 2111887"/>
              <a:gd name="connsiteY8" fmla="*/ 4296212 h 4543429"/>
              <a:gd name="connsiteX9" fmla="*/ 0 w 2111887"/>
              <a:gd name="connsiteY9" fmla="*/ 247221 h 4543429"/>
              <a:gd name="connsiteX0" fmla="*/ 0 w 2111887"/>
              <a:gd name="connsiteY0" fmla="*/ 264906 h 4561114"/>
              <a:gd name="connsiteX1" fmla="*/ 247217 w 2111887"/>
              <a:gd name="connsiteY1" fmla="*/ 17689 h 4561114"/>
              <a:gd name="connsiteX2" fmla="*/ 665137 w 2111887"/>
              <a:gd name="connsiteY2" fmla="*/ 22451 h 4561114"/>
              <a:gd name="connsiteX3" fmla="*/ 1103287 w 2111887"/>
              <a:gd name="connsiteY3" fmla="*/ 117701 h 4561114"/>
              <a:gd name="connsiteX4" fmla="*/ 1864670 w 2111887"/>
              <a:gd name="connsiteY4" fmla="*/ 17689 h 4561114"/>
              <a:gd name="connsiteX5" fmla="*/ 2111887 w 2111887"/>
              <a:gd name="connsiteY5" fmla="*/ 264906 h 4561114"/>
              <a:gd name="connsiteX6" fmla="*/ 2111887 w 2111887"/>
              <a:gd name="connsiteY6" fmla="*/ 4313897 h 4561114"/>
              <a:gd name="connsiteX7" fmla="*/ 1864670 w 2111887"/>
              <a:gd name="connsiteY7" fmla="*/ 4561114 h 4561114"/>
              <a:gd name="connsiteX8" fmla="*/ 247217 w 2111887"/>
              <a:gd name="connsiteY8" fmla="*/ 4561114 h 4561114"/>
              <a:gd name="connsiteX9" fmla="*/ 0 w 2111887"/>
              <a:gd name="connsiteY9" fmla="*/ 4313897 h 4561114"/>
              <a:gd name="connsiteX10" fmla="*/ 0 w 2111887"/>
              <a:gd name="connsiteY10" fmla="*/ 264906 h 4561114"/>
              <a:gd name="connsiteX0" fmla="*/ 0 w 2111887"/>
              <a:gd name="connsiteY0" fmla="*/ 269676 h 4565884"/>
              <a:gd name="connsiteX1" fmla="*/ 247217 w 2111887"/>
              <a:gd name="connsiteY1" fmla="*/ 22459 h 4565884"/>
              <a:gd name="connsiteX2" fmla="*/ 612749 w 2111887"/>
              <a:gd name="connsiteY2" fmla="*/ 15315 h 4565884"/>
              <a:gd name="connsiteX3" fmla="*/ 1103287 w 2111887"/>
              <a:gd name="connsiteY3" fmla="*/ 122471 h 4565884"/>
              <a:gd name="connsiteX4" fmla="*/ 1864670 w 2111887"/>
              <a:gd name="connsiteY4" fmla="*/ 22459 h 4565884"/>
              <a:gd name="connsiteX5" fmla="*/ 2111887 w 2111887"/>
              <a:gd name="connsiteY5" fmla="*/ 269676 h 4565884"/>
              <a:gd name="connsiteX6" fmla="*/ 2111887 w 2111887"/>
              <a:gd name="connsiteY6" fmla="*/ 4318667 h 4565884"/>
              <a:gd name="connsiteX7" fmla="*/ 1864670 w 2111887"/>
              <a:gd name="connsiteY7" fmla="*/ 4565884 h 4565884"/>
              <a:gd name="connsiteX8" fmla="*/ 247217 w 2111887"/>
              <a:gd name="connsiteY8" fmla="*/ 4565884 h 4565884"/>
              <a:gd name="connsiteX9" fmla="*/ 0 w 2111887"/>
              <a:gd name="connsiteY9" fmla="*/ 4318667 h 4565884"/>
              <a:gd name="connsiteX10" fmla="*/ 0 w 2111887"/>
              <a:gd name="connsiteY10" fmla="*/ 269676 h 4565884"/>
              <a:gd name="connsiteX0" fmla="*/ 0 w 2111887"/>
              <a:gd name="connsiteY0" fmla="*/ 275247 h 4571455"/>
              <a:gd name="connsiteX1" fmla="*/ 247217 w 2111887"/>
              <a:gd name="connsiteY1" fmla="*/ 18505 h 4571455"/>
              <a:gd name="connsiteX2" fmla="*/ 612749 w 2111887"/>
              <a:gd name="connsiteY2" fmla="*/ 20886 h 4571455"/>
              <a:gd name="connsiteX3" fmla="*/ 1103287 w 2111887"/>
              <a:gd name="connsiteY3" fmla="*/ 128042 h 4571455"/>
              <a:gd name="connsiteX4" fmla="*/ 1864670 w 2111887"/>
              <a:gd name="connsiteY4" fmla="*/ 28030 h 4571455"/>
              <a:gd name="connsiteX5" fmla="*/ 2111887 w 2111887"/>
              <a:gd name="connsiteY5" fmla="*/ 275247 h 4571455"/>
              <a:gd name="connsiteX6" fmla="*/ 2111887 w 2111887"/>
              <a:gd name="connsiteY6" fmla="*/ 4324238 h 4571455"/>
              <a:gd name="connsiteX7" fmla="*/ 1864670 w 2111887"/>
              <a:gd name="connsiteY7" fmla="*/ 4571455 h 4571455"/>
              <a:gd name="connsiteX8" fmla="*/ 247217 w 2111887"/>
              <a:gd name="connsiteY8" fmla="*/ 4571455 h 4571455"/>
              <a:gd name="connsiteX9" fmla="*/ 0 w 2111887"/>
              <a:gd name="connsiteY9" fmla="*/ 4324238 h 4571455"/>
              <a:gd name="connsiteX10" fmla="*/ 0 w 2111887"/>
              <a:gd name="connsiteY10" fmla="*/ 275247 h 4571455"/>
              <a:gd name="connsiteX0" fmla="*/ 0 w 2111887"/>
              <a:gd name="connsiteY0" fmla="*/ 268247 h 4564455"/>
              <a:gd name="connsiteX1" fmla="*/ 247217 w 2111887"/>
              <a:gd name="connsiteY1" fmla="*/ 11505 h 4564455"/>
              <a:gd name="connsiteX2" fmla="*/ 612749 w 2111887"/>
              <a:gd name="connsiteY2" fmla="*/ 13886 h 4564455"/>
              <a:gd name="connsiteX3" fmla="*/ 1103287 w 2111887"/>
              <a:gd name="connsiteY3" fmla="*/ 121042 h 4564455"/>
              <a:gd name="connsiteX4" fmla="*/ 1864670 w 2111887"/>
              <a:gd name="connsiteY4" fmla="*/ 21030 h 4564455"/>
              <a:gd name="connsiteX5" fmla="*/ 2111887 w 2111887"/>
              <a:gd name="connsiteY5" fmla="*/ 268247 h 4564455"/>
              <a:gd name="connsiteX6" fmla="*/ 2111887 w 2111887"/>
              <a:gd name="connsiteY6" fmla="*/ 4317238 h 4564455"/>
              <a:gd name="connsiteX7" fmla="*/ 1864670 w 2111887"/>
              <a:gd name="connsiteY7" fmla="*/ 4564455 h 4564455"/>
              <a:gd name="connsiteX8" fmla="*/ 247217 w 2111887"/>
              <a:gd name="connsiteY8" fmla="*/ 4564455 h 4564455"/>
              <a:gd name="connsiteX9" fmla="*/ 0 w 2111887"/>
              <a:gd name="connsiteY9" fmla="*/ 4317238 h 4564455"/>
              <a:gd name="connsiteX10" fmla="*/ 0 w 2111887"/>
              <a:gd name="connsiteY10" fmla="*/ 268247 h 4564455"/>
              <a:gd name="connsiteX0" fmla="*/ 0 w 2111887"/>
              <a:gd name="connsiteY0" fmla="*/ 268247 h 4564455"/>
              <a:gd name="connsiteX1" fmla="*/ 247217 w 2111887"/>
              <a:gd name="connsiteY1" fmla="*/ 11505 h 4564455"/>
              <a:gd name="connsiteX2" fmla="*/ 612749 w 2111887"/>
              <a:gd name="connsiteY2" fmla="*/ 13886 h 4564455"/>
              <a:gd name="connsiteX3" fmla="*/ 784200 w 2111887"/>
              <a:gd name="connsiteY3" fmla="*/ 59130 h 4564455"/>
              <a:gd name="connsiteX4" fmla="*/ 1103287 w 2111887"/>
              <a:gd name="connsiteY4" fmla="*/ 121042 h 4564455"/>
              <a:gd name="connsiteX5" fmla="*/ 1864670 w 2111887"/>
              <a:gd name="connsiteY5" fmla="*/ 21030 h 4564455"/>
              <a:gd name="connsiteX6" fmla="*/ 2111887 w 2111887"/>
              <a:gd name="connsiteY6" fmla="*/ 268247 h 4564455"/>
              <a:gd name="connsiteX7" fmla="*/ 2111887 w 2111887"/>
              <a:gd name="connsiteY7" fmla="*/ 4317238 h 4564455"/>
              <a:gd name="connsiteX8" fmla="*/ 1864670 w 2111887"/>
              <a:gd name="connsiteY8" fmla="*/ 4564455 h 4564455"/>
              <a:gd name="connsiteX9" fmla="*/ 247217 w 2111887"/>
              <a:gd name="connsiteY9" fmla="*/ 4564455 h 4564455"/>
              <a:gd name="connsiteX10" fmla="*/ 0 w 2111887"/>
              <a:gd name="connsiteY10" fmla="*/ 4317238 h 4564455"/>
              <a:gd name="connsiteX11" fmla="*/ 0 w 2111887"/>
              <a:gd name="connsiteY11" fmla="*/ 268247 h 4564455"/>
              <a:gd name="connsiteX0" fmla="*/ 0 w 2111887"/>
              <a:gd name="connsiteY0" fmla="*/ 268247 h 4564455"/>
              <a:gd name="connsiteX1" fmla="*/ 247217 w 2111887"/>
              <a:gd name="connsiteY1" fmla="*/ 11505 h 4564455"/>
              <a:gd name="connsiteX2" fmla="*/ 612749 w 2111887"/>
              <a:gd name="connsiteY2" fmla="*/ 13886 h 4564455"/>
              <a:gd name="connsiteX3" fmla="*/ 691331 w 2111887"/>
              <a:gd name="connsiteY3" fmla="*/ 101992 h 4564455"/>
              <a:gd name="connsiteX4" fmla="*/ 1103287 w 2111887"/>
              <a:gd name="connsiteY4" fmla="*/ 121042 h 4564455"/>
              <a:gd name="connsiteX5" fmla="*/ 1864670 w 2111887"/>
              <a:gd name="connsiteY5" fmla="*/ 21030 h 4564455"/>
              <a:gd name="connsiteX6" fmla="*/ 2111887 w 2111887"/>
              <a:gd name="connsiteY6" fmla="*/ 268247 h 4564455"/>
              <a:gd name="connsiteX7" fmla="*/ 2111887 w 2111887"/>
              <a:gd name="connsiteY7" fmla="*/ 4317238 h 4564455"/>
              <a:gd name="connsiteX8" fmla="*/ 1864670 w 2111887"/>
              <a:gd name="connsiteY8" fmla="*/ 4564455 h 4564455"/>
              <a:gd name="connsiteX9" fmla="*/ 247217 w 2111887"/>
              <a:gd name="connsiteY9" fmla="*/ 4564455 h 4564455"/>
              <a:gd name="connsiteX10" fmla="*/ 0 w 2111887"/>
              <a:gd name="connsiteY10" fmla="*/ 4317238 h 4564455"/>
              <a:gd name="connsiteX11" fmla="*/ 0 w 2111887"/>
              <a:gd name="connsiteY11" fmla="*/ 268247 h 4564455"/>
              <a:gd name="connsiteX0" fmla="*/ 0 w 2111887"/>
              <a:gd name="connsiteY0" fmla="*/ 268247 h 4564455"/>
              <a:gd name="connsiteX1" fmla="*/ 247217 w 2111887"/>
              <a:gd name="connsiteY1" fmla="*/ 11505 h 4564455"/>
              <a:gd name="connsiteX2" fmla="*/ 612749 w 2111887"/>
              <a:gd name="connsiteY2" fmla="*/ 13886 h 4564455"/>
              <a:gd name="connsiteX3" fmla="*/ 691331 w 2111887"/>
              <a:gd name="connsiteY3" fmla="*/ 101992 h 4564455"/>
              <a:gd name="connsiteX4" fmla="*/ 1103287 w 2111887"/>
              <a:gd name="connsiteY4" fmla="*/ 121042 h 4564455"/>
              <a:gd name="connsiteX5" fmla="*/ 1453331 w 2111887"/>
              <a:gd name="connsiteY5" fmla="*/ 123424 h 4564455"/>
              <a:gd name="connsiteX6" fmla="*/ 1864670 w 2111887"/>
              <a:gd name="connsiteY6" fmla="*/ 21030 h 4564455"/>
              <a:gd name="connsiteX7" fmla="*/ 2111887 w 2111887"/>
              <a:gd name="connsiteY7" fmla="*/ 268247 h 4564455"/>
              <a:gd name="connsiteX8" fmla="*/ 2111887 w 2111887"/>
              <a:gd name="connsiteY8" fmla="*/ 4317238 h 4564455"/>
              <a:gd name="connsiteX9" fmla="*/ 1864670 w 2111887"/>
              <a:gd name="connsiteY9" fmla="*/ 4564455 h 4564455"/>
              <a:gd name="connsiteX10" fmla="*/ 247217 w 2111887"/>
              <a:gd name="connsiteY10" fmla="*/ 4564455 h 4564455"/>
              <a:gd name="connsiteX11" fmla="*/ 0 w 2111887"/>
              <a:gd name="connsiteY11" fmla="*/ 4317238 h 4564455"/>
              <a:gd name="connsiteX12" fmla="*/ 0 w 2111887"/>
              <a:gd name="connsiteY12" fmla="*/ 268247 h 4564455"/>
              <a:gd name="connsiteX0" fmla="*/ 0 w 2111887"/>
              <a:gd name="connsiteY0" fmla="*/ 268247 h 4564455"/>
              <a:gd name="connsiteX1" fmla="*/ 247217 w 2111887"/>
              <a:gd name="connsiteY1" fmla="*/ 11505 h 4564455"/>
              <a:gd name="connsiteX2" fmla="*/ 612749 w 2111887"/>
              <a:gd name="connsiteY2" fmla="*/ 13886 h 4564455"/>
              <a:gd name="connsiteX3" fmla="*/ 691331 w 2111887"/>
              <a:gd name="connsiteY3" fmla="*/ 101992 h 4564455"/>
              <a:gd name="connsiteX4" fmla="*/ 1103287 w 2111887"/>
              <a:gd name="connsiteY4" fmla="*/ 121042 h 4564455"/>
              <a:gd name="connsiteX5" fmla="*/ 1453331 w 2111887"/>
              <a:gd name="connsiteY5" fmla="*/ 123424 h 4564455"/>
              <a:gd name="connsiteX6" fmla="*/ 1600969 w 2111887"/>
              <a:gd name="connsiteY6" fmla="*/ 73418 h 4564455"/>
              <a:gd name="connsiteX7" fmla="*/ 1864670 w 2111887"/>
              <a:gd name="connsiteY7" fmla="*/ 21030 h 4564455"/>
              <a:gd name="connsiteX8" fmla="*/ 2111887 w 2111887"/>
              <a:gd name="connsiteY8" fmla="*/ 268247 h 4564455"/>
              <a:gd name="connsiteX9" fmla="*/ 2111887 w 2111887"/>
              <a:gd name="connsiteY9" fmla="*/ 4317238 h 4564455"/>
              <a:gd name="connsiteX10" fmla="*/ 1864670 w 2111887"/>
              <a:gd name="connsiteY10" fmla="*/ 4564455 h 4564455"/>
              <a:gd name="connsiteX11" fmla="*/ 247217 w 2111887"/>
              <a:gd name="connsiteY11" fmla="*/ 4564455 h 4564455"/>
              <a:gd name="connsiteX12" fmla="*/ 0 w 2111887"/>
              <a:gd name="connsiteY12" fmla="*/ 4317238 h 4564455"/>
              <a:gd name="connsiteX13" fmla="*/ 0 w 2111887"/>
              <a:gd name="connsiteY13" fmla="*/ 268247 h 4564455"/>
              <a:gd name="connsiteX0" fmla="*/ 0 w 2111887"/>
              <a:gd name="connsiteY0" fmla="*/ 271881 h 4568089"/>
              <a:gd name="connsiteX1" fmla="*/ 247217 w 2111887"/>
              <a:gd name="connsiteY1" fmla="*/ 15139 h 4568089"/>
              <a:gd name="connsiteX2" fmla="*/ 612749 w 2111887"/>
              <a:gd name="connsiteY2" fmla="*/ 17520 h 4568089"/>
              <a:gd name="connsiteX3" fmla="*/ 691331 w 2111887"/>
              <a:gd name="connsiteY3" fmla="*/ 105626 h 4568089"/>
              <a:gd name="connsiteX4" fmla="*/ 1103287 w 2111887"/>
              <a:gd name="connsiteY4" fmla="*/ 124676 h 4568089"/>
              <a:gd name="connsiteX5" fmla="*/ 1453331 w 2111887"/>
              <a:gd name="connsiteY5" fmla="*/ 127058 h 4568089"/>
              <a:gd name="connsiteX6" fmla="*/ 1520006 w 2111887"/>
              <a:gd name="connsiteY6" fmla="*/ 12758 h 4568089"/>
              <a:gd name="connsiteX7" fmla="*/ 1864670 w 2111887"/>
              <a:gd name="connsiteY7" fmla="*/ 24664 h 4568089"/>
              <a:gd name="connsiteX8" fmla="*/ 2111887 w 2111887"/>
              <a:gd name="connsiteY8" fmla="*/ 271881 h 4568089"/>
              <a:gd name="connsiteX9" fmla="*/ 2111887 w 2111887"/>
              <a:gd name="connsiteY9" fmla="*/ 4320872 h 4568089"/>
              <a:gd name="connsiteX10" fmla="*/ 1864670 w 2111887"/>
              <a:gd name="connsiteY10" fmla="*/ 4568089 h 4568089"/>
              <a:gd name="connsiteX11" fmla="*/ 247217 w 2111887"/>
              <a:gd name="connsiteY11" fmla="*/ 4568089 h 4568089"/>
              <a:gd name="connsiteX12" fmla="*/ 0 w 2111887"/>
              <a:gd name="connsiteY12" fmla="*/ 4320872 h 4568089"/>
              <a:gd name="connsiteX13" fmla="*/ 0 w 2111887"/>
              <a:gd name="connsiteY13" fmla="*/ 271881 h 4568089"/>
              <a:gd name="connsiteX0" fmla="*/ 0 w 2111887"/>
              <a:gd name="connsiteY0" fmla="*/ 272962 h 4569170"/>
              <a:gd name="connsiteX1" fmla="*/ 247217 w 2111887"/>
              <a:gd name="connsiteY1" fmla="*/ 16220 h 4569170"/>
              <a:gd name="connsiteX2" fmla="*/ 612749 w 2111887"/>
              <a:gd name="connsiteY2" fmla="*/ 18601 h 4569170"/>
              <a:gd name="connsiteX3" fmla="*/ 691331 w 2111887"/>
              <a:gd name="connsiteY3" fmla="*/ 106707 h 4569170"/>
              <a:gd name="connsiteX4" fmla="*/ 1103287 w 2111887"/>
              <a:gd name="connsiteY4" fmla="*/ 125757 h 4569170"/>
              <a:gd name="connsiteX5" fmla="*/ 1453331 w 2111887"/>
              <a:gd name="connsiteY5" fmla="*/ 128139 h 4569170"/>
              <a:gd name="connsiteX6" fmla="*/ 1520006 w 2111887"/>
              <a:gd name="connsiteY6" fmla="*/ 13839 h 4569170"/>
              <a:gd name="connsiteX7" fmla="*/ 1888482 w 2111887"/>
              <a:gd name="connsiteY7" fmla="*/ 23364 h 4569170"/>
              <a:gd name="connsiteX8" fmla="*/ 2111887 w 2111887"/>
              <a:gd name="connsiteY8" fmla="*/ 272962 h 4569170"/>
              <a:gd name="connsiteX9" fmla="*/ 2111887 w 2111887"/>
              <a:gd name="connsiteY9" fmla="*/ 4321953 h 4569170"/>
              <a:gd name="connsiteX10" fmla="*/ 1864670 w 2111887"/>
              <a:gd name="connsiteY10" fmla="*/ 4569170 h 4569170"/>
              <a:gd name="connsiteX11" fmla="*/ 247217 w 2111887"/>
              <a:gd name="connsiteY11" fmla="*/ 4569170 h 4569170"/>
              <a:gd name="connsiteX12" fmla="*/ 0 w 2111887"/>
              <a:gd name="connsiteY12" fmla="*/ 4321953 h 4569170"/>
              <a:gd name="connsiteX13" fmla="*/ 0 w 2111887"/>
              <a:gd name="connsiteY13" fmla="*/ 272962 h 4569170"/>
              <a:gd name="connsiteX0" fmla="*/ 0 w 2111887"/>
              <a:gd name="connsiteY0" fmla="*/ 272962 h 4569170"/>
              <a:gd name="connsiteX1" fmla="*/ 247217 w 2111887"/>
              <a:gd name="connsiteY1" fmla="*/ 16220 h 4569170"/>
              <a:gd name="connsiteX2" fmla="*/ 612749 w 2111887"/>
              <a:gd name="connsiteY2" fmla="*/ 18601 h 4569170"/>
              <a:gd name="connsiteX3" fmla="*/ 693712 w 2111887"/>
              <a:gd name="connsiteY3" fmla="*/ 118613 h 4569170"/>
              <a:gd name="connsiteX4" fmla="*/ 1103287 w 2111887"/>
              <a:gd name="connsiteY4" fmla="*/ 125757 h 4569170"/>
              <a:gd name="connsiteX5" fmla="*/ 1453331 w 2111887"/>
              <a:gd name="connsiteY5" fmla="*/ 128139 h 4569170"/>
              <a:gd name="connsiteX6" fmla="*/ 1520006 w 2111887"/>
              <a:gd name="connsiteY6" fmla="*/ 13839 h 4569170"/>
              <a:gd name="connsiteX7" fmla="*/ 1888482 w 2111887"/>
              <a:gd name="connsiteY7" fmla="*/ 23364 h 4569170"/>
              <a:gd name="connsiteX8" fmla="*/ 2111887 w 2111887"/>
              <a:gd name="connsiteY8" fmla="*/ 272962 h 4569170"/>
              <a:gd name="connsiteX9" fmla="*/ 2111887 w 2111887"/>
              <a:gd name="connsiteY9" fmla="*/ 4321953 h 4569170"/>
              <a:gd name="connsiteX10" fmla="*/ 1864670 w 2111887"/>
              <a:gd name="connsiteY10" fmla="*/ 4569170 h 4569170"/>
              <a:gd name="connsiteX11" fmla="*/ 247217 w 2111887"/>
              <a:gd name="connsiteY11" fmla="*/ 4569170 h 4569170"/>
              <a:gd name="connsiteX12" fmla="*/ 0 w 2111887"/>
              <a:gd name="connsiteY12" fmla="*/ 4321953 h 4569170"/>
              <a:gd name="connsiteX13" fmla="*/ 0 w 2111887"/>
              <a:gd name="connsiteY13" fmla="*/ 272962 h 4569170"/>
              <a:gd name="connsiteX0" fmla="*/ 0 w 2111887"/>
              <a:gd name="connsiteY0" fmla="*/ 272962 h 4569170"/>
              <a:gd name="connsiteX1" fmla="*/ 247217 w 2111887"/>
              <a:gd name="connsiteY1" fmla="*/ 16220 h 4569170"/>
              <a:gd name="connsiteX2" fmla="*/ 598462 w 2111887"/>
              <a:gd name="connsiteY2" fmla="*/ 16220 h 4569170"/>
              <a:gd name="connsiteX3" fmla="*/ 693712 w 2111887"/>
              <a:gd name="connsiteY3" fmla="*/ 118613 h 4569170"/>
              <a:gd name="connsiteX4" fmla="*/ 1103287 w 2111887"/>
              <a:gd name="connsiteY4" fmla="*/ 125757 h 4569170"/>
              <a:gd name="connsiteX5" fmla="*/ 1453331 w 2111887"/>
              <a:gd name="connsiteY5" fmla="*/ 128139 h 4569170"/>
              <a:gd name="connsiteX6" fmla="*/ 1520006 w 2111887"/>
              <a:gd name="connsiteY6" fmla="*/ 13839 h 4569170"/>
              <a:gd name="connsiteX7" fmla="*/ 1888482 w 2111887"/>
              <a:gd name="connsiteY7" fmla="*/ 23364 h 4569170"/>
              <a:gd name="connsiteX8" fmla="*/ 2111887 w 2111887"/>
              <a:gd name="connsiteY8" fmla="*/ 272962 h 4569170"/>
              <a:gd name="connsiteX9" fmla="*/ 2111887 w 2111887"/>
              <a:gd name="connsiteY9" fmla="*/ 4321953 h 4569170"/>
              <a:gd name="connsiteX10" fmla="*/ 1864670 w 2111887"/>
              <a:gd name="connsiteY10" fmla="*/ 4569170 h 4569170"/>
              <a:gd name="connsiteX11" fmla="*/ 247217 w 2111887"/>
              <a:gd name="connsiteY11" fmla="*/ 4569170 h 4569170"/>
              <a:gd name="connsiteX12" fmla="*/ 0 w 2111887"/>
              <a:gd name="connsiteY12" fmla="*/ 4321953 h 4569170"/>
              <a:gd name="connsiteX13" fmla="*/ 0 w 2111887"/>
              <a:gd name="connsiteY13" fmla="*/ 272962 h 4569170"/>
              <a:gd name="connsiteX0" fmla="*/ 0 w 2111887"/>
              <a:gd name="connsiteY0" fmla="*/ 272962 h 4569170"/>
              <a:gd name="connsiteX1" fmla="*/ 247217 w 2111887"/>
              <a:gd name="connsiteY1" fmla="*/ 16220 h 4569170"/>
              <a:gd name="connsiteX2" fmla="*/ 598462 w 2111887"/>
              <a:gd name="connsiteY2" fmla="*/ 16220 h 4569170"/>
              <a:gd name="connsiteX3" fmla="*/ 693712 w 2111887"/>
              <a:gd name="connsiteY3" fmla="*/ 118613 h 4569170"/>
              <a:gd name="connsiteX4" fmla="*/ 1103287 w 2111887"/>
              <a:gd name="connsiteY4" fmla="*/ 125757 h 4569170"/>
              <a:gd name="connsiteX5" fmla="*/ 1453331 w 2111887"/>
              <a:gd name="connsiteY5" fmla="*/ 120995 h 4569170"/>
              <a:gd name="connsiteX6" fmla="*/ 1520006 w 2111887"/>
              <a:gd name="connsiteY6" fmla="*/ 13839 h 4569170"/>
              <a:gd name="connsiteX7" fmla="*/ 1888482 w 2111887"/>
              <a:gd name="connsiteY7" fmla="*/ 23364 h 4569170"/>
              <a:gd name="connsiteX8" fmla="*/ 2111887 w 2111887"/>
              <a:gd name="connsiteY8" fmla="*/ 272962 h 4569170"/>
              <a:gd name="connsiteX9" fmla="*/ 2111887 w 2111887"/>
              <a:gd name="connsiteY9" fmla="*/ 4321953 h 4569170"/>
              <a:gd name="connsiteX10" fmla="*/ 1864670 w 2111887"/>
              <a:gd name="connsiteY10" fmla="*/ 4569170 h 4569170"/>
              <a:gd name="connsiteX11" fmla="*/ 247217 w 2111887"/>
              <a:gd name="connsiteY11" fmla="*/ 4569170 h 4569170"/>
              <a:gd name="connsiteX12" fmla="*/ 0 w 2111887"/>
              <a:gd name="connsiteY12" fmla="*/ 4321953 h 4569170"/>
              <a:gd name="connsiteX13" fmla="*/ 0 w 2111887"/>
              <a:gd name="connsiteY13" fmla="*/ 272962 h 4569170"/>
              <a:gd name="connsiteX0" fmla="*/ 0 w 2111887"/>
              <a:gd name="connsiteY0" fmla="*/ 272962 h 4569170"/>
              <a:gd name="connsiteX1" fmla="*/ 247217 w 2111887"/>
              <a:gd name="connsiteY1" fmla="*/ 16220 h 4569170"/>
              <a:gd name="connsiteX2" fmla="*/ 598462 w 2111887"/>
              <a:gd name="connsiteY2" fmla="*/ 16220 h 4569170"/>
              <a:gd name="connsiteX3" fmla="*/ 693712 w 2111887"/>
              <a:gd name="connsiteY3" fmla="*/ 118613 h 4569170"/>
              <a:gd name="connsiteX4" fmla="*/ 1055662 w 2111887"/>
              <a:gd name="connsiteY4" fmla="*/ 125757 h 4569170"/>
              <a:gd name="connsiteX5" fmla="*/ 1453331 w 2111887"/>
              <a:gd name="connsiteY5" fmla="*/ 120995 h 4569170"/>
              <a:gd name="connsiteX6" fmla="*/ 1520006 w 2111887"/>
              <a:gd name="connsiteY6" fmla="*/ 13839 h 4569170"/>
              <a:gd name="connsiteX7" fmla="*/ 1888482 w 2111887"/>
              <a:gd name="connsiteY7" fmla="*/ 23364 h 4569170"/>
              <a:gd name="connsiteX8" fmla="*/ 2111887 w 2111887"/>
              <a:gd name="connsiteY8" fmla="*/ 272962 h 4569170"/>
              <a:gd name="connsiteX9" fmla="*/ 2111887 w 2111887"/>
              <a:gd name="connsiteY9" fmla="*/ 4321953 h 4569170"/>
              <a:gd name="connsiteX10" fmla="*/ 1864670 w 2111887"/>
              <a:gd name="connsiteY10" fmla="*/ 4569170 h 4569170"/>
              <a:gd name="connsiteX11" fmla="*/ 247217 w 2111887"/>
              <a:gd name="connsiteY11" fmla="*/ 4569170 h 4569170"/>
              <a:gd name="connsiteX12" fmla="*/ 0 w 2111887"/>
              <a:gd name="connsiteY12" fmla="*/ 4321953 h 4569170"/>
              <a:gd name="connsiteX13" fmla="*/ 0 w 2111887"/>
              <a:gd name="connsiteY13" fmla="*/ 272962 h 4569170"/>
              <a:gd name="connsiteX0" fmla="*/ 0 w 2111887"/>
              <a:gd name="connsiteY0" fmla="*/ 272962 h 4569170"/>
              <a:gd name="connsiteX1" fmla="*/ 247217 w 2111887"/>
              <a:gd name="connsiteY1" fmla="*/ 16220 h 4569170"/>
              <a:gd name="connsiteX2" fmla="*/ 598462 w 2111887"/>
              <a:gd name="connsiteY2" fmla="*/ 16220 h 4569170"/>
              <a:gd name="connsiteX3" fmla="*/ 693712 w 2111887"/>
              <a:gd name="connsiteY3" fmla="*/ 118613 h 4569170"/>
              <a:gd name="connsiteX4" fmla="*/ 1055662 w 2111887"/>
              <a:gd name="connsiteY4" fmla="*/ 125757 h 4569170"/>
              <a:gd name="connsiteX5" fmla="*/ 1453331 w 2111887"/>
              <a:gd name="connsiteY5" fmla="*/ 120995 h 4569170"/>
              <a:gd name="connsiteX6" fmla="*/ 1520006 w 2111887"/>
              <a:gd name="connsiteY6" fmla="*/ 13839 h 4569170"/>
              <a:gd name="connsiteX7" fmla="*/ 1888482 w 2111887"/>
              <a:gd name="connsiteY7" fmla="*/ 23364 h 4569170"/>
              <a:gd name="connsiteX8" fmla="*/ 2111887 w 2111887"/>
              <a:gd name="connsiteY8" fmla="*/ 272962 h 4569170"/>
              <a:gd name="connsiteX9" fmla="*/ 2111887 w 2111887"/>
              <a:gd name="connsiteY9" fmla="*/ 4321953 h 4569170"/>
              <a:gd name="connsiteX10" fmla="*/ 1864670 w 2111887"/>
              <a:gd name="connsiteY10" fmla="*/ 4569170 h 4569170"/>
              <a:gd name="connsiteX11" fmla="*/ 247217 w 2111887"/>
              <a:gd name="connsiteY11" fmla="*/ 4569170 h 4569170"/>
              <a:gd name="connsiteX12" fmla="*/ 0 w 2111887"/>
              <a:gd name="connsiteY12" fmla="*/ 4321953 h 4569170"/>
              <a:gd name="connsiteX13" fmla="*/ 0 w 2111887"/>
              <a:gd name="connsiteY13" fmla="*/ 272962 h 4569170"/>
              <a:gd name="connsiteX0" fmla="*/ 0 w 2111887"/>
              <a:gd name="connsiteY0" fmla="*/ 273465 h 4569673"/>
              <a:gd name="connsiteX1" fmla="*/ 247217 w 2111887"/>
              <a:gd name="connsiteY1" fmla="*/ 16723 h 4569673"/>
              <a:gd name="connsiteX2" fmla="*/ 579412 w 2111887"/>
              <a:gd name="connsiteY2" fmla="*/ 9580 h 4569673"/>
              <a:gd name="connsiteX3" fmla="*/ 693712 w 2111887"/>
              <a:gd name="connsiteY3" fmla="*/ 119116 h 4569673"/>
              <a:gd name="connsiteX4" fmla="*/ 1055662 w 2111887"/>
              <a:gd name="connsiteY4" fmla="*/ 126260 h 4569673"/>
              <a:gd name="connsiteX5" fmla="*/ 1453331 w 2111887"/>
              <a:gd name="connsiteY5" fmla="*/ 121498 h 4569673"/>
              <a:gd name="connsiteX6" fmla="*/ 1520006 w 2111887"/>
              <a:gd name="connsiteY6" fmla="*/ 14342 h 4569673"/>
              <a:gd name="connsiteX7" fmla="*/ 1888482 w 2111887"/>
              <a:gd name="connsiteY7" fmla="*/ 23867 h 4569673"/>
              <a:gd name="connsiteX8" fmla="*/ 2111887 w 2111887"/>
              <a:gd name="connsiteY8" fmla="*/ 273465 h 4569673"/>
              <a:gd name="connsiteX9" fmla="*/ 2111887 w 2111887"/>
              <a:gd name="connsiteY9" fmla="*/ 4322456 h 4569673"/>
              <a:gd name="connsiteX10" fmla="*/ 1864670 w 2111887"/>
              <a:gd name="connsiteY10" fmla="*/ 4569673 h 4569673"/>
              <a:gd name="connsiteX11" fmla="*/ 247217 w 2111887"/>
              <a:gd name="connsiteY11" fmla="*/ 4569673 h 4569673"/>
              <a:gd name="connsiteX12" fmla="*/ 0 w 2111887"/>
              <a:gd name="connsiteY12" fmla="*/ 4322456 h 4569673"/>
              <a:gd name="connsiteX13" fmla="*/ 0 w 2111887"/>
              <a:gd name="connsiteY13" fmla="*/ 273465 h 4569673"/>
              <a:gd name="connsiteX0" fmla="*/ 0 w 2111887"/>
              <a:gd name="connsiteY0" fmla="*/ 274360 h 4570568"/>
              <a:gd name="connsiteX1" fmla="*/ 235311 w 2111887"/>
              <a:gd name="connsiteY1" fmla="*/ 15237 h 4570568"/>
              <a:gd name="connsiteX2" fmla="*/ 579412 w 2111887"/>
              <a:gd name="connsiteY2" fmla="*/ 10475 h 4570568"/>
              <a:gd name="connsiteX3" fmla="*/ 693712 w 2111887"/>
              <a:gd name="connsiteY3" fmla="*/ 120011 h 4570568"/>
              <a:gd name="connsiteX4" fmla="*/ 1055662 w 2111887"/>
              <a:gd name="connsiteY4" fmla="*/ 127155 h 4570568"/>
              <a:gd name="connsiteX5" fmla="*/ 1453331 w 2111887"/>
              <a:gd name="connsiteY5" fmla="*/ 122393 h 4570568"/>
              <a:gd name="connsiteX6" fmla="*/ 1520006 w 2111887"/>
              <a:gd name="connsiteY6" fmla="*/ 15237 h 4570568"/>
              <a:gd name="connsiteX7" fmla="*/ 1888482 w 2111887"/>
              <a:gd name="connsiteY7" fmla="*/ 24762 h 4570568"/>
              <a:gd name="connsiteX8" fmla="*/ 2111887 w 2111887"/>
              <a:gd name="connsiteY8" fmla="*/ 274360 h 4570568"/>
              <a:gd name="connsiteX9" fmla="*/ 2111887 w 2111887"/>
              <a:gd name="connsiteY9" fmla="*/ 4323351 h 4570568"/>
              <a:gd name="connsiteX10" fmla="*/ 1864670 w 2111887"/>
              <a:gd name="connsiteY10" fmla="*/ 4570568 h 4570568"/>
              <a:gd name="connsiteX11" fmla="*/ 247217 w 2111887"/>
              <a:gd name="connsiteY11" fmla="*/ 4570568 h 4570568"/>
              <a:gd name="connsiteX12" fmla="*/ 0 w 2111887"/>
              <a:gd name="connsiteY12" fmla="*/ 4323351 h 4570568"/>
              <a:gd name="connsiteX13" fmla="*/ 0 w 2111887"/>
              <a:gd name="connsiteY13" fmla="*/ 274360 h 4570568"/>
              <a:gd name="connsiteX0" fmla="*/ 0 w 2111887"/>
              <a:gd name="connsiteY0" fmla="*/ 274360 h 4570568"/>
              <a:gd name="connsiteX1" fmla="*/ 235311 w 2111887"/>
              <a:gd name="connsiteY1" fmla="*/ 15237 h 4570568"/>
              <a:gd name="connsiteX2" fmla="*/ 579412 w 2111887"/>
              <a:gd name="connsiteY2" fmla="*/ 10475 h 4570568"/>
              <a:gd name="connsiteX3" fmla="*/ 693712 w 2111887"/>
              <a:gd name="connsiteY3" fmla="*/ 120011 h 4570568"/>
              <a:gd name="connsiteX4" fmla="*/ 1055662 w 2111887"/>
              <a:gd name="connsiteY4" fmla="*/ 127155 h 4570568"/>
              <a:gd name="connsiteX5" fmla="*/ 1453331 w 2111887"/>
              <a:gd name="connsiteY5" fmla="*/ 122393 h 4570568"/>
              <a:gd name="connsiteX6" fmla="*/ 1520006 w 2111887"/>
              <a:gd name="connsiteY6" fmla="*/ 15237 h 4570568"/>
              <a:gd name="connsiteX7" fmla="*/ 1888482 w 2111887"/>
              <a:gd name="connsiteY7" fmla="*/ 24762 h 4570568"/>
              <a:gd name="connsiteX8" fmla="*/ 2111887 w 2111887"/>
              <a:gd name="connsiteY8" fmla="*/ 274360 h 4570568"/>
              <a:gd name="connsiteX9" fmla="*/ 2111887 w 2111887"/>
              <a:gd name="connsiteY9" fmla="*/ 4323351 h 4570568"/>
              <a:gd name="connsiteX10" fmla="*/ 1864670 w 2111887"/>
              <a:gd name="connsiteY10" fmla="*/ 4570568 h 4570568"/>
              <a:gd name="connsiteX11" fmla="*/ 247217 w 2111887"/>
              <a:gd name="connsiteY11" fmla="*/ 4570568 h 4570568"/>
              <a:gd name="connsiteX12" fmla="*/ 0 w 2111887"/>
              <a:gd name="connsiteY12" fmla="*/ 4323351 h 4570568"/>
              <a:gd name="connsiteX13" fmla="*/ 0 w 2111887"/>
              <a:gd name="connsiteY13" fmla="*/ 274360 h 4570568"/>
              <a:gd name="connsiteX0" fmla="*/ 0 w 2111887"/>
              <a:gd name="connsiteY0" fmla="*/ 274360 h 4570568"/>
              <a:gd name="connsiteX1" fmla="*/ 235311 w 2111887"/>
              <a:gd name="connsiteY1" fmla="*/ 15237 h 4570568"/>
              <a:gd name="connsiteX2" fmla="*/ 579412 w 2111887"/>
              <a:gd name="connsiteY2" fmla="*/ 10475 h 4570568"/>
              <a:gd name="connsiteX3" fmla="*/ 693712 w 2111887"/>
              <a:gd name="connsiteY3" fmla="*/ 120011 h 4570568"/>
              <a:gd name="connsiteX4" fmla="*/ 1055662 w 2111887"/>
              <a:gd name="connsiteY4" fmla="*/ 127155 h 4570568"/>
              <a:gd name="connsiteX5" fmla="*/ 1453331 w 2111887"/>
              <a:gd name="connsiteY5" fmla="*/ 122393 h 4570568"/>
              <a:gd name="connsiteX6" fmla="*/ 1520006 w 2111887"/>
              <a:gd name="connsiteY6" fmla="*/ 15237 h 4570568"/>
              <a:gd name="connsiteX7" fmla="*/ 1888482 w 2111887"/>
              <a:gd name="connsiteY7" fmla="*/ 24762 h 4570568"/>
              <a:gd name="connsiteX8" fmla="*/ 2111887 w 2111887"/>
              <a:gd name="connsiteY8" fmla="*/ 274360 h 4570568"/>
              <a:gd name="connsiteX9" fmla="*/ 2111887 w 2111887"/>
              <a:gd name="connsiteY9" fmla="*/ 4323351 h 4570568"/>
              <a:gd name="connsiteX10" fmla="*/ 1864670 w 2111887"/>
              <a:gd name="connsiteY10" fmla="*/ 4570568 h 4570568"/>
              <a:gd name="connsiteX11" fmla="*/ 247217 w 2111887"/>
              <a:gd name="connsiteY11" fmla="*/ 4570568 h 4570568"/>
              <a:gd name="connsiteX12" fmla="*/ 0 w 2111887"/>
              <a:gd name="connsiteY12" fmla="*/ 4323351 h 4570568"/>
              <a:gd name="connsiteX13" fmla="*/ 0 w 2111887"/>
              <a:gd name="connsiteY13" fmla="*/ 274360 h 4570568"/>
              <a:gd name="connsiteX0" fmla="*/ 0 w 2111887"/>
              <a:gd name="connsiteY0" fmla="*/ 274360 h 4570568"/>
              <a:gd name="connsiteX1" fmla="*/ 235311 w 2111887"/>
              <a:gd name="connsiteY1" fmla="*/ 15237 h 4570568"/>
              <a:gd name="connsiteX2" fmla="*/ 579412 w 2111887"/>
              <a:gd name="connsiteY2" fmla="*/ 10475 h 4570568"/>
              <a:gd name="connsiteX3" fmla="*/ 698474 w 2111887"/>
              <a:gd name="connsiteY3" fmla="*/ 122393 h 4570568"/>
              <a:gd name="connsiteX4" fmla="*/ 1055662 w 2111887"/>
              <a:gd name="connsiteY4" fmla="*/ 127155 h 4570568"/>
              <a:gd name="connsiteX5" fmla="*/ 1453331 w 2111887"/>
              <a:gd name="connsiteY5" fmla="*/ 122393 h 4570568"/>
              <a:gd name="connsiteX6" fmla="*/ 1520006 w 2111887"/>
              <a:gd name="connsiteY6" fmla="*/ 15237 h 4570568"/>
              <a:gd name="connsiteX7" fmla="*/ 1888482 w 2111887"/>
              <a:gd name="connsiteY7" fmla="*/ 24762 h 4570568"/>
              <a:gd name="connsiteX8" fmla="*/ 2111887 w 2111887"/>
              <a:gd name="connsiteY8" fmla="*/ 274360 h 4570568"/>
              <a:gd name="connsiteX9" fmla="*/ 2111887 w 2111887"/>
              <a:gd name="connsiteY9" fmla="*/ 4323351 h 4570568"/>
              <a:gd name="connsiteX10" fmla="*/ 1864670 w 2111887"/>
              <a:gd name="connsiteY10" fmla="*/ 4570568 h 4570568"/>
              <a:gd name="connsiteX11" fmla="*/ 247217 w 2111887"/>
              <a:gd name="connsiteY11" fmla="*/ 4570568 h 4570568"/>
              <a:gd name="connsiteX12" fmla="*/ 0 w 2111887"/>
              <a:gd name="connsiteY12" fmla="*/ 4323351 h 4570568"/>
              <a:gd name="connsiteX13" fmla="*/ 0 w 2111887"/>
              <a:gd name="connsiteY13" fmla="*/ 274360 h 4570568"/>
              <a:gd name="connsiteX0" fmla="*/ 0 w 2111887"/>
              <a:gd name="connsiteY0" fmla="*/ 274360 h 4570568"/>
              <a:gd name="connsiteX1" fmla="*/ 235311 w 2111887"/>
              <a:gd name="connsiteY1" fmla="*/ 15237 h 4570568"/>
              <a:gd name="connsiteX2" fmla="*/ 579412 w 2111887"/>
              <a:gd name="connsiteY2" fmla="*/ 10475 h 4570568"/>
              <a:gd name="connsiteX3" fmla="*/ 698474 w 2111887"/>
              <a:gd name="connsiteY3" fmla="*/ 122393 h 4570568"/>
              <a:gd name="connsiteX4" fmla="*/ 1055662 w 2111887"/>
              <a:gd name="connsiteY4" fmla="*/ 127155 h 4570568"/>
              <a:gd name="connsiteX5" fmla="*/ 1427138 w 2111887"/>
              <a:gd name="connsiteY5" fmla="*/ 124774 h 4570568"/>
              <a:gd name="connsiteX6" fmla="*/ 1520006 w 2111887"/>
              <a:gd name="connsiteY6" fmla="*/ 15237 h 4570568"/>
              <a:gd name="connsiteX7" fmla="*/ 1888482 w 2111887"/>
              <a:gd name="connsiteY7" fmla="*/ 24762 h 4570568"/>
              <a:gd name="connsiteX8" fmla="*/ 2111887 w 2111887"/>
              <a:gd name="connsiteY8" fmla="*/ 274360 h 4570568"/>
              <a:gd name="connsiteX9" fmla="*/ 2111887 w 2111887"/>
              <a:gd name="connsiteY9" fmla="*/ 4323351 h 4570568"/>
              <a:gd name="connsiteX10" fmla="*/ 1864670 w 2111887"/>
              <a:gd name="connsiteY10" fmla="*/ 4570568 h 4570568"/>
              <a:gd name="connsiteX11" fmla="*/ 247217 w 2111887"/>
              <a:gd name="connsiteY11" fmla="*/ 4570568 h 4570568"/>
              <a:gd name="connsiteX12" fmla="*/ 0 w 2111887"/>
              <a:gd name="connsiteY12" fmla="*/ 4323351 h 4570568"/>
              <a:gd name="connsiteX13" fmla="*/ 0 w 2111887"/>
              <a:gd name="connsiteY13" fmla="*/ 274360 h 4570568"/>
              <a:gd name="connsiteX0" fmla="*/ 0 w 2111887"/>
              <a:gd name="connsiteY0" fmla="*/ 275652 h 4571860"/>
              <a:gd name="connsiteX1" fmla="*/ 235311 w 2111887"/>
              <a:gd name="connsiteY1" fmla="*/ 16529 h 4571860"/>
              <a:gd name="connsiteX2" fmla="*/ 579412 w 2111887"/>
              <a:gd name="connsiteY2" fmla="*/ 11767 h 4571860"/>
              <a:gd name="connsiteX3" fmla="*/ 698474 w 2111887"/>
              <a:gd name="connsiteY3" fmla="*/ 123685 h 4571860"/>
              <a:gd name="connsiteX4" fmla="*/ 1055662 w 2111887"/>
              <a:gd name="connsiteY4" fmla="*/ 128447 h 4571860"/>
              <a:gd name="connsiteX5" fmla="*/ 1427138 w 2111887"/>
              <a:gd name="connsiteY5" fmla="*/ 126066 h 4571860"/>
              <a:gd name="connsiteX6" fmla="*/ 1520006 w 2111887"/>
              <a:gd name="connsiteY6" fmla="*/ 11766 h 4571860"/>
              <a:gd name="connsiteX7" fmla="*/ 1888482 w 2111887"/>
              <a:gd name="connsiteY7" fmla="*/ 26054 h 4571860"/>
              <a:gd name="connsiteX8" fmla="*/ 2111887 w 2111887"/>
              <a:gd name="connsiteY8" fmla="*/ 275652 h 4571860"/>
              <a:gd name="connsiteX9" fmla="*/ 2111887 w 2111887"/>
              <a:gd name="connsiteY9" fmla="*/ 4324643 h 4571860"/>
              <a:gd name="connsiteX10" fmla="*/ 1864670 w 2111887"/>
              <a:gd name="connsiteY10" fmla="*/ 4571860 h 4571860"/>
              <a:gd name="connsiteX11" fmla="*/ 247217 w 2111887"/>
              <a:gd name="connsiteY11" fmla="*/ 4571860 h 4571860"/>
              <a:gd name="connsiteX12" fmla="*/ 0 w 2111887"/>
              <a:gd name="connsiteY12" fmla="*/ 4324643 h 4571860"/>
              <a:gd name="connsiteX13" fmla="*/ 0 w 2111887"/>
              <a:gd name="connsiteY13" fmla="*/ 275652 h 4571860"/>
              <a:gd name="connsiteX0" fmla="*/ 0 w 2111887"/>
              <a:gd name="connsiteY0" fmla="*/ 277724 h 4573932"/>
              <a:gd name="connsiteX1" fmla="*/ 235311 w 2111887"/>
              <a:gd name="connsiteY1" fmla="*/ 18601 h 4573932"/>
              <a:gd name="connsiteX2" fmla="*/ 579412 w 2111887"/>
              <a:gd name="connsiteY2" fmla="*/ 13839 h 4573932"/>
              <a:gd name="connsiteX3" fmla="*/ 698474 w 2111887"/>
              <a:gd name="connsiteY3" fmla="*/ 125757 h 4573932"/>
              <a:gd name="connsiteX4" fmla="*/ 1055662 w 2111887"/>
              <a:gd name="connsiteY4" fmla="*/ 130519 h 4573932"/>
              <a:gd name="connsiteX5" fmla="*/ 1427138 w 2111887"/>
              <a:gd name="connsiteY5" fmla="*/ 128138 h 4573932"/>
              <a:gd name="connsiteX6" fmla="*/ 1520006 w 2111887"/>
              <a:gd name="connsiteY6" fmla="*/ 13838 h 4573932"/>
              <a:gd name="connsiteX7" fmla="*/ 1895626 w 2111887"/>
              <a:gd name="connsiteY7" fmla="*/ 23364 h 4573932"/>
              <a:gd name="connsiteX8" fmla="*/ 2111887 w 2111887"/>
              <a:gd name="connsiteY8" fmla="*/ 277724 h 4573932"/>
              <a:gd name="connsiteX9" fmla="*/ 2111887 w 2111887"/>
              <a:gd name="connsiteY9" fmla="*/ 4326715 h 4573932"/>
              <a:gd name="connsiteX10" fmla="*/ 1864670 w 2111887"/>
              <a:gd name="connsiteY10" fmla="*/ 4573932 h 4573932"/>
              <a:gd name="connsiteX11" fmla="*/ 247217 w 2111887"/>
              <a:gd name="connsiteY11" fmla="*/ 4573932 h 4573932"/>
              <a:gd name="connsiteX12" fmla="*/ 0 w 2111887"/>
              <a:gd name="connsiteY12" fmla="*/ 4326715 h 4573932"/>
              <a:gd name="connsiteX13" fmla="*/ 0 w 2111887"/>
              <a:gd name="connsiteY13" fmla="*/ 277724 h 4573932"/>
              <a:gd name="connsiteX0" fmla="*/ 0 w 2111887"/>
              <a:gd name="connsiteY0" fmla="*/ 277724 h 4573932"/>
              <a:gd name="connsiteX1" fmla="*/ 235311 w 2111887"/>
              <a:gd name="connsiteY1" fmla="*/ 18601 h 4573932"/>
              <a:gd name="connsiteX2" fmla="*/ 579412 w 2111887"/>
              <a:gd name="connsiteY2" fmla="*/ 13839 h 4573932"/>
              <a:gd name="connsiteX3" fmla="*/ 762768 w 2111887"/>
              <a:gd name="connsiteY3" fmla="*/ 28126 h 4573932"/>
              <a:gd name="connsiteX4" fmla="*/ 1055662 w 2111887"/>
              <a:gd name="connsiteY4" fmla="*/ 130519 h 4573932"/>
              <a:gd name="connsiteX5" fmla="*/ 1427138 w 2111887"/>
              <a:gd name="connsiteY5" fmla="*/ 128138 h 4573932"/>
              <a:gd name="connsiteX6" fmla="*/ 1520006 w 2111887"/>
              <a:gd name="connsiteY6" fmla="*/ 13838 h 4573932"/>
              <a:gd name="connsiteX7" fmla="*/ 1895626 w 2111887"/>
              <a:gd name="connsiteY7" fmla="*/ 23364 h 4573932"/>
              <a:gd name="connsiteX8" fmla="*/ 2111887 w 2111887"/>
              <a:gd name="connsiteY8" fmla="*/ 277724 h 4573932"/>
              <a:gd name="connsiteX9" fmla="*/ 2111887 w 2111887"/>
              <a:gd name="connsiteY9" fmla="*/ 4326715 h 4573932"/>
              <a:gd name="connsiteX10" fmla="*/ 1864670 w 2111887"/>
              <a:gd name="connsiteY10" fmla="*/ 4573932 h 4573932"/>
              <a:gd name="connsiteX11" fmla="*/ 247217 w 2111887"/>
              <a:gd name="connsiteY11" fmla="*/ 4573932 h 4573932"/>
              <a:gd name="connsiteX12" fmla="*/ 0 w 2111887"/>
              <a:gd name="connsiteY12" fmla="*/ 4326715 h 4573932"/>
              <a:gd name="connsiteX13" fmla="*/ 0 w 2111887"/>
              <a:gd name="connsiteY13" fmla="*/ 277724 h 4573932"/>
              <a:gd name="connsiteX0" fmla="*/ 0 w 2111887"/>
              <a:gd name="connsiteY0" fmla="*/ 271997 h 4568205"/>
              <a:gd name="connsiteX1" fmla="*/ 235311 w 2111887"/>
              <a:gd name="connsiteY1" fmla="*/ 12874 h 4568205"/>
              <a:gd name="connsiteX2" fmla="*/ 579412 w 2111887"/>
              <a:gd name="connsiteY2" fmla="*/ 8112 h 4568205"/>
              <a:gd name="connsiteX3" fmla="*/ 762768 w 2111887"/>
              <a:gd name="connsiteY3" fmla="*/ 22399 h 4568205"/>
              <a:gd name="connsiteX4" fmla="*/ 1055662 w 2111887"/>
              <a:gd name="connsiteY4" fmla="*/ 124792 h 4568205"/>
              <a:gd name="connsiteX5" fmla="*/ 1272357 w 2111887"/>
              <a:gd name="connsiteY5" fmla="*/ 22398 h 4568205"/>
              <a:gd name="connsiteX6" fmla="*/ 1520006 w 2111887"/>
              <a:gd name="connsiteY6" fmla="*/ 8111 h 4568205"/>
              <a:gd name="connsiteX7" fmla="*/ 1895626 w 2111887"/>
              <a:gd name="connsiteY7" fmla="*/ 17637 h 4568205"/>
              <a:gd name="connsiteX8" fmla="*/ 2111887 w 2111887"/>
              <a:gd name="connsiteY8" fmla="*/ 271997 h 4568205"/>
              <a:gd name="connsiteX9" fmla="*/ 2111887 w 2111887"/>
              <a:gd name="connsiteY9" fmla="*/ 4320988 h 4568205"/>
              <a:gd name="connsiteX10" fmla="*/ 1864670 w 2111887"/>
              <a:gd name="connsiteY10" fmla="*/ 4568205 h 4568205"/>
              <a:gd name="connsiteX11" fmla="*/ 247217 w 2111887"/>
              <a:gd name="connsiteY11" fmla="*/ 4568205 h 4568205"/>
              <a:gd name="connsiteX12" fmla="*/ 0 w 2111887"/>
              <a:gd name="connsiteY12" fmla="*/ 4320988 h 4568205"/>
              <a:gd name="connsiteX13" fmla="*/ 0 w 2111887"/>
              <a:gd name="connsiteY13" fmla="*/ 271997 h 4568205"/>
              <a:gd name="connsiteX0" fmla="*/ 0 w 2111887"/>
              <a:gd name="connsiteY0" fmla="*/ 271997 h 4568205"/>
              <a:gd name="connsiteX1" fmla="*/ 235311 w 2111887"/>
              <a:gd name="connsiteY1" fmla="*/ 12874 h 4568205"/>
              <a:gd name="connsiteX2" fmla="*/ 579412 w 2111887"/>
              <a:gd name="connsiteY2" fmla="*/ 8112 h 4568205"/>
              <a:gd name="connsiteX3" fmla="*/ 762768 w 2111887"/>
              <a:gd name="connsiteY3" fmla="*/ 22399 h 4568205"/>
              <a:gd name="connsiteX4" fmla="*/ 1046137 w 2111887"/>
              <a:gd name="connsiteY4" fmla="*/ 15255 h 4568205"/>
              <a:gd name="connsiteX5" fmla="*/ 1272357 w 2111887"/>
              <a:gd name="connsiteY5" fmla="*/ 22398 h 4568205"/>
              <a:gd name="connsiteX6" fmla="*/ 1520006 w 2111887"/>
              <a:gd name="connsiteY6" fmla="*/ 8111 h 4568205"/>
              <a:gd name="connsiteX7" fmla="*/ 1895626 w 2111887"/>
              <a:gd name="connsiteY7" fmla="*/ 17637 h 4568205"/>
              <a:gd name="connsiteX8" fmla="*/ 2111887 w 2111887"/>
              <a:gd name="connsiteY8" fmla="*/ 271997 h 4568205"/>
              <a:gd name="connsiteX9" fmla="*/ 2111887 w 2111887"/>
              <a:gd name="connsiteY9" fmla="*/ 4320988 h 4568205"/>
              <a:gd name="connsiteX10" fmla="*/ 1864670 w 2111887"/>
              <a:gd name="connsiteY10" fmla="*/ 4568205 h 4568205"/>
              <a:gd name="connsiteX11" fmla="*/ 247217 w 2111887"/>
              <a:gd name="connsiteY11" fmla="*/ 4568205 h 4568205"/>
              <a:gd name="connsiteX12" fmla="*/ 0 w 2111887"/>
              <a:gd name="connsiteY12" fmla="*/ 4320988 h 4568205"/>
              <a:gd name="connsiteX13" fmla="*/ 0 w 2111887"/>
              <a:gd name="connsiteY13" fmla="*/ 271997 h 4568205"/>
              <a:gd name="connsiteX0" fmla="*/ 0 w 2111887"/>
              <a:gd name="connsiteY0" fmla="*/ 271997 h 4568205"/>
              <a:gd name="connsiteX1" fmla="*/ 235311 w 2111887"/>
              <a:gd name="connsiteY1" fmla="*/ 12874 h 4568205"/>
              <a:gd name="connsiteX2" fmla="*/ 579412 w 2111887"/>
              <a:gd name="connsiteY2" fmla="*/ 8112 h 4568205"/>
              <a:gd name="connsiteX3" fmla="*/ 762768 w 2111887"/>
              <a:gd name="connsiteY3" fmla="*/ 22399 h 4568205"/>
              <a:gd name="connsiteX4" fmla="*/ 1272357 w 2111887"/>
              <a:gd name="connsiteY4" fmla="*/ 22398 h 4568205"/>
              <a:gd name="connsiteX5" fmla="*/ 1520006 w 2111887"/>
              <a:gd name="connsiteY5" fmla="*/ 8111 h 4568205"/>
              <a:gd name="connsiteX6" fmla="*/ 1895626 w 2111887"/>
              <a:gd name="connsiteY6" fmla="*/ 17637 h 4568205"/>
              <a:gd name="connsiteX7" fmla="*/ 2111887 w 2111887"/>
              <a:gd name="connsiteY7" fmla="*/ 271997 h 4568205"/>
              <a:gd name="connsiteX8" fmla="*/ 2111887 w 2111887"/>
              <a:gd name="connsiteY8" fmla="*/ 4320988 h 4568205"/>
              <a:gd name="connsiteX9" fmla="*/ 1864670 w 2111887"/>
              <a:gd name="connsiteY9" fmla="*/ 4568205 h 4568205"/>
              <a:gd name="connsiteX10" fmla="*/ 247217 w 2111887"/>
              <a:gd name="connsiteY10" fmla="*/ 4568205 h 4568205"/>
              <a:gd name="connsiteX11" fmla="*/ 0 w 2111887"/>
              <a:gd name="connsiteY11" fmla="*/ 4320988 h 4568205"/>
              <a:gd name="connsiteX12" fmla="*/ 0 w 2111887"/>
              <a:gd name="connsiteY12" fmla="*/ 271997 h 4568205"/>
              <a:gd name="connsiteX0" fmla="*/ 0 w 2111887"/>
              <a:gd name="connsiteY0" fmla="*/ 275715 h 4571923"/>
              <a:gd name="connsiteX1" fmla="*/ 235311 w 2111887"/>
              <a:gd name="connsiteY1" fmla="*/ 16592 h 4571923"/>
              <a:gd name="connsiteX2" fmla="*/ 762768 w 2111887"/>
              <a:gd name="connsiteY2" fmla="*/ 26117 h 4571923"/>
              <a:gd name="connsiteX3" fmla="*/ 1272357 w 2111887"/>
              <a:gd name="connsiteY3" fmla="*/ 26116 h 4571923"/>
              <a:gd name="connsiteX4" fmla="*/ 1520006 w 2111887"/>
              <a:gd name="connsiteY4" fmla="*/ 11829 h 4571923"/>
              <a:gd name="connsiteX5" fmla="*/ 1895626 w 2111887"/>
              <a:gd name="connsiteY5" fmla="*/ 21355 h 4571923"/>
              <a:gd name="connsiteX6" fmla="*/ 2111887 w 2111887"/>
              <a:gd name="connsiteY6" fmla="*/ 275715 h 4571923"/>
              <a:gd name="connsiteX7" fmla="*/ 2111887 w 2111887"/>
              <a:gd name="connsiteY7" fmla="*/ 4324706 h 4571923"/>
              <a:gd name="connsiteX8" fmla="*/ 1864670 w 2111887"/>
              <a:gd name="connsiteY8" fmla="*/ 4571923 h 4571923"/>
              <a:gd name="connsiteX9" fmla="*/ 247217 w 2111887"/>
              <a:gd name="connsiteY9" fmla="*/ 4571923 h 4571923"/>
              <a:gd name="connsiteX10" fmla="*/ 0 w 2111887"/>
              <a:gd name="connsiteY10" fmla="*/ 4324706 h 4571923"/>
              <a:gd name="connsiteX11" fmla="*/ 0 w 2111887"/>
              <a:gd name="connsiteY11" fmla="*/ 275715 h 4571923"/>
              <a:gd name="connsiteX0" fmla="*/ 0 w 2111887"/>
              <a:gd name="connsiteY0" fmla="*/ 275289 h 4571497"/>
              <a:gd name="connsiteX1" fmla="*/ 235311 w 2111887"/>
              <a:gd name="connsiteY1" fmla="*/ 16166 h 4571497"/>
              <a:gd name="connsiteX2" fmla="*/ 1272357 w 2111887"/>
              <a:gd name="connsiteY2" fmla="*/ 25690 h 4571497"/>
              <a:gd name="connsiteX3" fmla="*/ 1520006 w 2111887"/>
              <a:gd name="connsiteY3" fmla="*/ 11403 h 4571497"/>
              <a:gd name="connsiteX4" fmla="*/ 1895626 w 2111887"/>
              <a:gd name="connsiteY4" fmla="*/ 20929 h 4571497"/>
              <a:gd name="connsiteX5" fmla="*/ 2111887 w 2111887"/>
              <a:gd name="connsiteY5" fmla="*/ 275289 h 4571497"/>
              <a:gd name="connsiteX6" fmla="*/ 2111887 w 2111887"/>
              <a:gd name="connsiteY6" fmla="*/ 4324280 h 4571497"/>
              <a:gd name="connsiteX7" fmla="*/ 1864670 w 2111887"/>
              <a:gd name="connsiteY7" fmla="*/ 4571497 h 4571497"/>
              <a:gd name="connsiteX8" fmla="*/ 247217 w 2111887"/>
              <a:gd name="connsiteY8" fmla="*/ 4571497 h 4571497"/>
              <a:gd name="connsiteX9" fmla="*/ 0 w 2111887"/>
              <a:gd name="connsiteY9" fmla="*/ 4324280 h 4571497"/>
              <a:gd name="connsiteX10" fmla="*/ 0 w 2111887"/>
              <a:gd name="connsiteY10" fmla="*/ 275289 h 4571497"/>
              <a:gd name="connsiteX0" fmla="*/ 0 w 2111887"/>
              <a:gd name="connsiteY0" fmla="*/ 280184 h 4576392"/>
              <a:gd name="connsiteX1" fmla="*/ 235311 w 2111887"/>
              <a:gd name="connsiteY1" fmla="*/ 21061 h 4576392"/>
              <a:gd name="connsiteX2" fmla="*/ 1520006 w 2111887"/>
              <a:gd name="connsiteY2" fmla="*/ 16298 h 4576392"/>
              <a:gd name="connsiteX3" fmla="*/ 1895626 w 2111887"/>
              <a:gd name="connsiteY3" fmla="*/ 25824 h 4576392"/>
              <a:gd name="connsiteX4" fmla="*/ 2111887 w 2111887"/>
              <a:gd name="connsiteY4" fmla="*/ 280184 h 4576392"/>
              <a:gd name="connsiteX5" fmla="*/ 2111887 w 2111887"/>
              <a:gd name="connsiteY5" fmla="*/ 4329175 h 4576392"/>
              <a:gd name="connsiteX6" fmla="*/ 1864670 w 2111887"/>
              <a:gd name="connsiteY6" fmla="*/ 4576392 h 4576392"/>
              <a:gd name="connsiteX7" fmla="*/ 247217 w 2111887"/>
              <a:gd name="connsiteY7" fmla="*/ 4576392 h 4576392"/>
              <a:gd name="connsiteX8" fmla="*/ 0 w 2111887"/>
              <a:gd name="connsiteY8" fmla="*/ 4329175 h 4576392"/>
              <a:gd name="connsiteX9" fmla="*/ 0 w 2111887"/>
              <a:gd name="connsiteY9" fmla="*/ 280184 h 4576392"/>
              <a:gd name="connsiteX0" fmla="*/ 0 w 2111887"/>
              <a:gd name="connsiteY0" fmla="*/ 288917 h 4585125"/>
              <a:gd name="connsiteX1" fmla="*/ 235311 w 2111887"/>
              <a:gd name="connsiteY1" fmla="*/ 29794 h 4585125"/>
              <a:gd name="connsiteX2" fmla="*/ 1895626 w 2111887"/>
              <a:gd name="connsiteY2" fmla="*/ 34557 h 4585125"/>
              <a:gd name="connsiteX3" fmla="*/ 2111887 w 2111887"/>
              <a:gd name="connsiteY3" fmla="*/ 288917 h 4585125"/>
              <a:gd name="connsiteX4" fmla="*/ 2111887 w 2111887"/>
              <a:gd name="connsiteY4" fmla="*/ 4337908 h 4585125"/>
              <a:gd name="connsiteX5" fmla="*/ 1864670 w 2111887"/>
              <a:gd name="connsiteY5" fmla="*/ 4585125 h 4585125"/>
              <a:gd name="connsiteX6" fmla="*/ 247217 w 2111887"/>
              <a:gd name="connsiteY6" fmla="*/ 4585125 h 4585125"/>
              <a:gd name="connsiteX7" fmla="*/ 0 w 2111887"/>
              <a:gd name="connsiteY7" fmla="*/ 4337908 h 4585125"/>
              <a:gd name="connsiteX8" fmla="*/ 0 w 2111887"/>
              <a:gd name="connsiteY8" fmla="*/ 288917 h 4585125"/>
              <a:gd name="connsiteX0" fmla="*/ 0 w 2111887"/>
              <a:gd name="connsiteY0" fmla="*/ 316063 h 4612271"/>
              <a:gd name="connsiteX1" fmla="*/ 235311 w 2111887"/>
              <a:gd name="connsiteY1" fmla="*/ 56940 h 4612271"/>
              <a:gd name="connsiteX2" fmla="*/ 1888483 w 2111887"/>
              <a:gd name="connsiteY2" fmla="*/ 18841 h 4612271"/>
              <a:gd name="connsiteX3" fmla="*/ 2111887 w 2111887"/>
              <a:gd name="connsiteY3" fmla="*/ 316063 h 4612271"/>
              <a:gd name="connsiteX4" fmla="*/ 2111887 w 2111887"/>
              <a:gd name="connsiteY4" fmla="*/ 4365054 h 4612271"/>
              <a:gd name="connsiteX5" fmla="*/ 1864670 w 2111887"/>
              <a:gd name="connsiteY5" fmla="*/ 4612271 h 4612271"/>
              <a:gd name="connsiteX6" fmla="*/ 247217 w 2111887"/>
              <a:gd name="connsiteY6" fmla="*/ 4612271 h 4612271"/>
              <a:gd name="connsiteX7" fmla="*/ 0 w 2111887"/>
              <a:gd name="connsiteY7" fmla="*/ 4365054 h 4612271"/>
              <a:gd name="connsiteX8" fmla="*/ 0 w 2111887"/>
              <a:gd name="connsiteY8" fmla="*/ 316063 h 4612271"/>
              <a:gd name="connsiteX0" fmla="*/ 0 w 2111887"/>
              <a:gd name="connsiteY0" fmla="*/ 327050 h 4623258"/>
              <a:gd name="connsiteX1" fmla="*/ 223404 w 2111887"/>
              <a:gd name="connsiteY1" fmla="*/ 34589 h 4623258"/>
              <a:gd name="connsiteX2" fmla="*/ 1888483 w 2111887"/>
              <a:gd name="connsiteY2" fmla="*/ 29828 h 4623258"/>
              <a:gd name="connsiteX3" fmla="*/ 2111887 w 2111887"/>
              <a:gd name="connsiteY3" fmla="*/ 327050 h 4623258"/>
              <a:gd name="connsiteX4" fmla="*/ 2111887 w 2111887"/>
              <a:gd name="connsiteY4" fmla="*/ 4376041 h 4623258"/>
              <a:gd name="connsiteX5" fmla="*/ 1864670 w 2111887"/>
              <a:gd name="connsiteY5" fmla="*/ 4623258 h 4623258"/>
              <a:gd name="connsiteX6" fmla="*/ 247217 w 2111887"/>
              <a:gd name="connsiteY6" fmla="*/ 4623258 h 4623258"/>
              <a:gd name="connsiteX7" fmla="*/ 0 w 2111887"/>
              <a:gd name="connsiteY7" fmla="*/ 4376041 h 4623258"/>
              <a:gd name="connsiteX8" fmla="*/ 0 w 2111887"/>
              <a:gd name="connsiteY8" fmla="*/ 327050 h 4623258"/>
              <a:gd name="connsiteX0" fmla="*/ 0 w 2111887"/>
              <a:gd name="connsiteY0" fmla="*/ 318359 h 4614567"/>
              <a:gd name="connsiteX1" fmla="*/ 223404 w 2111887"/>
              <a:gd name="connsiteY1" fmla="*/ 25898 h 4614567"/>
              <a:gd name="connsiteX2" fmla="*/ 1888483 w 2111887"/>
              <a:gd name="connsiteY2" fmla="*/ 21137 h 4614567"/>
              <a:gd name="connsiteX3" fmla="*/ 2111887 w 2111887"/>
              <a:gd name="connsiteY3" fmla="*/ 318359 h 4614567"/>
              <a:gd name="connsiteX4" fmla="*/ 2111887 w 2111887"/>
              <a:gd name="connsiteY4" fmla="*/ 4367350 h 4614567"/>
              <a:gd name="connsiteX5" fmla="*/ 1864670 w 2111887"/>
              <a:gd name="connsiteY5" fmla="*/ 4614567 h 4614567"/>
              <a:gd name="connsiteX6" fmla="*/ 247217 w 2111887"/>
              <a:gd name="connsiteY6" fmla="*/ 4614567 h 4614567"/>
              <a:gd name="connsiteX7" fmla="*/ 0 w 2111887"/>
              <a:gd name="connsiteY7" fmla="*/ 4367350 h 4614567"/>
              <a:gd name="connsiteX8" fmla="*/ 0 w 2111887"/>
              <a:gd name="connsiteY8" fmla="*/ 318359 h 4614567"/>
              <a:gd name="connsiteX0" fmla="*/ 0 w 2111887"/>
              <a:gd name="connsiteY0" fmla="*/ 308933 h 4605141"/>
              <a:gd name="connsiteX1" fmla="*/ 223404 w 2111887"/>
              <a:gd name="connsiteY1" fmla="*/ 16472 h 4605141"/>
              <a:gd name="connsiteX2" fmla="*/ 1888483 w 2111887"/>
              <a:gd name="connsiteY2" fmla="*/ 11711 h 4605141"/>
              <a:gd name="connsiteX3" fmla="*/ 2111887 w 2111887"/>
              <a:gd name="connsiteY3" fmla="*/ 308933 h 4605141"/>
              <a:gd name="connsiteX4" fmla="*/ 2111887 w 2111887"/>
              <a:gd name="connsiteY4" fmla="*/ 4357924 h 4605141"/>
              <a:gd name="connsiteX5" fmla="*/ 1864670 w 2111887"/>
              <a:gd name="connsiteY5" fmla="*/ 4605141 h 4605141"/>
              <a:gd name="connsiteX6" fmla="*/ 247217 w 2111887"/>
              <a:gd name="connsiteY6" fmla="*/ 4605141 h 4605141"/>
              <a:gd name="connsiteX7" fmla="*/ 0 w 2111887"/>
              <a:gd name="connsiteY7" fmla="*/ 4357924 h 4605141"/>
              <a:gd name="connsiteX8" fmla="*/ 0 w 2111887"/>
              <a:gd name="connsiteY8" fmla="*/ 308933 h 4605141"/>
              <a:gd name="connsiteX0" fmla="*/ 0 w 2111887"/>
              <a:gd name="connsiteY0" fmla="*/ 308933 h 4605141"/>
              <a:gd name="connsiteX1" fmla="*/ 223404 w 2111887"/>
              <a:gd name="connsiteY1" fmla="*/ 16472 h 4605141"/>
              <a:gd name="connsiteX2" fmla="*/ 1888483 w 2111887"/>
              <a:gd name="connsiteY2" fmla="*/ 11711 h 4605141"/>
              <a:gd name="connsiteX3" fmla="*/ 2111887 w 2111887"/>
              <a:gd name="connsiteY3" fmla="*/ 308933 h 4605141"/>
              <a:gd name="connsiteX4" fmla="*/ 2111887 w 2111887"/>
              <a:gd name="connsiteY4" fmla="*/ 4357924 h 4605141"/>
              <a:gd name="connsiteX5" fmla="*/ 1864670 w 2111887"/>
              <a:gd name="connsiteY5" fmla="*/ 4605141 h 4605141"/>
              <a:gd name="connsiteX6" fmla="*/ 247217 w 2111887"/>
              <a:gd name="connsiteY6" fmla="*/ 4605141 h 4605141"/>
              <a:gd name="connsiteX7" fmla="*/ 0 w 2111887"/>
              <a:gd name="connsiteY7" fmla="*/ 4357924 h 4605141"/>
              <a:gd name="connsiteX8" fmla="*/ 0 w 2111887"/>
              <a:gd name="connsiteY8" fmla="*/ 308933 h 4605141"/>
              <a:gd name="connsiteX0" fmla="*/ 0 w 2119031"/>
              <a:gd name="connsiteY0" fmla="*/ 292265 h 4605141"/>
              <a:gd name="connsiteX1" fmla="*/ 230548 w 2119031"/>
              <a:gd name="connsiteY1" fmla="*/ 16472 h 4605141"/>
              <a:gd name="connsiteX2" fmla="*/ 1895627 w 2119031"/>
              <a:gd name="connsiteY2" fmla="*/ 11711 h 4605141"/>
              <a:gd name="connsiteX3" fmla="*/ 2119031 w 2119031"/>
              <a:gd name="connsiteY3" fmla="*/ 308933 h 4605141"/>
              <a:gd name="connsiteX4" fmla="*/ 2119031 w 2119031"/>
              <a:gd name="connsiteY4" fmla="*/ 4357924 h 4605141"/>
              <a:gd name="connsiteX5" fmla="*/ 1871814 w 2119031"/>
              <a:gd name="connsiteY5" fmla="*/ 4605141 h 4605141"/>
              <a:gd name="connsiteX6" fmla="*/ 254361 w 2119031"/>
              <a:gd name="connsiteY6" fmla="*/ 4605141 h 4605141"/>
              <a:gd name="connsiteX7" fmla="*/ 7144 w 2119031"/>
              <a:gd name="connsiteY7" fmla="*/ 4357924 h 4605141"/>
              <a:gd name="connsiteX8" fmla="*/ 0 w 2119031"/>
              <a:gd name="connsiteY8" fmla="*/ 292265 h 4605141"/>
              <a:gd name="connsiteX0" fmla="*/ 0 w 2128556"/>
              <a:gd name="connsiteY0" fmla="*/ 292265 h 4605141"/>
              <a:gd name="connsiteX1" fmla="*/ 230548 w 2128556"/>
              <a:gd name="connsiteY1" fmla="*/ 16472 h 4605141"/>
              <a:gd name="connsiteX2" fmla="*/ 1895627 w 2128556"/>
              <a:gd name="connsiteY2" fmla="*/ 11711 h 4605141"/>
              <a:gd name="connsiteX3" fmla="*/ 2128556 w 2128556"/>
              <a:gd name="connsiteY3" fmla="*/ 297027 h 4605141"/>
              <a:gd name="connsiteX4" fmla="*/ 2119031 w 2128556"/>
              <a:gd name="connsiteY4" fmla="*/ 4357924 h 4605141"/>
              <a:gd name="connsiteX5" fmla="*/ 1871814 w 2128556"/>
              <a:gd name="connsiteY5" fmla="*/ 4605141 h 4605141"/>
              <a:gd name="connsiteX6" fmla="*/ 254361 w 2128556"/>
              <a:gd name="connsiteY6" fmla="*/ 4605141 h 4605141"/>
              <a:gd name="connsiteX7" fmla="*/ 7144 w 2128556"/>
              <a:gd name="connsiteY7" fmla="*/ 4357924 h 4605141"/>
              <a:gd name="connsiteX8" fmla="*/ 0 w 2128556"/>
              <a:gd name="connsiteY8" fmla="*/ 292265 h 4605141"/>
              <a:gd name="connsiteX0" fmla="*/ 0 w 2128556"/>
              <a:gd name="connsiteY0" fmla="*/ 292265 h 4605141"/>
              <a:gd name="connsiteX1" fmla="*/ 230548 w 2128556"/>
              <a:gd name="connsiteY1" fmla="*/ 16472 h 4605141"/>
              <a:gd name="connsiteX2" fmla="*/ 1895627 w 2128556"/>
              <a:gd name="connsiteY2" fmla="*/ 11711 h 4605141"/>
              <a:gd name="connsiteX3" fmla="*/ 2128556 w 2128556"/>
              <a:gd name="connsiteY3" fmla="*/ 297027 h 4605141"/>
              <a:gd name="connsiteX4" fmla="*/ 2128556 w 2128556"/>
              <a:gd name="connsiteY4" fmla="*/ 4360305 h 4605141"/>
              <a:gd name="connsiteX5" fmla="*/ 1871814 w 2128556"/>
              <a:gd name="connsiteY5" fmla="*/ 4605141 h 4605141"/>
              <a:gd name="connsiteX6" fmla="*/ 254361 w 2128556"/>
              <a:gd name="connsiteY6" fmla="*/ 4605141 h 4605141"/>
              <a:gd name="connsiteX7" fmla="*/ 7144 w 2128556"/>
              <a:gd name="connsiteY7" fmla="*/ 4357924 h 4605141"/>
              <a:gd name="connsiteX8" fmla="*/ 0 w 2128556"/>
              <a:gd name="connsiteY8" fmla="*/ 292265 h 4605141"/>
              <a:gd name="connsiteX0" fmla="*/ 0 w 2128556"/>
              <a:gd name="connsiteY0" fmla="*/ 292265 h 4626572"/>
              <a:gd name="connsiteX1" fmla="*/ 230548 w 2128556"/>
              <a:gd name="connsiteY1" fmla="*/ 16472 h 4626572"/>
              <a:gd name="connsiteX2" fmla="*/ 1895627 w 2128556"/>
              <a:gd name="connsiteY2" fmla="*/ 11711 h 4626572"/>
              <a:gd name="connsiteX3" fmla="*/ 2128556 w 2128556"/>
              <a:gd name="connsiteY3" fmla="*/ 297027 h 4626572"/>
              <a:gd name="connsiteX4" fmla="*/ 2128556 w 2128556"/>
              <a:gd name="connsiteY4" fmla="*/ 4360305 h 4626572"/>
              <a:gd name="connsiteX5" fmla="*/ 1867051 w 2128556"/>
              <a:gd name="connsiteY5" fmla="*/ 4626572 h 4626572"/>
              <a:gd name="connsiteX6" fmla="*/ 254361 w 2128556"/>
              <a:gd name="connsiteY6" fmla="*/ 4605141 h 4626572"/>
              <a:gd name="connsiteX7" fmla="*/ 7144 w 2128556"/>
              <a:gd name="connsiteY7" fmla="*/ 4357924 h 4626572"/>
              <a:gd name="connsiteX8" fmla="*/ 0 w 2128556"/>
              <a:gd name="connsiteY8" fmla="*/ 292265 h 4626572"/>
              <a:gd name="connsiteX0" fmla="*/ 0 w 2128556"/>
              <a:gd name="connsiteY0" fmla="*/ 292265 h 4626572"/>
              <a:gd name="connsiteX1" fmla="*/ 230548 w 2128556"/>
              <a:gd name="connsiteY1" fmla="*/ 16472 h 4626572"/>
              <a:gd name="connsiteX2" fmla="*/ 1895627 w 2128556"/>
              <a:gd name="connsiteY2" fmla="*/ 11711 h 4626572"/>
              <a:gd name="connsiteX3" fmla="*/ 2128556 w 2128556"/>
              <a:gd name="connsiteY3" fmla="*/ 297027 h 4626572"/>
              <a:gd name="connsiteX4" fmla="*/ 2128556 w 2128556"/>
              <a:gd name="connsiteY4" fmla="*/ 4360305 h 4626572"/>
              <a:gd name="connsiteX5" fmla="*/ 1867051 w 2128556"/>
              <a:gd name="connsiteY5" fmla="*/ 4626572 h 4626572"/>
              <a:gd name="connsiteX6" fmla="*/ 254361 w 2128556"/>
              <a:gd name="connsiteY6" fmla="*/ 4624191 h 4626572"/>
              <a:gd name="connsiteX7" fmla="*/ 7144 w 2128556"/>
              <a:gd name="connsiteY7" fmla="*/ 4357924 h 4626572"/>
              <a:gd name="connsiteX8" fmla="*/ 0 w 2128556"/>
              <a:gd name="connsiteY8" fmla="*/ 292265 h 4626572"/>
              <a:gd name="connsiteX0" fmla="*/ 2874 w 2131430"/>
              <a:gd name="connsiteY0" fmla="*/ 292265 h 4626572"/>
              <a:gd name="connsiteX1" fmla="*/ 233422 w 2131430"/>
              <a:gd name="connsiteY1" fmla="*/ 16472 h 4626572"/>
              <a:gd name="connsiteX2" fmla="*/ 1898501 w 2131430"/>
              <a:gd name="connsiteY2" fmla="*/ 11711 h 4626572"/>
              <a:gd name="connsiteX3" fmla="*/ 2131430 w 2131430"/>
              <a:gd name="connsiteY3" fmla="*/ 297027 h 4626572"/>
              <a:gd name="connsiteX4" fmla="*/ 2131430 w 2131430"/>
              <a:gd name="connsiteY4" fmla="*/ 4360305 h 4626572"/>
              <a:gd name="connsiteX5" fmla="*/ 1869925 w 2131430"/>
              <a:gd name="connsiteY5" fmla="*/ 4626572 h 4626572"/>
              <a:gd name="connsiteX6" fmla="*/ 257235 w 2131430"/>
              <a:gd name="connsiteY6" fmla="*/ 4624191 h 4626572"/>
              <a:gd name="connsiteX7" fmla="*/ 493 w 2131430"/>
              <a:gd name="connsiteY7" fmla="*/ 4357924 h 4626572"/>
              <a:gd name="connsiteX8" fmla="*/ 2874 w 2131430"/>
              <a:gd name="connsiteY8" fmla="*/ 292265 h 4626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1430" h="4626572">
                <a:moveTo>
                  <a:pt x="2874" y="292265"/>
                </a:moveTo>
                <a:cubicBezTo>
                  <a:pt x="2874" y="155731"/>
                  <a:pt x="101650" y="18853"/>
                  <a:pt x="233422" y="16472"/>
                </a:cubicBezTo>
                <a:cubicBezTo>
                  <a:pt x="556504" y="2654"/>
                  <a:pt x="1580975" y="-10045"/>
                  <a:pt x="1898501" y="11711"/>
                </a:cubicBezTo>
                <a:cubicBezTo>
                  <a:pt x="2042179" y="21236"/>
                  <a:pt x="2131430" y="160493"/>
                  <a:pt x="2131430" y="297027"/>
                </a:cubicBezTo>
                <a:lnTo>
                  <a:pt x="2131430" y="4360305"/>
                </a:lnTo>
                <a:cubicBezTo>
                  <a:pt x="2131430" y="4496839"/>
                  <a:pt x="2006459" y="4626572"/>
                  <a:pt x="1869925" y="4626572"/>
                </a:cubicBezTo>
                <a:lnTo>
                  <a:pt x="257235" y="4624191"/>
                </a:lnTo>
                <a:cubicBezTo>
                  <a:pt x="120701" y="4624191"/>
                  <a:pt x="493" y="4494458"/>
                  <a:pt x="493" y="4357924"/>
                </a:cubicBezTo>
                <a:cubicBezTo>
                  <a:pt x="-1888" y="3002704"/>
                  <a:pt x="5255" y="1647485"/>
                  <a:pt x="2874" y="292265"/>
                </a:cubicBezTo>
                <a:close/>
              </a:path>
            </a:pathLst>
          </a:custGeom>
          <a:blipFill>
            <a:blip r:embed="rId6"/>
            <a:stretch>
              <a:fillRect/>
            </a:stretch>
          </a:blipFill>
        </p:spPr>
        <p:txBody>
          <a:bodyPr anchor="ctr" anchorCtr="0"/>
          <a:lstStyle>
            <a:lvl1pPr marL="0" indent="0" algn="ctr">
              <a:buNone/>
              <a:defRPr/>
            </a:lvl1pPr>
          </a:lstStyle>
          <a:p>
            <a:r>
              <a:rPr lang="en-US"/>
              <a:t> </a:t>
            </a:r>
          </a:p>
        </p:txBody>
      </p:sp>
    </p:spTree>
    <p:extLst>
      <p:ext uri="{BB962C8B-B14F-4D97-AF65-F5344CB8AC3E}">
        <p14:creationId xmlns:p14="http://schemas.microsoft.com/office/powerpoint/2010/main" val="3236308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left)">
                                      <p:cBhvr>
                                        <p:cTn id="7" dur="500"/>
                                        <p:tgtEl>
                                          <p:spTgt spid="27"/>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8">
                                            <p:txEl>
                                              <p:pRg st="0" end="0"/>
                                            </p:txEl>
                                          </p:spTgt>
                                        </p:tgtEl>
                                        <p:attrNameLst>
                                          <p:attrName>style.visibility</p:attrName>
                                        </p:attrNameLst>
                                      </p:cBhvr>
                                      <p:to>
                                        <p:strVal val="visible"/>
                                      </p:to>
                                    </p:set>
                                    <p:animEffect transition="in" filter="wipe(left)">
                                      <p:cBhvr>
                                        <p:cTn id="11" dur="500"/>
                                        <p:tgtEl>
                                          <p:spTgt spid="2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build="p">
        <p:tmplLst>
          <p:tmpl lvl="1">
            <p:tnLst>
              <p:par>
                <p:cTn presetID="22" presetClass="entr" presetSubtype="8" fill="hold" nodeType="afterEffect">
                  <p:stCondLst>
                    <p:cond delay="0"/>
                  </p:stCondLst>
                  <p:childTnLst>
                    <p:set>
                      <p:cBhvr>
                        <p:cTn dur="1" fill="hold">
                          <p:stCondLst>
                            <p:cond delay="0"/>
                          </p:stCondLst>
                        </p:cTn>
                        <p:tgtEl>
                          <p:spTgt spid="28"/>
                        </p:tgtEl>
                        <p:attrNameLst>
                          <p:attrName>style.visibility</p:attrName>
                        </p:attrNameLst>
                      </p:cBhvr>
                      <p:to>
                        <p:strVal val="visible"/>
                      </p:to>
                    </p:set>
                    <p:animEffect transition="in" filter="wipe(left)">
                      <p:cBhvr>
                        <p:cTn dur="500"/>
                        <p:tgtEl>
                          <p:spTgt spid="28"/>
                        </p:tgtEl>
                      </p:cBhvr>
                    </p:animEffect>
                  </p:childTnLst>
                </p:cTn>
              </p:par>
            </p:tnLst>
          </p:tmpl>
        </p:tmplLst>
      </p:bldP>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0" i="0">
                <a:solidFill>
                  <a:schemeClr val="tx1">
                    <a:tint val="75000"/>
                  </a:schemeClr>
                </a:solidFill>
                <a:latin typeface="K2D" panose="00000500000000000000" pitchFamily="2" charset="-34"/>
              </a:defRPr>
            </a:lvl1pPr>
          </a:lstStyle>
          <a:p>
            <a:fld id="{00D1CE85-AA59-46D7-98F4-301D80B40614}" type="datetimeFigureOut">
              <a:rPr lang="en-US" smtClean="0"/>
              <a:pPr/>
              <a:t>4/24/2026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0" i="0">
                <a:solidFill>
                  <a:schemeClr val="tx1">
                    <a:tint val="75000"/>
                  </a:schemeClr>
                </a:solidFill>
                <a:latin typeface="K2D" panose="00000500000000000000" pitchFamily="2" charset="-34"/>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tint val="75000"/>
                  </a:schemeClr>
                </a:solidFill>
                <a:latin typeface="K2D" panose="00000500000000000000" pitchFamily="2" charset="-34"/>
              </a:defRPr>
            </a:lvl1pPr>
          </a:lstStyle>
          <a:p>
            <a:fld id="{B9B05A01-6F48-4D1A-BEA9-613C8F70D2DA}" type="slidenum">
              <a:rPr lang="en-US" smtClean="0"/>
              <a:pPr/>
              <a:t>‹#›</a:t>
            </a:fld>
            <a:endParaRPr lang="en-US"/>
          </a:p>
        </p:txBody>
      </p:sp>
    </p:spTree>
    <p:extLst>
      <p:ext uri="{BB962C8B-B14F-4D97-AF65-F5344CB8AC3E}">
        <p14:creationId xmlns:p14="http://schemas.microsoft.com/office/powerpoint/2010/main" val="1103704578"/>
      </p:ext>
    </p:extLst>
  </p:cSld>
  <p:clrMap bg1="lt1" tx1="dk1" bg2="lt2" tx2="dk2" accent1="accent1" accent2="accent2" accent3="accent3" accent4="accent4" accent5="accent5" accent6="accent6" hlink="hlink" folHlink="folHlink"/>
  <p:sldLayoutIdLst>
    <p:sldLayoutId id="2147483650" r:id="rId1"/>
    <p:sldLayoutId id="2147483680" r:id="rId2"/>
    <p:sldLayoutId id="2147483679" r:id="rId3"/>
    <p:sldLayoutId id="2147483652" r:id="rId4"/>
    <p:sldLayoutId id="2147483653" r:id="rId5"/>
    <p:sldLayoutId id="2147483654" r:id="rId6"/>
    <p:sldLayoutId id="2147483677" r:id="rId7"/>
    <p:sldLayoutId id="2147483655" r:id="rId8"/>
    <p:sldLayoutId id="2147483656" r:id="rId9"/>
    <p:sldLayoutId id="2147483657" r:id="rId10"/>
    <p:sldLayoutId id="2147483678" r:id="rId11"/>
    <p:sldLayoutId id="2147483658" r:id="rId12"/>
    <p:sldLayoutId id="2147483659" r:id="rId13"/>
    <p:sldLayoutId id="2147483660" r:id="rId14"/>
    <p:sldLayoutId id="2147483661" r:id="rId15"/>
    <p:sldLayoutId id="2147483663" r:id="rId16"/>
    <p:sldLayoutId id="2147483666" r:id="rId17"/>
    <p:sldLayoutId id="2147483674" r:id="rId18"/>
    <p:sldLayoutId id="2147483673" r:id="rId19"/>
    <p:sldLayoutId id="2147483675" r:id="rId20"/>
    <p:sldLayoutId id="2147483676" r:id="rId21"/>
    <p:sldLayoutId id="2147483664" r:id="rId22"/>
    <p:sldLayoutId id="2147483665" r:id="rId23"/>
    <p:sldLayoutId id="2147483667" r:id="rId24"/>
    <p:sldLayoutId id="2147483668" r:id="rId25"/>
    <p:sldLayoutId id="2147483669" r:id="rId26"/>
    <p:sldLayoutId id="2147483670" r:id="rId27"/>
    <p:sldLayoutId id="2147483671" r:id="rId28"/>
    <p:sldLayoutId id="2147483672" r:id="rId29"/>
  </p:sldLayoutIdLst>
  <p:txStyles>
    <p:titleStyle>
      <a:lvl1pPr algn="l" defTabSz="914400" rtl="0" eaLnBrk="1" latinLnBrk="0" hangingPunct="1">
        <a:lnSpc>
          <a:spcPct val="90000"/>
        </a:lnSpc>
        <a:spcBef>
          <a:spcPct val="0"/>
        </a:spcBef>
        <a:buNone/>
        <a:defRPr sz="4400" b="0" i="0" kern="1200">
          <a:solidFill>
            <a:schemeClr val="tx1"/>
          </a:solidFill>
          <a:latin typeface="K2D" panose="00000500000000000000" pitchFamily="2" charset="-34"/>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Readex Pro" pitchFamily="2" charset="-78"/>
          <a:ea typeface="+mn-ea"/>
          <a:cs typeface="Readex Pro" pitchFamily="2" charset="-78"/>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Readex Pro" pitchFamily="2" charset="-78"/>
          <a:ea typeface="+mn-ea"/>
          <a:cs typeface="Readex Pro" pitchFamily="2" charset="-78"/>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Readex Pro" pitchFamily="2" charset="-78"/>
          <a:ea typeface="+mn-ea"/>
          <a:cs typeface="Readex Pro" pitchFamily="2" charset="-78"/>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Readex Pro" pitchFamily="2" charset="-78"/>
          <a:ea typeface="+mn-ea"/>
          <a:cs typeface="Readex Pro" pitchFamily="2" charset="-78"/>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Readex Pro" pitchFamily="2" charset="-78"/>
          <a:ea typeface="+mn-ea"/>
          <a:cs typeface="Readex Pro" pitchFamily="2" charset="-78"/>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1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2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3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45E41-A1AF-488B-B0BD-65F8B7FDA7DF}"/>
              </a:ext>
            </a:extLst>
          </p:cNvPr>
          <p:cNvSpPr>
            <a:spLocks noGrp="1"/>
          </p:cNvSpPr>
          <p:nvPr>
            <p:ph type="ctrTitle"/>
          </p:nvPr>
        </p:nvSpPr>
        <p:spPr>
          <a:xfrm>
            <a:off x="488445" y="2501345"/>
            <a:ext cx="11205713" cy="1855310"/>
          </a:xfrm>
        </p:spPr>
        <p:txBody>
          <a:bodyPr>
            <a:normAutofit fontScale="90000"/>
          </a:bodyPr>
          <a:lstStyle/>
          <a:p>
            <a:r>
              <a:rPr lang="en-US" dirty="0"/>
              <a:t>XÂY DỰNG KHUNG ĐÁNH GIÁ AN TOÀN PHẦN MỀM MÃ NGUỒN MỞ DỰA TRÊN CHUỖI CUNG ỨNG PHẦN MỀM</a:t>
            </a:r>
          </a:p>
        </p:txBody>
      </p:sp>
      <p:sp>
        <p:nvSpPr>
          <p:cNvPr id="3" name="Subtitle 2">
            <a:extLst>
              <a:ext uri="{FF2B5EF4-FFF2-40B4-BE49-F238E27FC236}">
                <a16:creationId xmlns:a16="http://schemas.microsoft.com/office/drawing/2014/main" id="{F49537F2-C3B5-487E-AF04-318467A156F4}"/>
              </a:ext>
            </a:extLst>
          </p:cNvPr>
          <p:cNvSpPr>
            <a:spLocks noGrp="1"/>
          </p:cNvSpPr>
          <p:nvPr>
            <p:ph type="subTitle" idx="1"/>
          </p:nvPr>
        </p:nvSpPr>
        <p:spPr>
          <a:xfrm>
            <a:off x="488445" y="4899862"/>
            <a:ext cx="5130035" cy="1036706"/>
          </a:xfrm>
        </p:spPr>
        <p:txBody>
          <a:bodyPr>
            <a:normAutofit lnSpcReduction="10000"/>
          </a:bodyPr>
          <a:lstStyle/>
          <a:p>
            <a:r>
              <a:rPr lang="vi-VN" dirty="0"/>
              <a:t>GVHD</a:t>
            </a:r>
          </a:p>
          <a:p>
            <a:r>
              <a:rPr lang="vi-VN" dirty="0"/>
              <a:t>TS.NGÔ BÁ HÙNG</a:t>
            </a:r>
            <a:endParaRPr lang="en-US" dirty="0"/>
          </a:p>
        </p:txBody>
      </p:sp>
      <p:sp>
        <p:nvSpPr>
          <p:cNvPr id="4" name="Text Placeholder 3">
            <a:extLst>
              <a:ext uri="{FF2B5EF4-FFF2-40B4-BE49-F238E27FC236}">
                <a16:creationId xmlns:a16="http://schemas.microsoft.com/office/drawing/2014/main" id="{8727A67E-F5E5-4E62-AFA1-B5747C25AED8}"/>
              </a:ext>
            </a:extLst>
          </p:cNvPr>
          <p:cNvSpPr>
            <a:spLocks noGrp="1"/>
          </p:cNvSpPr>
          <p:nvPr>
            <p:ph type="body" sz="quarter" idx="12"/>
          </p:nvPr>
        </p:nvSpPr>
        <p:spPr>
          <a:xfrm>
            <a:off x="488446" y="6207193"/>
            <a:ext cx="11205713" cy="492125"/>
          </a:xfrm>
        </p:spPr>
        <p:txBody>
          <a:bodyPr/>
          <a:lstStyle/>
          <a:p>
            <a:r>
              <a:rPr lang="vi-VN" dirty="0"/>
              <a:t>Cần Thơ, ngày 22 tháng 4 năm 2026</a:t>
            </a:r>
            <a:endParaRPr lang="en-US" dirty="0"/>
          </a:p>
        </p:txBody>
      </p:sp>
      <p:sp>
        <p:nvSpPr>
          <p:cNvPr id="6" name="Subtitle 2">
            <a:extLst>
              <a:ext uri="{FF2B5EF4-FFF2-40B4-BE49-F238E27FC236}">
                <a16:creationId xmlns:a16="http://schemas.microsoft.com/office/drawing/2014/main" id="{C52CCE23-5A65-2919-D9AA-E3EF9CA57313}"/>
              </a:ext>
            </a:extLst>
          </p:cNvPr>
          <p:cNvSpPr txBox="1">
            <a:spLocks/>
          </p:cNvSpPr>
          <p:nvPr/>
        </p:nvSpPr>
        <p:spPr>
          <a:xfrm>
            <a:off x="249305" y="404744"/>
            <a:ext cx="5013576" cy="1036706"/>
          </a:xfrm>
          <a:prstGeom prst="rect">
            <a:avLst/>
          </a:prstGeom>
        </p:spPr>
        <p:txBody>
          <a:bodyPr vert="horz" lIns="91440" tIns="45720" rIns="91440" bIns="45720" rtlCol="0" anchor="t" anchorCtr="0">
            <a:normAutofit/>
          </a:bodyPr>
          <a:lstStyle>
            <a:lvl1pPr marL="0" indent="0" algn="ctr" defTabSz="914400" rtl="0" eaLnBrk="1" latinLnBrk="0" hangingPunct="1">
              <a:lnSpc>
                <a:spcPct val="90000"/>
              </a:lnSpc>
              <a:spcBef>
                <a:spcPts val="1000"/>
              </a:spcBef>
              <a:buFont typeface="Arial" panose="020B0604020202020204" pitchFamily="34" charset="0"/>
              <a:buNone/>
              <a:defRPr sz="3200" b="0" i="0" kern="1200" baseline="0">
                <a:solidFill>
                  <a:schemeClr val="bg1"/>
                </a:solidFill>
                <a:latin typeface="Readex Pro" pitchFamily="2" charset="-78"/>
                <a:ea typeface="+mn-ea"/>
                <a:cs typeface="Readex Pro" pitchFamily="2" charset="-78"/>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Readex Pro" pitchFamily="2" charset="-78"/>
                <a:ea typeface="+mn-ea"/>
                <a:cs typeface="Readex Pro" pitchFamily="2" charset="-78"/>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Readex Pro" pitchFamily="2" charset="-78"/>
                <a:ea typeface="+mn-ea"/>
                <a:cs typeface="Readex Pro" pitchFamily="2" charset="-78"/>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Readex Pro" pitchFamily="2" charset="-78"/>
                <a:ea typeface="+mn-ea"/>
                <a:cs typeface="Readex Pro" pitchFamily="2" charset="-78"/>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Readex Pro" pitchFamily="2" charset="-78"/>
                <a:ea typeface="+mn-ea"/>
                <a:cs typeface="Readex Pro" pitchFamily="2" charset="-78"/>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vi-VN" dirty="0"/>
              <a:t>ĐẠI HỌC CẦN THƠ</a:t>
            </a:r>
            <a:endParaRPr lang="en-US" dirty="0"/>
          </a:p>
        </p:txBody>
      </p:sp>
      <p:sp>
        <p:nvSpPr>
          <p:cNvPr id="7" name="Subtitle 2">
            <a:extLst>
              <a:ext uri="{FF2B5EF4-FFF2-40B4-BE49-F238E27FC236}">
                <a16:creationId xmlns:a16="http://schemas.microsoft.com/office/drawing/2014/main" id="{80FAC0D5-0E27-4C2A-23D7-AF31236AA333}"/>
              </a:ext>
            </a:extLst>
          </p:cNvPr>
          <p:cNvSpPr txBox="1">
            <a:spLocks/>
          </p:cNvSpPr>
          <p:nvPr/>
        </p:nvSpPr>
        <p:spPr>
          <a:xfrm>
            <a:off x="6929121" y="404744"/>
            <a:ext cx="5013576" cy="1036706"/>
          </a:xfrm>
          <a:prstGeom prst="rect">
            <a:avLst/>
          </a:prstGeom>
        </p:spPr>
        <p:txBody>
          <a:bodyPr vert="horz" lIns="91440" tIns="45720" rIns="91440" bIns="45720" rtlCol="0" anchor="t" anchorCtr="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3200" b="0" i="0" kern="1200" baseline="0">
                <a:solidFill>
                  <a:schemeClr val="bg1"/>
                </a:solidFill>
                <a:latin typeface="Readex Pro" pitchFamily="2" charset="-78"/>
                <a:ea typeface="+mn-ea"/>
                <a:cs typeface="Readex Pro" pitchFamily="2" charset="-78"/>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Readex Pro" pitchFamily="2" charset="-78"/>
                <a:ea typeface="+mn-ea"/>
                <a:cs typeface="Readex Pro" pitchFamily="2" charset="-78"/>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Readex Pro" pitchFamily="2" charset="-78"/>
                <a:ea typeface="+mn-ea"/>
                <a:cs typeface="Readex Pro" pitchFamily="2" charset="-78"/>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Readex Pro" pitchFamily="2" charset="-78"/>
                <a:ea typeface="+mn-ea"/>
                <a:cs typeface="Readex Pro" pitchFamily="2" charset="-78"/>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Readex Pro" pitchFamily="2" charset="-78"/>
                <a:ea typeface="+mn-ea"/>
                <a:cs typeface="Readex Pro" pitchFamily="2" charset="-78"/>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vi-VN" dirty="0"/>
              <a:t>TRƯỜNG CNTT &amp; TT</a:t>
            </a:r>
          </a:p>
          <a:p>
            <a:r>
              <a:rPr lang="vi-VN" dirty="0"/>
              <a:t>KHOA MMT &amp; TT</a:t>
            </a:r>
            <a:endParaRPr lang="en-US" dirty="0"/>
          </a:p>
        </p:txBody>
      </p:sp>
      <p:sp>
        <p:nvSpPr>
          <p:cNvPr id="8" name="Subtitle 2">
            <a:extLst>
              <a:ext uri="{FF2B5EF4-FFF2-40B4-BE49-F238E27FC236}">
                <a16:creationId xmlns:a16="http://schemas.microsoft.com/office/drawing/2014/main" id="{0C096FD2-43F7-99A5-576A-2354E5157B67}"/>
              </a:ext>
            </a:extLst>
          </p:cNvPr>
          <p:cNvSpPr txBox="1">
            <a:spLocks/>
          </p:cNvSpPr>
          <p:nvPr/>
        </p:nvSpPr>
        <p:spPr>
          <a:xfrm>
            <a:off x="7030720" y="4899862"/>
            <a:ext cx="4785358" cy="1036706"/>
          </a:xfrm>
          <a:prstGeom prst="rect">
            <a:avLst/>
          </a:prstGeom>
        </p:spPr>
        <p:txBody>
          <a:bodyPr vert="horz" lIns="91440" tIns="45720" rIns="91440" bIns="45720" rtlCol="0" anchor="t" anchorCtr="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3200" b="0" i="0" kern="1200" baseline="0">
                <a:solidFill>
                  <a:schemeClr val="bg1"/>
                </a:solidFill>
                <a:latin typeface="Readex Pro" pitchFamily="2" charset="-78"/>
                <a:ea typeface="+mn-ea"/>
                <a:cs typeface="Readex Pro" pitchFamily="2" charset="-78"/>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Readex Pro" pitchFamily="2" charset="-78"/>
                <a:ea typeface="+mn-ea"/>
                <a:cs typeface="Readex Pro" pitchFamily="2" charset="-78"/>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Readex Pro" pitchFamily="2" charset="-78"/>
                <a:ea typeface="+mn-ea"/>
                <a:cs typeface="Readex Pro" pitchFamily="2" charset="-78"/>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Readex Pro" pitchFamily="2" charset="-78"/>
                <a:ea typeface="+mn-ea"/>
                <a:cs typeface="Readex Pro" pitchFamily="2" charset="-78"/>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Readex Pro" pitchFamily="2" charset="-78"/>
                <a:ea typeface="+mn-ea"/>
                <a:cs typeface="Readex Pro" pitchFamily="2" charset="-78"/>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vi-VN" dirty="0"/>
              <a:t>SVTH: Đào Duy Tâm</a:t>
            </a:r>
          </a:p>
          <a:p>
            <a:r>
              <a:rPr lang="vi-VN" dirty="0"/>
              <a:t>MSSV: B2203734</a:t>
            </a:r>
            <a:endParaRPr lang="en-US" dirty="0"/>
          </a:p>
        </p:txBody>
      </p:sp>
    </p:spTree>
    <p:extLst>
      <p:ext uri="{BB962C8B-B14F-4D97-AF65-F5344CB8AC3E}">
        <p14:creationId xmlns:p14="http://schemas.microsoft.com/office/powerpoint/2010/main" val="5208770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E1C98C-59A6-490B-83BD-EE1E10A5BA9A}"/>
              </a:ext>
            </a:extLst>
          </p:cNvPr>
          <p:cNvSpPr>
            <a:spLocks noGrp="1"/>
          </p:cNvSpPr>
          <p:nvPr>
            <p:ph type="title"/>
          </p:nvPr>
        </p:nvSpPr>
        <p:spPr/>
        <p:txBody>
          <a:bodyPr/>
          <a:lstStyle/>
          <a:p>
            <a:r>
              <a:rPr lang="vi-VN" dirty="0"/>
              <a:t>Nội dung</a:t>
            </a:r>
            <a:endParaRPr lang="en-US" dirty="0"/>
          </a:p>
        </p:txBody>
      </p:sp>
      <p:sp>
        <p:nvSpPr>
          <p:cNvPr id="3" name="Content Placeholder 2">
            <a:extLst>
              <a:ext uri="{FF2B5EF4-FFF2-40B4-BE49-F238E27FC236}">
                <a16:creationId xmlns:a16="http://schemas.microsoft.com/office/drawing/2014/main" id="{E48B3A4D-EB59-4245-BACF-15AE3A78BA4E}"/>
              </a:ext>
            </a:extLst>
          </p:cNvPr>
          <p:cNvSpPr>
            <a:spLocks noGrp="1"/>
          </p:cNvSpPr>
          <p:nvPr>
            <p:ph idx="1"/>
          </p:nvPr>
        </p:nvSpPr>
        <p:spPr>
          <a:xfrm>
            <a:off x="838200" y="1477568"/>
            <a:ext cx="10515600" cy="4351338"/>
          </a:xfrm>
        </p:spPr>
        <p:txBody>
          <a:bodyPr>
            <a:normAutofit/>
          </a:bodyPr>
          <a:lstStyle/>
          <a:p>
            <a:pPr marL="457200" indent="-457200">
              <a:lnSpc>
                <a:spcPct val="150000"/>
              </a:lnSpc>
              <a:buFont typeface="+mj-lt"/>
              <a:buAutoNum type="arabicPeriod"/>
            </a:pPr>
            <a:r>
              <a:rPr lang="vi-VN" b="1" dirty="0"/>
              <a:t>Đặt vấn đề</a:t>
            </a:r>
          </a:p>
          <a:p>
            <a:pPr marL="457200" indent="-457200">
              <a:lnSpc>
                <a:spcPct val="150000"/>
              </a:lnSpc>
              <a:buFont typeface="+mj-lt"/>
              <a:buAutoNum type="arabicPeriod"/>
            </a:pPr>
            <a:r>
              <a:rPr lang="vi-VN" b="1" dirty="0"/>
              <a:t>Cơ sở lý thuyết.</a:t>
            </a:r>
          </a:p>
          <a:p>
            <a:pPr marL="457200" indent="-457200">
              <a:lnSpc>
                <a:spcPct val="150000"/>
              </a:lnSpc>
              <a:buFont typeface="+mj-lt"/>
              <a:buAutoNum type="arabicPeriod"/>
            </a:pPr>
            <a:r>
              <a:rPr lang="vi-VN" b="1" dirty="0"/>
              <a:t>Giải pháp thiết kế.</a:t>
            </a:r>
          </a:p>
          <a:p>
            <a:pPr marL="457200" indent="-457200">
              <a:lnSpc>
                <a:spcPct val="150000"/>
              </a:lnSpc>
              <a:buFont typeface="+mj-lt"/>
              <a:buAutoNum type="arabicPeriod"/>
            </a:pPr>
            <a:r>
              <a:rPr lang="vi-VN" b="1" dirty="0"/>
              <a:t>Thực nghiệm và đánh giá.</a:t>
            </a:r>
          </a:p>
          <a:p>
            <a:pPr marL="457200" indent="-457200">
              <a:lnSpc>
                <a:spcPct val="150000"/>
              </a:lnSpc>
              <a:buFont typeface="+mj-lt"/>
              <a:buAutoNum type="arabicPeriod"/>
            </a:pPr>
            <a:r>
              <a:rPr lang="vi-VN" b="1" dirty="0"/>
              <a:t>Kết luận và Hướng phát triển.</a:t>
            </a:r>
          </a:p>
          <a:p>
            <a:pPr marL="457200" indent="-457200">
              <a:lnSpc>
                <a:spcPct val="150000"/>
              </a:lnSpc>
              <a:buFont typeface="+mj-lt"/>
              <a:buAutoNum type="arabicPeriod"/>
            </a:pPr>
            <a:r>
              <a:rPr lang="vi-VN" b="1" dirty="0"/>
              <a:t>Demo</a:t>
            </a:r>
          </a:p>
          <a:p>
            <a:pPr>
              <a:lnSpc>
                <a:spcPct val="150000"/>
              </a:lnSpc>
            </a:pPr>
            <a:endParaRPr lang="en-US" b="1" dirty="0"/>
          </a:p>
        </p:txBody>
      </p:sp>
    </p:spTree>
    <p:extLst>
      <p:ext uri="{BB962C8B-B14F-4D97-AF65-F5344CB8AC3E}">
        <p14:creationId xmlns:p14="http://schemas.microsoft.com/office/powerpoint/2010/main" val="27062058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D5534-7827-4BC2-AA37-164B475ACC16}"/>
              </a:ext>
            </a:extLst>
          </p:cNvPr>
          <p:cNvSpPr>
            <a:spLocks noGrp="1"/>
          </p:cNvSpPr>
          <p:nvPr>
            <p:ph type="ctrTitle"/>
          </p:nvPr>
        </p:nvSpPr>
        <p:spPr>
          <a:xfrm>
            <a:off x="1443567" y="1773238"/>
            <a:ext cx="10029565" cy="1655762"/>
          </a:xfrm>
        </p:spPr>
        <p:txBody>
          <a:bodyPr/>
          <a:lstStyle/>
          <a:p>
            <a:r>
              <a:rPr lang="vi-VN" dirty="0"/>
              <a:t>Phần 1 :</a:t>
            </a:r>
            <a:endParaRPr lang="en-US" dirty="0"/>
          </a:p>
        </p:txBody>
      </p:sp>
      <p:sp>
        <p:nvSpPr>
          <p:cNvPr id="3" name="Subtitle 2">
            <a:extLst>
              <a:ext uri="{FF2B5EF4-FFF2-40B4-BE49-F238E27FC236}">
                <a16:creationId xmlns:a16="http://schemas.microsoft.com/office/drawing/2014/main" id="{DDACE8DF-BE37-4B49-9A1D-4D0FC8ACB34A}"/>
              </a:ext>
            </a:extLst>
          </p:cNvPr>
          <p:cNvSpPr>
            <a:spLocks noGrp="1"/>
          </p:cNvSpPr>
          <p:nvPr>
            <p:ph type="subTitle" idx="1"/>
          </p:nvPr>
        </p:nvSpPr>
        <p:spPr>
          <a:xfrm>
            <a:off x="3520280" y="2841568"/>
            <a:ext cx="3180066" cy="796491"/>
          </a:xfrm>
        </p:spPr>
        <p:txBody>
          <a:bodyPr/>
          <a:lstStyle/>
          <a:p>
            <a:r>
              <a:rPr lang="vi-VN" b="1" dirty="0"/>
              <a:t>Đặt Vấn Đề</a:t>
            </a:r>
            <a:endParaRPr lang="en-US" dirty="0"/>
          </a:p>
        </p:txBody>
      </p:sp>
    </p:spTree>
    <p:extLst>
      <p:ext uri="{BB962C8B-B14F-4D97-AF65-F5344CB8AC3E}">
        <p14:creationId xmlns:p14="http://schemas.microsoft.com/office/powerpoint/2010/main" val="22033571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EED24-CE93-781E-602E-1EDB3C323C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A23C04-74D6-158C-D4BC-AB86135AB6E3}"/>
              </a:ext>
            </a:extLst>
          </p:cNvPr>
          <p:cNvSpPr>
            <a:spLocks noGrp="1"/>
          </p:cNvSpPr>
          <p:nvPr>
            <p:ph type="title"/>
          </p:nvPr>
        </p:nvSpPr>
        <p:spPr>
          <a:xfrm>
            <a:off x="838200" y="152006"/>
            <a:ext cx="11271738" cy="1184426"/>
          </a:xfrm>
        </p:spPr>
        <p:txBody>
          <a:bodyPr/>
          <a:lstStyle/>
          <a:p>
            <a:r>
              <a:rPr lang="vi-VN" dirty="0"/>
              <a:t>Đặt vấn đề &amp; bối cảnh</a:t>
            </a:r>
            <a:endParaRPr lang="en-US" dirty="0"/>
          </a:p>
        </p:txBody>
      </p:sp>
      <p:pic>
        <p:nvPicPr>
          <p:cNvPr id="6" name="Content Placeholder 5">
            <a:extLst>
              <a:ext uri="{FF2B5EF4-FFF2-40B4-BE49-F238E27FC236}">
                <a16:creationId xmlns:a16="http://schemas.microsoft.com/office/drawing/2014/main" id="{D203BF9E-2556-1B50-5B3A-96FB1965CF73}"/>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20231" y="1056764"/>
            <a:ext cx="6067605" cy="5162980"/>
          </a:xfrm>
          <a:prstGeom prst="rect">
            <a:avLst/>
          </a:prstGeom>
        </p:spPr>
      </p:pic>
      <p:sp>
        <p:nvSpPr>
          <p:cNvPr id="7" name="TextBox 6">
            <a:extLst>
              <a:ext uri="{FF2B5EF4-FFF2-40B4-BE49-F238E27FC236}">
                <a16:creationId xmlns:a16="http://schemas.microsoft.com/office/drawing/2014/main" id="{E7A8D1AE-AF68-7753-F7A7-15E4D522502A}"/>
              </a:ext>
            </a:extLst>
          </p:cNvPr>
          <p:cNvSpPr txBox="1"/>
          <p:nvPr/>
        </p:nvSpPr>
        <p:spPr>
          <a:xfrm>
            <a:off x="7785217" y="1924374"/>
            <a:ext cx="3400367" cy="646331"/>
          </a:xfrm>
          <a:prstGeom prst="rect">
            <a:avLst/>
          </a:prstGeom>
          <a:noFill/>
        </p:spPr>
        <p:txBody>
          <a:bodyPr wrap="square" rtlCol="0">
            <a:spAutoFit/>
          </a:bodyPr>
          <a:lstStyle/>
          <a:p>
            <a:r>
              <a:rPr lang="vi-VN" dirty="0">
                <a:latin typeface="Readex Pro" panose="020B0604020202020204" charset="-78"/>
                <a:cs typeface="Readex Pro" panose="020B0604020202020204" charset="-78"/>
              </a:rPr>
              <a:t>Mã nguồn tự viết (DD- Direct Dependencies)</a:t>
            </a:r>
            <a:endParaRPr lang="en-US" dirty="0">
              <a:latin typeface="Readex Pro" panose="020B0604020202020204" charset="-78"/>
              <a:cs typeface="Readex Pro" panose="020B0604020202020204" charset="-78"/>
            </a:endParaRPr>
          </a:p>
        </p:txBody>
      </p:sp>
      <p:cxnSp>
        <p:nvCxnSpPr>
          <p:cNvPr id="9" name="Straight Arrow Connector 8">
            <a:extLst>
              <a:ext uri="{FF2B5EF4-FFF2-40B4-BE49-F238E27FC236}">
                <a16:creationId xmlns:a16="http://schemas.microsoft.com/office/drawing/2014/main" id="{9DB7C858-3F16-A7E7-2344-4405DB9F04CE}"/>
              </a:ext>
            </a:extLst>
          </p:cNvPr>
          <p:cNvCxnSpPr>
            <a:endCxn id="7" idx="1"/>
          </p:cNvCxnSpPr>
          <p:nvPr/>
        </p:nvCxnSpPr>
        <p:spPr>
          <a:xfrm flipV="1">
            <a:off x="4899778" y="2247540"/>
            <a:ext cx="2885439" cy="323165"/>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10" name="TextBox 9">
            <a:extLst>
              <a:ext uri="{FF2B5EF4-FFF2-40B4-BE49-F238E27FC236}">
                <a16:creationId xmlns:a16="http://schemas.microsoft.com/office/drawing/2014/main" id="{671326DD-8BB7-B116-4F5A-2148F01165F0}"/>
              </a:ext>
            </a:extLst>
          </p:cNvPr>
          <p:cNvSpPr txBox="1"/>
          <p:nvPr/>
        </p:nvSpPr>
        <p:spPr>
          <a:xfrm>
            <a:off x="7983099" y="4451310"/>
            <a:ext cx="3202485" cy="923330"/>
          </a:xfrm>
          <a:prstGeom prst="rect">
            <a:avLst/>
          </a:prstGeom>
          <a:noFill/>
        </p:spPr>
        <p:txBody>
          <a:bodyPr wrap="square" rtlCol="0">
            <a:spAutoFit/>
          </a:bodyPr>
          <a:lstStyle/>
          <a:p>
            <a:r>
              <a:rPr lang="vi-VN" dirty="0">
                <a:latin typeface="Readex Pro" panose="020B0604020202020204" charset="-78"/>
                <a:cs typeface="Readex Pro" panose="020B0604020202020204" charset="-78"/>
              </a:rPr>
              <a:t>“Điềm mù” : phục thuộc bắc cầu (TD-</a:t>
            </a:r>
            <a:r>
              <a:rPr lang="en-US" dirty="0">
                <a:latin typeface="Readex Pro" panose="020B0604020202020204" charset="-78"/>
                <a:cs typeface="Readex Pro" panose="020B0604020202020204" charset="-78"/>
              </a:rPr>
              <a:t>Transitive De</a:t>
            </a:r>
            <a:r>
              <a:rPr lang="vi-VN" dirty="0">
                <a:latin typeface="Readex Pro" panose="020B0604020202020204" charset="-78"/>
                <a:cs typeface="Readex Pro" panose="020B0604020202020204" charset="-78"/>
              </a:rPr>
              <a:t>pendencies”)</a:t>
            </a:r>
            <a:endParaRPr lang="en-US" dirty="0">
              <a:latin typeface="Readex Pro" panose="020B0604020202020204" charset="-78"/>
              <a:cs typeface="Readex Pro" panose="020B0604020202020204" charset="-78"/>
            </a:endParaRPr>
          </a:p>
        </p:txBody>
      </p:sp>
      <p:cxnSp>
        <p:nvCxnSpPr>
          <p:cNvPr id="12" name="Straight Arrow Connector 11">
            <a:extLst>
              <a:ext uri="{FF2B5EF4-FFF2-40B4-BE49-F238E27FC236}">
                <a16:creationId xmlns:a16="http://schemas.microsoft.com/office/drawing/2014/main" id="{6511AA68-BEB7-5377-2A46-FB7671BEC04C}"/>
              </a:ext>
            </a:extLst>
          </p:cNvPr>
          <p:cNvCxnSpPr>
            <a:cxnSpLocks/>
          </p:cNvCxnSpPr>
          <p:nvPr/>
        </p:nvCxnSpPr>
        <p:spPr>
          <a:xfrm>
            <a:off x="4998720" y="3732060"/>
            <a:ext cx="2885439" cy="99625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14" name="TextBox 13">
            <a:extLst>
              <a:ext uri="{FF2B5EF4-FFF2-40B4-BE49-F238E27FC236}">
                <a16:creationId xmlns:a16="http://schemas.microsoft.com/office/drawing/2014/main" id="{90096353-7C38-6E85-EA7F-79812C7B89CC}"/>
              </a:ext>
            </a:extLst>
          </p:cNvPr>
          <p:cNvSpPr txBox="1"/>
          <p:nvPr/>
        </p:nvSpPr>
        <p:spPr>
          <a:xfrm>
            <a:off x="6747512" y="352281"/>
            <a:ext cx="5060859" cy="646331"/>
          </a:xfrm>
          <a:prstGeom prst="rect">
            <a:avLst/>
          </a:prstGeom>
          <a:noFill/>
        </p:spPr>
        <p:txBody>
          <a:bodyPr wrap="square" rtlCol="0">
            <a:spAutoFit/>
          </a:bodyPr>
          <a:lstStyle/>
          <a:p>
            <a:r>
              <a:rPr lang="vi-VN" dirty="0">
                <a:latin typeface="Readex Pro" panose="020B0604020202020204" charset="-78"/>
                <a:cs typeface="Readex Pro" panose="020B0604020202020204" charset="-78"/>
              </a:rPr>
              <a:t>Mã nguồn mở (OSS -Open source software) có khoảng </a:t>
            </a:r>
            <a:r>
              <a:rPr lang="vi-VN" b="1" dirty="0">
                <a:latin typeface="Readex Pro" panose="020B0604020202020204" charset="-78"/>
                <a:cs typeface="Readex Pro" panose="020B0604020202020204" charset="-78"/>
              </a:rPr>
              <a:t>“80%”</a:t>
            </a:r>
            <a:endParaRPr lang="en-US" b="1" dirty="0">
              <a:latin typeface="Readex Pro" panose="020B0604020202020204" charset="-78"/>
              <a:cs typeface="Readex Pro" panose="020B0604020202020204" charset="-78"/>
            </a:endParaRPr>
          </a:p>
        </p:txBody>
      </p:sp>
    </p:spTree>
    <p:extLst>
      <p:ext uri="{BB962C8B-B14F-4D97-AF65-F5344CB8AC3E}">
        <p14:creationId xmlns:p14="http://schemas.microsoft.com/office/powerpoint/2010/main" val="20310695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EC0E5F-BBA5-BAB5-5D31-1FC45CABE2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DA9DFE-0E46-7B3D-FCD2-329C905F3BB0}"/>
              </a:ext>
            </a:extLst>
          </p:cNvPr>
          <p:cNvSpPr>
            <a:spLocks noGrp="1"/>
          </p:cNvSpPr>
          <p:nvPr>
            <p:ph type="title"/>
          </p:nvPr>
        </p:nvSpPr>
        <p:spPr>
          <a:xfrm>
            <a:off x="838200" y="152006"/>
            <a:ext cx="11271738" cy="1184426"/>
          </a:xfrm>
        </p:spPr>
        <p:txBody>
          <a:bodyPr/>
          <a:lstStyle/>
          <a:p>
            <a:r>
              <a:rPr lang="vi-VN" dirty="0"/>
              <a:t>Mục tiêu nghiên cứu</a:t>
            </a:r>
            <a:endParaRPr lang="en-US" dirty="0"/>
          </a:p>
        </p:txBody>
      </p:sp>
      <p:pic>
        <p:nvPicPr>
          <p:cNvPr id="16" name="Content Placeholder 15">
            <a:extLst>
              <a:ext uri="{FF2B5EF4-FFF2-40B4-BE49-F238E27FC236}">
                <a16:creationId xmlns:a16="http://schemas.microsoft.com/office/drawing/2014/main" id="{9F1A5953-7D9C-24FD-0E52-8AA9CCCFC13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88452" y="2187524"/>
            <a:ext cx="4445000" cy="2482949"/>
          </a:xfrm>
          <a:prstGeom prst="rect">
            <a:avLst/>
          </a:prstGeom>
        </p:spPr>
      </p:pic>
      <p:pic>
        <p:nvPicPr>
          <p:cNvPr id="18" name="Picture 17">
            <a:extLst>
              <a:ext uri="{FF2B5EF4-FFF2-40B4-BE49-F238E27FC236}">
                <a16:creationId xmlns:a16="http://schemas.microsoft.com/office/drawing/2014/main" id="{2B24A722-A8C2-4210-E824-35955C306D2B}"/>
              </a:ext>
            </a:extLst>
          </p:cNvPr>
          <p:cNvPicPr>
            <a:picLocks noChangeAspect="1"/>
          </p:cNvPicPr>
          <p:nvPr/>
        </p:nvPicPr>
        <p:blipFill>
          <a:blip r:embed="rId4">
            <a:extLst>
              <a:ext uri="{28A0092B-C50C-407E-A947-70E740481C1C}">
                <a14:useLocalDpi xmlns:a14="http://schemas.microsoft.com/office/drawing/2010/main" val="0"/>
              </a:ext>
            </a:extLst>
          </a:blip>
          <a:srcRect l="4687" t="26684" r="4687" b="26683"/>
          <a:stretch>
            <a:fillRect/>
          </a:stretch>
        </p:blipFill>
        <p:spPr>
          <a:xfrm>
            <a:off x="5390657" y="2528302"/>
            <a:ext cx="6412891" cy="1801394"/>
          </a:xfrm>
          <a:prstGeom prst="rect">
            <a:avLst/>
          </a:prstGeom>
        </p:spPr>
      </p:pic>
      <p:sp>
        <p:nvSpPr>
          <p:cNvPr id="19" name="TextBox 18">
            <a:extLst>
              <a:ext uri="{FF2B5EF4-FFF2-40B4-BE49-F238E27FC236}">
                <a16:creationId xmlns:a16="http://schemas.microsoft.com/office/drawing/2014/main" id="{62FB6703-26F7-7B92-8C0E-9FBDFCDB7F0A}"/>
              </a:ext>
            </a:extLst>
          </p:cNvPr>
          <p:cNvSpPr txBox="1"/>
          <p:nvPr/>
        </p:nvSpPr>
        <p:spPr>
          <a:xfrm>
            <a:off x="2144111" y="1207980"/>
            <a:ext cx="1655380" cy="461665"/>
          </a:xfrm>
          <a:prstGeom prst="rect">
            <a:avLst/>
          </a:prstGeom>
          <a:noFill/>
        </p:spPr>
        <p:txBody>
          <a:bodyPr wrap="square" rtlCol="0">
            <a:spAutoFit/>
          </a:bodyPr>
          <a:lstStyle/>
          <a:p>
            <a:r>
              <a:rPr lang="en-US" sz="2400" b="1" dirty="0"/>
              <a:t>BEFORE</a:t>
            </a:r>
            <a:endParaRPr lang="en-US" sz="2400" b="1" dirty="0">
              <a:latin typeface="Readex Pro" panose="020B0604020202020204" charset="-78"/>
              <a:cs typeface="Readex Pro" panose="020B0604020202020204" charset="-78"/>
            </a:endParaRPr>
          </a:p>
        </p:txBody>
      </p:sp>
      <p:sp>
        <p:nvSpPr>
          <p:cNvPr id="20" name="TextBox 19">
            <a:extLst>
              <a:ext uri="{FF2B5EF4-FFF2-40B4-BE49-F238E27FC236}">
                <a16:creationId xmlns:a16="http://schemas.microsoft.com/office/drawing/2014/main" id="{E7B17695-12D6-C2C9-B5EB-39DFD83BFCB4}"/>
              </a:ext>
            </a:extLst>
          </p:cNvPr>
          <p:cNvSpPr txBox="1"/>
          <p:nvPr/>
        </p:nvSpPr>
        <p:spPr>
          <a:xfrm>
            <a:off x="8872998" y="1272206"/>
            <a:ext cx="1655380" cy="461665"/>
          </a:xfrm>
          <a:prstGeom prst="rect">
            <a:avLst/>
          </a:prstGeom>
          <a:noFill/>
        </p:spPr>
        <p:txBody>
          <a:bodyPr wrap="square" rtlCol="0">
            <a:spAutoFit/>
          </a:bodyPr>
          <a:lstStyle/>
          <a:p>
            <a:r>
              <a:rPr lang="en-US" sz="2400" b="1" dirty="0"/>
              <a:t>AFTER</a:t>
            </a:r>
            <a:endParaRPr lang="en-US" sz="2400" b="1" dirty="0">
              <a:latin typeface="Readex Pro" panose="020B0604020202020204" charset="-78"/>
              <a:cs typeface="Readex Pro" panose="020B0604020202020204" charset="-78"/>
            </a:endParaRPr>
          </a:p>
        </p:txBody>
      </p:sp>
      <p:cxnSp>
        <p:nvCxnSpPr>
          <p:cNvPr id="22" name="Connector: Elbow 21">
            <a:extLst>
              <a:ext uri="{FF2B5EF4-FFF2-40B4-BE49-F238E27FC236}">
                <a16:creationId xmlns:a16="http://schemas.microsoft.com/office/drawing/2014/main" id="{7D27FF2C-60F7-5739-8835-77A75DEEDEB3}"/>
              </a:ext>
            </a:extLst>
          </p:cNvPr>
          <p:cNvCxnSpPr>
            <a:stCxn id="16" idx="2"/>
            <a:endCxn id="18" idx="2"/>
          </p:cNvCxnSpPr>
          <p:nvPr/>
        </p:nvCxnSpPr>
        <p:spPr>
          <a:xfrm rot="5400000" flipH="1" flipV="1">
            <a:off x="5433638" y="1507009"/>
            <a:ext cx="340777" cy="5986151"/>
          </a:xfrm>
          <a:prstGeom prst="bentConnector3">
            <a:avLst>
              <a:gd name="adj1" fmla="val -261389"/>
            </a:avLst>
          </a:prstGeom>
          <a:ln w="50800">
            <a:tailEnd type="triangle"/>
          </a:ln>
        </p:spPr>
        <p:style>
          <a:lnRef idx="1">
            <a:schemeClr val="dk1"/>
          </a:lnRef>
          <a:fillRef idx="0">
            <a:schemeClr val="dk1"/>
          </a:fillRef>
          <a:effectRef idx="0">
            <a:schemeClr val="dk1"/>
          </a:effectRef>
          <a:fontRef idx="minor">
            <a:schemeClr val="tx1"/>
          </a:fontRef>
        </p:style>
      </p:cxnSp>
      <p:sp>
        <p:nvSpPr>
          <p:cNvPr id="24" name="TextBox 23">
            <a:extLst>
              <a:ext uri="{FF2B5EF4-FFF2-40B4-BE49-F238E27FC236}">
                <a16:creationId xmlns:a16="http://schemas.microsoft.com/office/drawing/2014/main" id="{B49777A3-BDB7-5296-5CA3-4504F14A5749}"/>
              </a:ext>
            </a:extLst>
          </p:cNvPr>
          <p:cNvSpPr txBox="1"/>
          <p:nvPr/>
        </p:nvSpPr>
        <p:spPr>
          <a:xfrm>
            <a:off x="3799491" y="5152233"/>
            <a:ext cx="4099035" cy="369332"/>
          </a:xfrm>
          <a:prstGeom prst="rect">
            <a:avLst/>
          </a:prstGeom>
          <a:noFill/>
        </p:spPr>
        <p:txBody>
          <a:bodyPr wrap="square" rtlCol="0">
            <a:spAutoFit/>
          </a:bodyPr>
          <a:lstStyle/>
          <a:p>
            <a:r>
              <a:rPr lang="en-US" dirty="0" err="1">
                <a:latin typeface="Readex Pro" panose="020B0604020202020204" charset="-78"/>
                <a:cs typeface="Readex Pro" panose="020B0604020202020204" charset="-78"/>
              </a:rPr>
              <a:t>Chuyển</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đổi</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số</a:t>
            </a:r>
            <a:r>
              <a:rPr lang="en-US" dirty="0">
                <a:latin typeface="Readex Pro" panose="020B0604020202020204" charset="-78"/>
                <a:cs typeface="Readex Pro" panose="020B0604020202020204" charset="-78"/>
              </a:rPr>
              <a:t> &amp; </a:t>
            </a:r>
            <a:r>
              <a:rPr lang="en-US" dirty="0" err="1">
                <a:latin typeface="Readex Pro" panose="020B0604020202020204" charset="-78"/>
                <a:cs typeface="Readex Pro" panose="020B0604020202020204" charset="-78"/>
              </a:rPr>
              <a:t>Tự</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động</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hóa</a:t>
            </a:r>
            <a:endParaRPr lang="en-US" dirty="0">
              <a:latin typeface="Readex Pro" panose="020B0604020202020204" charset="-78"/>
              <a:cs typeface="Readex Pro" panose="020B0604020202020204" charset="-78"/>
            </a:endParaRPr>
          </a:p>
        </p:txBody>
      </p:sp>
    </p:spTree>
    <p:extLst>
      <p:ext uri="{BB962C8B-B14F-4D97-AF65-F5344CB8AC3E}">
        <p14:creationId xmlns:p14="http://schemas.microsoft.com/office/powerpoint/2010/main" val="6368489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03CD97-F495-F86B-D7DE-F557306D60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E8F0BF-B14B-C010-E026-7481DFAACE33}"/>
              </a:ext>
            </a:extLst>
          </p:cNvPr>
          <p:cNvSpPr>
            <a:spLocks noGrp="1"/>
          </p:cNvSpPr>
          <p:nvPr>
            <p:ph type="ctrTitle"/>
          </p:nvPr>
        </p:nvSpPr>
        <p:spPr>
          <a:xfrm>
            <a:off x="1443567" y="1773238"/>
            <a:ext cx="10029565" cy="1655762"/>
          </a:xfrm>
        </p:spPr>
        <p:txBody>
          <a:bodyPr/>
          <a:lstStyle/>
          <a:p>
            <a:r>
              <a:rPr lang="vi-VN" dirty="0"/>
              <a:t>Phần 2 :</a:t>
            </a:r>
            <a:endParaRPr lang="en-US" dirty="0"/>
          </a:p>
        </p:txBody>
      </p:sp>
      <p:sp>
        <p:nvSpPr>
          <p:cNvPr id="3" name="Subtitle 2">
            <a:extLst>
              <a:ext uri="{FF2B5EF4-FFF2-40B4-BE49-F238E27FC236}">
                <a16:creationId xmlns:a16="http://schemas.microsoft.com/office/drawing/2014/main" id="{B148FF97-BAF6-03AD-5908-C4BECBDA43FD}"/>
              </a:ext>
            </a:extLst>
          </p:cNvPr>
          <p:cNvSpPr>
            <a:spLocks noGrp="1"/>
          </p:cNvSpPr>
          <p:nvPr>
            <p:ph type="subTitle" idx="1"/>
          </p:nvPr>
        </p:nvSpPr>
        <p:spPr>
          <a:xfrm>
            <a:off x="3635731" y="2883569"/>
            <a:ext cx="5645235" cy="796491"/>
          </a:xfrm>
        </p:spPr>
        <p:txBody>
          <a:bodyPr/>
          <a:lstStyle/>
          <a:p>
            <a:r>
              <a:rPr lang="vi-VN" b="1" dirty="0"/>
              <a:t>CƠ SỞ LÝ THUYẾT</a:t>
            </a:r>
            <a:endParaRPr lang="en-US" dirty="0"/>
          </a:p>
        </p:txBody>
      </p:sp>
    </p:spTree>
    <p:extLst>
      <p:ext uri="{BB962C8B-B14F-4D97-AF65-F5344CB8AC3E}">
        <p14:creationId xmlns:p14="http://schemas.microsoft.com/office/powerpoint/2010/main" val="36363714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A612F7-0D7B-3DCF-0EBC-A16447DC4D7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733BDF9-2575-5C3B-88CB-AA09A860D32E}"/>
              </a:ext>
            </a:extLst>
          </p:cNvPr>
          <p:cNvSpPr>
            <a:spLocks noGrp="1"/>
          </p:cNvSpPr>
          <p:nvPr>
            <p:ph type="title"/>
          </p:nvPr>
        </p:nvSpPr>
        <p:spPr/>
        <p:txBody>
          <a:bodyPr/>
          <a:lstStyle/>
          <a:p>
            <a:r>
              <a:rPr lang="en-US" dirty="0"/>
              <a:t>OWASP ASVS 5.0.0: </a:t>
            </a:r>
            <a:r>
              <a:rPr lang="en-US" dirty="0" err="1"/>
              <a:t>Cột</a:t>
            </a:r>
            <a:r>
              <a:rPr lang="en-US" dirty="0"/>
              <a:t> </a:t>
            </a:r>
            <a:r>
              <a:rPr lang="en-US" dirty="0" err="1"/>
              <a:t>mốc</a:t>
            </a:r>
            <a:r>
              <a:rPr lang="en-US" dirty="0"/>
              <a:t> </a:t>
            </a:r>
            <a:r>
              <a:rPr lang="en-US" dirty="0" err="1"/>
              <a:t>mới</a:t>
            </a:r>
            <a:r>
              <a:rPr lang="en-US" dirty="0"/>
              <a:t> </a:t>
            </a:r>
            <a:r>
              <a:rPr lang="en-US" dirty="0" err="1"/>
              <a:t>trong</a:t>
            </a:r>
            <a:r>
              <a:rPr lang="en-US" dirty="0"/>
              <a:t> Bảo </a:t>
            </a:r>
            <a:r>
              <a:rPr lang="en-US" dirty="0" err="1"/>
              <a:t>mật</a:t>
            </a:r>
            <a:r>
              <a:rPr lang="en-US" dirty="0"/>
              <a:t> </a:t>
            </a:r>
            <a:r>
              <a:rPr lang="en-US" dirty="0" err="1"/>
              <a:t>Chuỗi</a:t>
            </a:r>
            <a:r>
              <a:rPr lang="en-US" dirty="0"/>
              <a:t> </a:t>
            </a:r>
            <a:r>
              <a:rPr lang="en-US" dirty="0" err="1"/>
              <a:t>cung</a:t>
            </a:r>
            <a:r>
              <a:rPr lang="en-US" dirty="0"/>
              <a:t> </a:t>
            </a:r>
            <a:r>
              <a:rPr lang="en-US" dirty="0" err="1"/>
              <a:t>ứng</a:t>
            </a:r>
            <a:endParaRPr lang="en-US" dirty="0"/>
          </a:p>
        </p:txBody>
      </p:sp>
      <p:pic>
        <p:nvPicPr>
          <p:cNvPr id="8" name="Content Placeholder 7">
            <a:extLst>
              <a:ext uri="{FF2B5EF4-FFF2-40B4-BE49-F238E27FC236}">
                <a16:creationId xmlns:a16="http://schemas.microsoft.com/office/drawing/2014/main" id="{922B9B36-921F-AA0E-7C77-523591979985}"/>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l="23833" t="11919" r="-1895" b="9585"/>
          <a:stretch>
            <a:fillRect/>
          </a:stretch>
        </p:blipFill>
        <p:spPr>
          <a:xfrm>
            <a:off x="6298984" y="1606823"/>
            <a:ext cx="5688583" cy="4729834"/>
          </a:xfrm>
          <a:prstGeom prst="rect">
            <a:avLst/>
          </a:prstGeom>
        </p:spPr>
      </p:pic>
      <p:grpSp>
        <p:nvGrpSpPr>
          <p:cNvPr id="23" name="Group 22">
            <a:extLst>
              <a:ext uri="{FF2B5EF4-FFF2-40B4-BE49-F238E27FC236}">
                <a16:creationId xmlns:a16="http://schemas.microsoft.com/office/drawing/2014/main" id="{03FE0393-52A3-6FCB-7967-1585BC87A085}"/>
              </a:ext>
            </a:extLst>
          </p:cNvPr>
          <p:cNvGrpSpPr/>
          <p:nvPr/>
        </p:nvGrpSpPr>
        <p:grpSpPr>
          <a:xfrm>
            <a:off x="533400" y="2124431"/>
            <a:ext cx="1524000" cy="3742969"/>
            <a:chOff x="533400" y="2124431"/>
            <a:chExt cx="1524000" cy="3742969"/>
          </a:xfrm>
          <a:solidFill>
            <a:srgbClr val="00AFEF"/>
          </a:solidFill>
        </p:grpSpPr>
        <p:sp>
          <p:nvSpPr>
            <p:cNvPr id="13" name="Arrow: Pentagon 12">
              <a:extLst>
                <a:ext uri="{FF2B5EF4-FFF2-40B4-BE49-F238E27FC236}">
                  <a16:creationId xmlns:a16="http://schemas.microsoft.com/office/drawing/2014/main" id="{9E257F2B-D5AF-5885-AC8A-13DD38F5AEB0}"/>
                </a:ext>
              </a:extLst>
            </p:cNvPr>
            <p:cNvSpPr/>
            <p:nvPr/>
          </p:nvSpPr>
          <p:spPr>
            <a:xfrm rot="5400000">
              <a:off x="-133569" y="3676431"/>
              <a:ext cx="2857938" cy="1524000"/>
            </a:xfrm>
            <a:prstGeom prst="homePlate">
              <a:avLst/>
            </a:prstGeom>
            <a:grpFill/>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vi-VN" sz="2400" b="1" dirty="0">
                  <a:solidFill>
                    <a:schemeClr val="tx1"/>
                  </a:solidFill>
                  <a:latin typeface="Readex Pro" panose="020B0604020202020204" charset="-78"/>
                  <a:cs typeface="Readex Pro" panose="020B0604020202020204" charset="-78"/>
                </a:rPr>
                <a:t>Tính bước ngoặt</a:t>
              </a:r>
              <a:endParaRPr lang="en-US" sz="2400" dirty="0">
                <a:latin typeface="Readex Pro" panose="020B0604020202020204" charset="-78"/>
                <a:cs typeface="Readex Pro" panose="020B0604020202020204" charset="-78"/>
              </a:endParaRPr>
            </a:p>
          </p:txBody>
        </p:sp>
        <p:sp>
          <p:nvSpPr>
            <p:cNvPr id="14" name="Oval 13">
              <a:extLst>
                <a:ext uri="{FF2B5EF4-FFF2-40B4-BE49-F238E27FC236}">
                  <a16:creationId xmlns:a16="http://schemas.microsoft.com/office/drawing/2014/main" id="{395B52A4-D39F-21C3-84BC-FF33B638F390}"/>
                </a:ext>
              </a:extLst>
            </p:cNvPr>
            <p:cNvSpPr/>
            <p:nvPr/>
          </p:nvSpPr>
          <p:spPr>
            <a:xfrm>
              <a:off x="533400" y="2564962"/>
              <a:ext cx="1524000" cy="864038"/>
            </a:xfrm>
            <a:prstGeom prst="ellipse">
              <a:avLst/>
            </a:prstGeom>
            <a:gr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latin typeface="Readex Pro" panose="020B0604020202020204" charset="-78"/>
                <a:cs typeface="Readex Pro" panose="020B0604020202020204" charset="-78"/>
              </a:endParaRPr>
            </a:p>
          </p:txBody>
        </p:sp>
        <p:sp>
          <p:nvSpPr>
            <p:cNvPr id="9" name="Oval 8">
              <a:extLst>
                <a:ext uri="{FF2B5EF4-FFF2-40B4-BE49-F238E27FC236}">
                  <a16:creationId xmlns:a16="http://schemas.microsoft.com/office/drawing/2014/main" id="{4644F5C8-8399-E68F-6145-2561B535D865}"/>
                </a:ext>
              </a:extLst>
            </p:cNvPr>
            <p:cNvSpPr/>
            <p:nvPr/>
          </p:nvSpPr>
          <p:spPr>
            <a:xfrm>
              <a:off x="666750" y="2124431"/>
              <a:ext cx="1257300" cy="1325563"/>
            </a:xfrm>
            <a:prstGeom prst="ellipse">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2400" dirty="0">
                  <a:solidFill>
                    <a:sysClr val="windowText" lastClr="000000"/>
                  </a:solidFill>
                  <a:latin typeface="Readex Pro" panose="020B0604020202020204" charset="-78"/>
                  <a:cs typeface="Readex Pro" panose="020B0604020202020204" charset="-78"/>
                </a:rPr>
                <a:t>1</a:t>
              </a:r>
              <a:endParaRPr lang="en-US" sz="2400" dirty="0">
                <a:solidFill>
                  <a:sysClr val="windowText" lastClr="000000"/>
                </a:solidFill>
                <a:latin typeface="Readex Pro" panose="020B0604020202020204" charset="-78"/>
                <a:cs typeface="Readex Pro" panose="020B0604020202020204" charset="-78"/>
              </a:endParaRPr>
            </a:p>
          </p:txBody>
        </p:sp>
      </p:grpSp>
      <p:grpSp>
        <p:nvGrpSpPr>
          <p:cNvPr id="25" name="Group 24">
            <a:extLst>
              <a:ext uri="{FF2B5EF4-FFF2-40B4-BE49-F238E27FC236}">
                <a16:creationId xmlns:a16="http://schemas.microsoft.com/office/drawing/2014/main" id="{11F534BE-8A97-2AD9-ADA5-0A9D16937675}"/>
              </a:ext>
            </a:extLst>
          </p:cNvPr>
          <p:cNvGrpSpPr/>
          <p:nvPr/>
        </p:nvGrpSpPr>
        <p:grpSpPr>
          <a:xfrm>
            <a:off x="2451209" y="2124431"/>
            <a:ext cx="1524000" cy="3742969"/>
            <a:chOff x="533400" y="2124431"/>
            <a:chExt cx="1524000" cy="3742969"/>
          </a:xfrm>
          <a:solidFill>
            <a:srgbClr val="1F5CAA"/>
          </a:solidFill>
        </p:grpSpPr>
        <p:sp>
          <p:nvSpPr>
            <p:cNvPr id="26" name="Arrow: Pentagon 25">
              <a:extLst>
                <a:ext uri="{FF2B5EF4-FFF2-40B4-BE49-F238E27FC236}">
                  <a16:creationId xmlns:a16="http://schemas.microsoft.com/office/drawing/2014/main" id="{14F2917E-3D6E-043E-4E91-A4B23BFA855A}"/>
                </a:ext>
              </a:extLst>
            </p:cNvPr>
            <p:cNvSpPr/>
            <p:nvPr/>
          </p:nvSpPr>
          <p:spPr>
            <a:xfrm rot="5400000">
              <a:off x="-133569" y="3676431"/>
              <a:ext cx="2857938" cy="1524000"/>
            </a:xfrm>
            <a:prstGeom prst="homePlate">
              <a:avLst/>
            </a:prstGeom>
            <a:grpFill/>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vi-VN" sz="2400" b="1" dirty="0">
                  <a:solidFill>
                    <a:schemeClr val="tx1"/>
                  </a:solidFill>
                </a:rPr>
                <a:t>Sự toàn diện</a:t>
              </a:r>
              <a:endParaRPr lang="en-US" sz="2400" dirty="0">
                <a:latin typeface="Readex Pro" panose="020B0604020202020204" charset="-78"/>
                <a:cs typeface="Readex Pro" panose="020B0604020202020204" charset="-78"/>
              </a:endParaRPr>
            </a:p>
          </p:txBody>
        </p:sp>
        <p:sp>
          <p:nvSpPr>
            <p:cNvPr id="27" name="Oval 26">
              <a:extLst>
                <a:ext uri="{FF2B5EF4-FFF2-40B4-BE49-F238E27FC236}">
                  <a16:creationId xmlns:a16="http://schemas.microsoft.com/office/drawing/2014/main" id="{559F0B58-566C-D394-99CC-574D668DA798}"/>
                </a:ext>
              </a:extLst>
            </p:cNvPr>
            <p:cNvSpPr/>
            <p:nvPr/>
          </p:nvSpPr>
          <p:spPr>
            <a:xfrm>
              <a:off x="533400" y="2564962"/>
              <a:ext cx="1524000" cy="864038"/>
            </a:xfrm>
            <a:prstGeom prst="ellipse">
              <a:avLst/>
            </a:prstGeom>
            <a:gr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latin typeface="Readex Pro" panose="020B0604020202020204" charset="-78"/>
                <a:cs typeface="Readex Pro" panose="020B0604020202020204" charset="-78"/>
              </a:endParaRPr>
            </a:p>
          </p:txBody>
        </p:sp>
        <p:sp>
          <p:nvSpPr>
            <p:cNvPr id="28" name="Oval 27">
              <a:extLst>
                <a:ext uri="{FF2B5EF4-FFF2-40B4-BE49-F238E27FC236}">
                  <a16:creationId xmlns:a16="http://schemas.microsoft.com/office/drawing/2014/main" id="{476DC5D3-F01E-7D00-6C8B-C851D87A6349}"/>
                </a:ext>
              </a:extLst>
            </p:cNvPr>
            <p:cNvSpPr/>
            <p:nvPr/>
          </p:nvSpPr>
          <p:spPr>
            <a:xfrm>
              <a:off x="666750" y="2124431"/>
              <a:ext cx="1257300" cy="1325563"/>
            </a:xfrm>
            <a:prstGeom prst="ellipse">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2400" dirty="0">
                  <a:solidFill>
                    <a:sysClr val="windowText" lastClr="000000"/>
                  </a:solidFill>
                  <a:latin typeface="Readex Pro" panose="020B0604020202020204" charset="-78"/>
                  <a:cs typeface="Readex Pro" panose="020B0604020202020204" charset="-78"/>
                </a:rPr>
                <a:t>2</a:t>
              </a:r>
              <a:endParaRPr lang="en-US" sz="2400" dirty="0">
                <a:solidFill>
                  <a:sysClr val="windowText" lastClr="000000"/>
                </a:solidFill>
                <a:latin typeface="Readex Pro" panose="020B0604020202020204" charset="-78"/>
                <a:cs typeface="Readex Pro" panose="020B0604020202020204" charset="-78"/>
              </a:endParaRPr>
            </a:p>
          </p:txBody>
        </p:sp>
      </p:grpSp>
      <p:grpSp>
        <p:nvGrpSpPr>
          <p:cNvPr id="29" name="Group 28">
            <a:extLst>
              <a:ext uri="{FF2B5EF4-FFF2-40B4-BE49-F238E27FC236}">
                <a16:creationId xmlns:a16="http://schemas.microsoft.com/office/drawing/2014/main" id="{889284E3-E370-134A-1682-E706ADB95C18}"/>
              </a:ext>
            </a:extLst>
          </p:cNvPr>
          <p:cNvGrpSpPr/>
          <p:nvPr/>
        </p:nvGrpSpPr>
        <p:grpSpPr>
          <a:xfrm>
            <a:off x="4369018" y="2124431"/>
            <a:ext cx="1524000" cy="3742969"/>
            <a:chOff x="533400" y="2124431"/>
            <a:chExt cx="1524000" cy="3742969"/>
          </a:xfrm>
          <a:solidFill>
            <a:srgbClr val="CCFFFF"/>
          </a:solidFill>
        </p:grpSpPr>
        <p:sp>
          <p:nvSpPr>
            <p:cNvPr id="30" name="Arrow: Pentagon 29">
              <a:extLst>
                <a:ext uri="{FF2B5EF4-FFF2-40B4-BE49-F238E27FC236}">
                  <a16:creationId xmlns:a16="http://schemas.microsoft.com/office/drawing/2014/main" id="{90DF161D-0760-9E14-CD92-F5A2AA536F4C}"/>
                </a:ext>
              </a:extLst>
            </p:cNvPr>
            <p:cNvSpPr/>
            <p:nvPr/>
          </p:nvSpPr>
          <p:spPr>
            <a:xfrm rot="5400000">
              <a:off x="-133569" y="3676431"/>
              <a:ext cx="2857938" cy="1524000"/>
            </a:xfrm>
            <a:prstGeom prst="homePlate">
              <a:avLst/>
            </a:prstGeom>
            <a:grpFill/>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vi-VN" sz="2400" b="1" dirty="0">
                  <a:solidFill>
                    <a:schemeClr val="tx1"/>
                  </a:solidFill>
                </a:rPr>
                <a:t>Tính cập nhật</a:t>
              </a:r>
              <a:endParaRPr lang="en-US" sz="2400" dirty="0">
                <a:latin typeface="Readex Pro" panose="020B0604020202020204" charset="-78"/>
                <a:cs typeface="Readex Pro" panose="020B0604020202020204" charset="-78"/>
              </a:endParaRPr>
            </a:p>
          </p:txBody>
        </p:sp>
        <p:sp>
          <p:nvSpPr>
            <p:cNvPr id="31" name="Oval 30">
              <a:extLst>
                <a:ext uri="{FF2B5EF4-FFF2-40B4-BE49-F238E27FC236}">
                  <a16:creationId xmlns:a16="http://schemas.microsoft.com/office/drawing/2014/main" id="{8F4FCD49-3478-1971-8F35-B5C78C02E9D2}"/>
                </a:ext>
              </a:extLst>
            </p:cNvPr>
            <p:cNvSpPr/>
            <p:nvPr/>
          </p:nvSpPr>
          <p:spPr>
            <a:xfrm>
              <a:off x="533400" y="2564962"/>
              <a:ext cx="1524000" cy="864038"/>
            </a:xfrm>
            <a:prstGeom prst="ellipse">
              <a:avLst/>
            </a:prstGeom>
            <a:gr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latin typeface="Readex Pro" panose="020B0604020202020204" charset="-78"/>
                <a:cs typeface="Readex Pro" panose="020B0604020202020204" charset="-78"/>
              </a:endParaRPr>
            </a:p>
          </p:txBody>
        </p:sp>
        <p:sp>
          <p:nvSpPr>
            <p:cNvPr id="32" name="Oval 31">
              <a:extLst>
                <a:ext uri="{FF2B5EF4-FFF2-40B4-BE49-F238E27FC236}">
                  <a16:creationId xmlns:a16="http://schemas.microsoft.com/office/drawing/2014/main" id="{2F65C97B-1F0B-5806-71DD-F38DD3F98AFE}"/>
                </a:ext>
              </a:extLst>
            </p:cNvPr>
            <p:cNvSpPr/>
            <p:nvPr/>
          </p:nvSpPr>
          <p:spPr>
            <a:xfrm>
              <a:off x="666750" y="2124431"/>
              <a:ext cx="1257300" cy="1325563"/>
            </a:xfrm>
            <a:prstGeom prst="ellipse">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2400" dirty="0">
                  <a:solidFill>
                    <a:sysClr val="windowText" lastClr="000000"/>
                  </a:solidFill>
                  <a:latin typeface="Readex Pro" panose="020B0604020202020204" charset="-78"/>
                  <a:cs typeface="Readex Pro" panose="020B0604020202020204" charset="-78"/>
                </a:rPr>
                <a:t>3</a:t>
              </a:r>
              <a:endParaRPr lang="en-US" sz="2400" dirty="0">
                <a:solidFill>
                  <a:sysClr val="windowText" lastClr="000000"/>
                </a:solidFill>
                <a:latin typeface="Readex Pro" panose="020B0604020202020204" charset="-78"/>
                <a:cs typeface="Readex Pro" panose="020B0604020202020204" charset="-78"/>
              </a:endParaRPr>
            </a:p>
          </p:txBody>
        </p:sp>
      </p:grpSp>
    </p:spTree>
    <p:extLst>
      <p:ext uri="{BB962C8B-B14F-4D97-AF65-F5344CB8AC3E}">
        <p14:creationId xmlns:p14="http://schemas.microsoft.com/office/powerpoint/2010/main" val="26382249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7FB1B3-7B53-9083-D3A6-A51CF756684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E900A5A-1397-16AA-3E69-953F7508FBE1}"/>
              </a:ext>
            </a:extLst>
          </p:cNvPr>
          <p:cNvSpPr>
            <a:spLocks noGrp="1"/>
          </p:cNvSpPr>
          <p:nvPr>
            <p:ph type="title"/>
          </p:nvPr>
        </p:nvSpPr>
        <p:spPr/>
        <p:txBody>
          <a:bodyPr/>
          <a:lstStyle/>
          <a:p>
            <a:r>
              <a:rPr lang="en-US" dirty="0"/>
              <a:t>OWASP ASVS 5.0.0</a:t>
            </a:r>
          </a:p>
        </p:txBody>
      </p:sp>
      <p:grpSp>
        <p:nvGrpSpPr>
          <p:cNvPr id="11" name="Group 10">
            <a:extLst>
              <a:ext uri="{FF2B5EF4-FFF2-40B4-BE49-F238E27FC236}">
                <a16:creationId xmlns:a16="http://schemas.microsoft.com/office/drawing/2014/main" id="{33E0BDFD-8D91-4529-1F9E-78E7378EC95B}"/>
              </a:ext>
            </a:extLst>
          </p:cNvPr>
          <p:cNvGrpSpPr/>
          <p:nvPr/>
        </p:nvGrpSpPr>
        <p:grpSpPr>
          <a:xfrm>
            <a:off x="3573517" y="1477568"/>
            <a:ext cx="4319751" cy="4723535"/>
            <a:chOff x="672662" y="1303283"/>
            <a:chExt cx="4056993" cy="4824248"/>
          </a:xfrm>
        </p:grpSpPr>
        <p:sp>
          <p:nvSpPr>
            <p:cNvPr id="7" name="Rectangle 6">
              <a:extLst>
                <a:ext uri="{FF2B5EF4-FFF2-40B4-BE49-F238E27FC236}">
                  <a16:creationId xmlns:a16="http://schemas.microsoft.com/office/drawing/2014/main" id="{6AB7817F-1172-F39D-2B54-2FE0F08CC38E}"/>
                </a:ext>
              </a:extLst>
            </p:cNvPr>
            <p:cNvSpPr/>
            <p:nvPr/>
          </p:nvSpPr>
          <p:spPr>
            <a:xfrm>
              <a:off x="672662" y="1303283"/>
              <a:ext cx="4056993" cy="482424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latin typeface="Readex Pro" panose="020B0604020202020204" charset="-78"/>
                <a:cs typeface="Readex Pro" panose="020B0604020202020204" charset="-78"/>
              </a:endParaRPr>
            </a:p>
          </p:txBody>
        </p:sp>
        <p:sp>
          <p:nvSpPr>
            <p:cNvPr id="10" name="TextBox 9">
              <a:extLst>
                <a:ext uri="{FF2B5EF4-FFF2-40B4-BE49-F238E27FC236}">
                  <a16:creationId xmlns:a16="http://schemas.microsoft.com/office/drawing/2014/main" id="{B4F386ED-D39C-2D7A-3AEA-8C2BE8F33242}"/>
                </a:ext>
              </a:extLst>
            </p:cNvPr>
            <p:cNvSpPr txBox="1"/>
            <p:nvPr/>
          </p:nvSpPr>
          <p:spPr>
            <a:xfrm>
              <a:off x="1518744" y="1477568"/>
              <a:ext cx="2364828" cy="660112"/>
            </a:xfrm>
            <a:prstGeom prst="rect">
              <a:avLst/>
            </a:prstGeom>
            <a:noFill/>
          </p:spPr>
          <p:txBody>
            <a:bodyPr wrap="square" rtlCol="0">
              <a:spAutoFit/>
            </a:bodyPr>
            <a:lstStyle/>
            <a:p>
              <a:r>
                <a:rPr lang="vi-VN" b="1" dirty="0">
                  <a:latin typeface="Readex Pro" panose="020B0604020202020204" charset="-78"/>
                  <a:cs typeface="Readex Pro" panose="020B0604020202020204" charset="-78"/>
                </a:rPr>
                <a:t>OWASP ASVS 5.0.0</a:t>
              </a:r>
              <a:endParaRPr lang="en-US" b="1" dirty="0">
                <a:latin typeface="Readex Pro" panose="020B0604020202020204" charset="-78"/>
                <a:cs typeface="Readex Pro" panose="020B0604020202020204" charset="-78"/>
              </a:endParaRPr>
            </a:p>
          </p:txBody>
        </p:sp>
      </p:grpSp>
      <p:sp>
        <p:nvSpPr>
          <p:cNvPr id="5" name="Rectangle: Rounded Corners 4">
            <a:extLst>
              <a:ext uri="{FF2B5EF4-FFF2-40B4-BE49-F238E27FC236}">
                <a16:creationId xmlns:a16="http://schemas.microsoft.com/office/drawing/2014/main" id="{BD40FE27-8E17-6DA3-9023-BF539A772A3C}"/>
              </a:ext>
            </a:extLst>
          </p:cNvPr>
          <p:cNvSpPr/>
          <p:nvPr/>
        </p:nvSpPr>
        <p:spPr>
          <a:xfrm>
            <a:off x="4041228" y="2455976"/>
            <a:ext cx="3305504" cy="603691"/>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Readex Pro" panose="020B0604020202020204" charset="-78"/>
                <a:cs typeface="Readex Pro" panose="020B0604020202020204" charset="-78"/>
              </a:rPr>
              <a:t>V1: Architecture, Design and Threat Modeling</a:t>
            </a:r>
          </a:p>
        </p:txBody>
      </p:sp>
      <p:sp>
        <p:nvSpPr>
          <p:cNvPr id="12" name="Rectangle: Rounded Corners 11">
            <a:extLst>
              <a:ext uri="{FF2B5EF4-FFF2-40B4-BE49-F238E27FC236}">
                <a16:creationId xmlns:a16="http://schemas.microsoft.com/office/drawing/2014/main" id="{1BA07E22-D051-65AB-75BC-EF50E64DF370}"/>
              </a:ext>
            </a:extLst>
          </p:cNvPr>
          <p:cNvSpPr/>
          <p:nvPr/>
        </p:nvSpPr>
        <p:spPr>
          <a:xfrm>
            <a:off x="4041228" y="3561944"/>
            <a:ext cx="3305504" cy="603691"/>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1F1F1F"/>
                </a:solidFill>
                <a:latin typeface="Readex Pro" panose="020B0604020202020204" charset="-78"/>
                <a:cs typeface="Readex Pro" panose="020B0604020202020204" charset="-78"/>
              </a:rPr>
              <a:t>V10: Malicious Code</a:t>
            </a:r>
            <a:r>
              <a:rPr lang="vi-VN" dirty="0">
                <a:solidFill>
                  <a:srgbClr val="1F1F1F"/>
                </a:solidFill>
                <a:latin typeface="Readex Pro" panose="020B0604020202020204" charset="-78"/>
                <a:cs typeface="Readex Pro" panose="020B0604020202020204" charset="-78"/>
              </a:rPr>
              <a:t> </a:t>
            </a:r>
            <a:endParaRPr lang="en-US" dirty="0">
              <a:solidFill>
                <a:schemeClr val="tx1"/>
              </a:solidFill>
              <a:latin typeface="Readex Pro" panose="020B0604020202020204" charset="-78"/>
              <a:cs typeface="Readex Pro" panose="020B0604020202020204" charset="-78"/>
            </a:endParaRPr>
          </a:p>
        </p:txBody>
      </p:sp>
      <p:sp>
        <p:nvSpPr>
          <p:cNvPr id="15" name="Rectangle: Rounded Corners 14">
            <a:extLst>
              <a:ext uri="{FF2B5EF4-FFF2-40B4-BE49-F238E27FC236}">
                <a16:creationId xmlns:a16="http://schemas.microsoft.com/office/drawing/2014/main" id="{215C2B0C-EBFA-BEB2-3364-3DC36C198168}"/>
              </a:ext>
            </a:extLst>
          </p:cNvPr>
          <p:cNvSpPr/>
          <p:nvPr/>
        </p:nvSpPr>
        <p:spPr>
          <a:xfrm>
            <a:off x="4041228" y="4776741"/>
            <a:ext cx="3305504" cy="603691"/>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1F1F1F"/>
                </a:solidFill>
                <a:latin typeface="Readex Pro" panose="020B0604020202020204" charset="-78"/>
                <a:cs typeface="Readex Pro" panose="020B0604020202020204" charset="-78"/>
              </a:rPr>
              <a:t>V14: Con</a:t>
            </a:r>
            <a:r>
              <a:rPr lang="vi-VN" dirty="0">
                <a:solidFill>
                  <a:srgbClr val="1F1F1F"/>
                </a:solidFill>
                <a:latin typeface="Readex Pro" panose="020B0604020202020204" charset="-78"/>
                <a:cs typeface="Readex Pro" panose="020B0604020202020204" charset="-78"/>
              </a:rPr>
              <a:t>figuration</a:t>
            </a:r>
            <a:endParaRPr lang="en-US" dirty="0">
              <a:solidFill>
                <a:schemeClr val="tx1"/>
              </a:solidFill>
              <a:latin typeface="Readex Pro" panose="020B0604020202020204" charset="-78"/>
              <a:cs typeface="Readex Pro" panose="020B0604020202020204" charset="-78"/>
            </a:endParaRPr>
          </a:p>
        </p:txBody>
      </p:sp>
      <p:sp>
        <p:nvSpPr>
          <p:cNvPr id="16" name="Left Brace 15">
            <a:extLst>
              <a:ext uri="{FF2B5EF4-FFF2-40B4-BE49-F238E27FC236}">
                <a16:creationId xmlns:a16="http://schemas.microsoft.com/office/drawing/2014/main" id="{9DC67988-E4E2-628F-F177-F953F92EE7E6}"/>
              </a:ext>
            </a:extLst>
          </p:cNvPr>
          <p:cNvSpPr/>
          <p:nvPr/>
        </p:nvSpPr>
        <p:spPr>
          <a:xfrm>
            <a:off x="2747163" y="1477568"/>
            <a:ext cx="237775" cy="4723535"/>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latin typeface="Readex Pro" panose="020B0604020202020204" charset="-78"/>
              <a:cs typeface="Readex Pro" panose="020B0604020202020204" charset="-78"/>
            </a:endParaRPr>
          </a:p>
        </p:txBody>
      </p:sp>
      <p:sp>
        <p:nvSpPr>
          <p:cNvPr id="17" name="TextBox 16">
            <a:extLst>
              <a:ext uri="{FF2B5EF4-FFF2-40B4-BE49-F238E27FC236}">
                <a16:creationId xmlns:a16="http://schemas.microsoft.com/office/drawing/2014/main" id="{28D92D7F-C98F-E2A3-6F43-4211D301DEC9}"/>
              </a:ext>
            </a:extLst>
          </p:cNvPr>
          <p:cNvSpPr txBox="1"/>
          <p:nvPr/>
        </p:nvSpPr>
        <p:spPr>
          <a:xfrm>
            <a:off x="680588" y="3622018"/>
            <a:ext cx="2066575" cy="369332"/>
          </a:xfrm>
          <a:prstGeom prst="rect">
            <a:avLst/>
          </a:prstGeom>
          <a:noFill/>
        </p:spPr>
        <p:txBody>
          <a:bodyPr wrap="square" rtlCol="0">
            <a:spAutoFit/>
          </a:bodyPr>
          <a:lstStyle/>
          <a:p>
            <a:r>
              <a:rPr lang="vi-VN" dirty="0">
                <a:latin typeface="Readex Pro" panose="020B0604020202020204" charset="-78"/>
                <a:cs typeface="Readex Pro" panose="020B0604020202020204" charset="-78"/>
              </a:rPr>
              <a:t>Hơn 200 tiêu chí</a:t>
            </a:r>
            <a:endParaRPr lang="en-US" dirty="0">
              <a:latin typeface="Readex Pro" panose="020B0604020202020204" charset="-78"/>
              <a:cs typeface="Readex Pro" panose="020B0604020202020204" charset="-78"/>
            </a:endParaRPr>
          </a:p>
        </p:txBody>
      </p:sp>
    </p:spTree>
    <p:extLst>
      <p:ext uri="{BB962C8B-B14F-4D97-AF65-F5344CB8AC3E}">
        <p14:creationId xmlns:p14="http://schemas.microsoft.com/office/powerpoint/2010/main" val="5933869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71B4B3-067B-5750-FB05-B51BDF036B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8547EA-BB2D-3B57-9C2E-D6006EC1661B}"/>
              </a:ext>
            </a:extLst>
          </p:cNvPr>
          <p:cNvSpPr>
            <a:spLocks noGrp="1"/>
          </p:cNvSpPr>
          <p:nvPr>
            <p:ph type="title"/>
          </p:nvPr>
        </p:nvSpPr>
        <p:spPr>
          <a:xfrm>
            <a:off x="838200" y="152006"/>
            <a:ext cx="11271738" cy="1184426"/>
          </a:xfrm>
        </p:spPr>
        <p:txBody>
          <a:bodyPr/>
          <a:lstStyle/>
          <a:p>
            <a:r>
              <a:rPr lang="en-US" dirty="0" err="1">
                <a:latin typeface="Readex Pro" panose="020B0604020202020204" charset="-78"/>
                <a:cs typeface="Readex Pro" panose="020B0604020202020204" charset="-78"/>
              </a:rPr>
              <a:t>Mô</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hình</a:t>
            </a:r>
            <a:r>
              <a:rPr lang="en-US" dirty="0">
                <a:latin typeface="Readex Pro" panose="020B0604020202020204" charset="-78"/>
                <a:cs typeface="Readex Pro" panose="020B0604020202020204" charset="-78"/>
              </a:rPr>
              <a:t> SAW: "</a:t>
            </a:r>
            <a:r>
              <a:rPr lang="en-US" dirty="0" err="1">
                <a:latin typeface="Readex Pro" panose="020B0604020202020204" charset="-78"/>
                <a:cs typeface="Readex Pro" panose="020B0604020202020204" charset="-78"/>
              </a:rPr>
              <a:t>Số</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hóa</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Tiêu</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chuẩn</a:t>
            </a:r>
            <a:r>
              <a:rPr lang="en-US" dirty="0">
                <a:latin typeface="Readex Pro" panose="020B0604020202020204" charset="-78"/>
                <a:cs typeface="Readex Pro" panose="020B0604020202020204" charset="-78"/>
              </a:rPr>
              <a:t> Bảo </a:t>
            </a:r>
            <a:r>
              <a:rPr lang="en-US" dirty="0" err="1">
                <a:latin typeface="Readex Pro" panose="020B0604020202020204" charset="-78"/>
                <a:cs typeface="Readex Pro" panose="020B0604020202020204" charset="-78"/>
              </a:rPr>
              <a:t>mật</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định</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tính</a:t>
            </a:r>
            <a:endParaRPr lang="en-US" dirty="0">
              <a:latin typeface="Readex Pro" panose="020B0604020202020204" charset="-78"/>
              <a:cs typeface="Readex Pro" panose="020B0604020202020204" charset="-78"/>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A71B1E85-40F6-4F75-1DC7-0539F1C8E74D}"/>
                  </a:ext>
                </a:extLst>
              </p:cNvPr>
              <p:cNvSpPr txBox="1"/>
              <p:nvPr/>
            </p:nvSpPr>
            <p:spPr>
              <a:xfrm>
                <a:off x="4089400" y="1499882"/>
                <a:ext cx="3530600" cy="192911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3200" i="1">
                          <a:latin typeface="Cambria Math" panose="02040503050406030204" pitchFamily="18" charset="0"/>
                        </a:rPr>
                        <m:t>𝑅</m:t>
                      </m:r>
                      <m:r>
                        <a:rPr lang="en-US" sz="3200" i="1">
                          <a:latin typeface="Cambria Math" panose="02040503050406030204" pitchFamily="18" charset="0"/>
                        </a:rPr>
                        <m:t>=</m:t>
                      </m:r>
                      <m:nary>
                        <m:naryPr>
                          <m:chr m:val="∑"/>
                          <m:limLoc m:val="undOvr"/>
                          <m:grow m:val="on"/>
                          <m:ctrlPr>
                            <a:rPr lang="en-US" sz="3200" i="1">
                              <a:latin typeface="Cambria Math" panose="02040503050406030204" pitchFamily="18" charset="0"/>
                            </a:rPr>
                          </m:ctrlPr>
                        </m:naryPr>
                        <m:sub>
                          <m:r>
                            <a:rPr lang="en-US" sz="3200" i="1">
                              <a:latin typeface="Cambria Math" panose="02040503050406030204" pitchFamily="18" charset="0"/>
                            </a:rPr>
                            <m:t>𝑖</m:t>
                          </m:r>
                          <m:r>
                            <a:rPr lang="en-US" sz="3200" i="1">
                              <a:latin typeface="Cambria Math" panose="02040503050406030204" pitchFamily="18" charset="0"/>
                            </a:rPr>
                            <m:t>=1</m:t>
                          </m:r>
                        </m:sub>
                        <m:sup>
                          <m:r>
                            <a:rPr lang="en-US" sz="3200" i="1">
                              <a:latin typeface="Cambria Math" panose="02040503050406030204" pitchFamily="18" charset="0"/>
                            </a:rPr>
                            <m:t>𝑛</m:t>
                          </m:r>
                        </m:sup>
                        <m:e>
                          <m:d>
                            <m:dPr>
                              <m:ctrlPr>
                                <a:rPr lang="en-US" sz="3200" i="1">
                                  <a:latin typeface="Cambria Math" panose="02040503050406030204" pitchFamily="18" charset="0"/>
                                </a:rPr>
                              </m:ctrlPr>
                            </m:dPr>
                            <m:e>
                              <m:sSub>
                                <m:sSubPr>
                                  <m:ctrlPr>
                                    <a:rPr lang="en-US" sz="3200" i="1">
                                      <a:latin typeface="Cambria Math" panose="02040503050406030204" pitchFamily="18" charset="0"/>
                                    </a:rPr>
                                  </m:ctrlPr>
                                </m:sSubPr>
                                <m:e>
                                  <m:r>
                                    <a:rPr lang="en-US" sz="3200" i="1">
                                      <a:latin typeface="Cambria Math" panose="02040503050406030204" pitchFamily="18" charset="0"/>
                                    </a:rPr>
                                    <m:t>𝑤</m:t>
                                  </m:r>
                                </m:e>
                                <m:sub>
                                  <m:r>
                                    <a:rPr lang="en-US" sz="3200" i="1">
                                      <a:latin typeface="Cambria Math" panose="02040503050406030204" pitchFamily="18" charset="0"/>
                                    </a:rPr>
                                    <m:t>𝑖</m:t>
                                  </m:r>
                                </m:sub>
                              </m:sSub>
                              <m:r>
                                <a:rPr lang="en-US" sz="3200" i="1">
                                  <a:latin typeface="Cambria Math" panose="02040503050406030204" pitchFamily="18" charset="0"/>
                                </a:rPr>
                                <m:t>⋅</m:t>
                              </m:r>
                              <m:sSub>
                                <m:sSubPr>
                                  <m:ctrlPr>
                                    <a:rPr lang="en-US" sz="3200" i="1">
                                      <a:latin typeface="Cambria Math" panose="02040503050406030204" pitchFamily="18" charset="0"/>
                                    </a:rPr>
                                  </m:ctrlPr>
                                </m:sSubPr>
                                <m:e>
                                  <m:r>
                                    <a:rPr lang="en-US" sz="3200" i="1">
                                      <a:latin typeface="Cambria Math" panose="02040503050406030204" pitchFamily="18" charset="0"/>
                                    </a:rPr>
                                    <m:t>𝑐</m:t>
                                  </m:r>
                                </m:e>
                                <m:sub>
                                  <m:r>
                                    <a:rPr lang="en-US" sz="3200" i="1">
                                      <a:latin typeface="Cambria Math" panose="02040503050406030204" pitchFamily="18" charset="0"/>
                                    </a:rPr>
                                    <m:t>𝑖</m:t>
                                  </m:r>
                                </m:sub>
                              </m:sSub>
                            </m:e>
                          </m:d>
                        </m:e>
                      </m:nary>
                      <m:r>
                        <a:rPr lang="en-US" sz="3200" i="1">
                          <a:latin typeface="Cambria Math" panose="02040503050406030204" pitchFamily="18" charset="0"/>
                        </a:rPr>
                        <m:t> </m:t>
                      </m:r>
                    </m:oMath>
                  </m:oMathPara>
                </a14:m>
                <a:endParaRPr lang="vi-VN" sz="3200" dirty="0">
                  <a:latin typeface="Readex Pro" panose="020B0604020202020204" charset="-78"/>
                  <a:cs typeface="Readex Pro" panose="020B0604020202020204" charset="-78"/>
                </a:endParaRPr>
              </a:p>
              <a:p>
                <a:endParaRPr lang="en-US" sz="3200" dirty="0">
                  <a:latin typeface="Readex Pro" panose="020B0604020202020204" charset="-78"/>
                  <a:cs typeface="Readex Pro" panose="020B0604020202020204" charset="-78"/>
                </a:endParaRPr>
              </a:p>
            </p:txBody>
          </p:sp>
        </mc:Choice>
        <mc:Fallback xmlns="">
          <p:sp>
            <p:nvSpPr>
              <p:cNvPr id="3" name="TextBox 2">
                <a:extLst>
                  <a:ext uri="{FF2B5EF4-FFF2-40B4-BE49-F238E27FC236}">
                    <a16:creationId xmlns:a16="http://schemas.microsoft.com/office/drawing/2014/main" id="{A71B1E85-40F6-4F75-1DC7-0539F1C8E74D}"/>
                  </a:ext>
                </a:extLst>
              </p:cNvPr>
              <p:cNvSpPr txBox="1">
                <a:spLocks noRot="1" noChangeAspect="1" noMove="1" noResize="1" noEditPoints="1" noAdjustHandles="1" noChangeArrowheads="1" noChangeShapeType="1" noTextEdit="1"/>
              </p:cNvSpPr>
              <p:nvPr/>
            </p:nvSpPr>
            <p:spPr>
              <a:xfrm>
                <a:off x="4089400" y="1499882"/>
                <a:ext cx="3530600" cy="1929118"/>
              </a:xfrm>
              <a:prstGeom prst="rect">
                <a:avLst/>
              </a:prstGeom>
              <a:blipFill>
                <a:blip r:embed="rId3"/>
                <a:stretch>
                  <a:fillRect/>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ADF6F941-50E6-1687-A68B-F43A6E6249F3}"/>
              </a:ext>
            </a:extLst>
          </p:cNvPr>
          <p:cNvSpPr txBox="1"/>
          <p:nvPr/>
        </p:nvSpPr>
        <p:spPr>
          <a:xfrm>
            <a:off x="335280" y="3429000"/>
            <a:ext cx="11856720" cy="1705852"/>
          </a:xfrm>
          <a:prstGeom prst="rect">
            <a:avLst/>
          </a:prstGeom>
          <a:noFill/>
        </p:spPr>
        <p:txBody>
          <a:bodyPr wrap="square" rtlCol="0">
            <a:spAutoFit/>
          </a:bodyPr>
          <a:lstStyle/>
          <a:p>
            <a:pPr algn="just">
              <a:lnSpc>
                <a:spcPct val="150000"/>
              </a:lnSpc>
            </a:pPr>
            <a:r>
              <a:rPr lang="vi-VN" b="1" dirty="0">
                <a:latin typeface="Readex Pro" panose="020B0604020202020204" charset="-78"/>
                <a:cs typeface="Readex Pro" panose="020B0604020202020204" charset="-78"/>
              </a:rPr>
              <a:t>Thành phần mô hình:</a:t>
            </a:r>
          </a:p>
          <a:p>
            <a:pPr marL="800100" lvl="1" indent="-342900" algn="just">
              <a:lnSpc>
                <a:spcPct val="150000"/>
              </a:lnSpc>
              <a:buFont typeface="Arial" panose="020B0604020202020204" pitchFamily="34" charset="0"/>
              <a:buChar char="•"/>
            </a:pPr>
            <a:r>
              <a:rPr lang="vi-VN" b="1" dirty="0">
                <a:latin typeface="Readex Pro" panose="020B0604020202020204" charset="-78"/>
                <a:cs typeface="Readex Pro" panose="020B0604020202020204" charset="-78"/>
              </a:rPr>
              <a:t>R:</a:t>
            </a:r>
            <a:r>
              <a:rPr lang="vi-VN" dirty="0">
                <a:latin typeface="Readex Pro" panose="020B0604020202020204" charset="-78"/>
                <a:cs typeface="Readex Pro" panose="020B0604020202020204" charset="-78"/>
              </a:rPr>
              <a:t> Tổng điểm rủi ro (Risk Score) của thư viện OSS.</a:t>
            </a:r>
          </a:p>
          <a:p>
            <a:pPr marL="800100" lvl="1" indent="-342900" algn="just">
              <a:lnSpc>
                <a:spcPct val="150000"/>
              </a:lnSpc>
              <a:buFont typeface="Arial" panose="020B0604020202020204" pitchFamily="34" charset="0"/>
              <a:buChar char="•"/>
            </a:pPr>
            <a:r>
              <a:rPr lang="vi-VN" b="1" dirty="0">
                <a:latin typeface="Readex Pro" panose="020B0604020202020204" charset="-78"/>
                <a:cs typeface="Readex Pro" panose="020B0604020202020204" charset="-78"/>
              </a:rPr>
              <a:t>wi:</a:t>
            </a:r>
            <a:r>
              <a:rPr lang="vi-VN" dirty="0">
                <a:latin typeface="Readex Pro" panose="020B0604020202020204" charset="-78"/>
                <a:cs typeface="Readex Pro" panose="020B0604020202020204" charset="-78"/>
              </a:rPr>
              <a:t> Trọng số tiêu chí i – xác định từ ma trận so sánh cặp AHP (đảm bảo tính khách quan).</a:t>
            </a:r>
          </a:p>
          <a:p>
            <a:pPr marL="800100" lvl="1" indent="-342900" algn="just">
              <a:lnSpc>
                <a:spcPct val="150000"/>
              </a:lnSpc>
              <a:buFont typeface="Arial" panose="020B0604020202020204" pitchFamily="34" charset="0"/>
              <a:buChar char="•"/>
            </a:pPr>
            <a:r>
              <a:rPr lang="vi-VN" b="1" dirty="0">
                <a:latin typeface="Readex Pro" panose="020B0604020202020204" charset="-78"/>
                <a:cs typeface="Readex Pro" panose="020B0604020202020204" charset="-78"/>
              </a:rPr>
              <a:t>Ci:</a:t>
            </a:r>
            <a:r>
              <a:rPr lang="vi-VN" dirty="0">
                <a:latin typeface="Readex Pro" panose="020B0604020202020204" charset="-78"/>
                <a:cs typeface="Readex Pro" panose="020B0604020202020204" charset="-78"/>
              </a:rPr>
              <a:t> Điểm số tiêu chuẩn hóa (thang 1-10) từ dữ liệu kỹ thuật thực tế.</a:t>
            </a:r>
          </a:p>
        </p:txBody>
      </p:sp>
    </p:spTree>
    <p:extLst>
      <p:ext uri="{BB962C8B-B14F-4D97-AF65-F5344CB8AC3E}">
        <p14:creationId xmlns:p14="http://schemas.microsoft.com/office/powerpoint/2010/main" val="30043948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49A951-B49E-EEC0-E49B-105A2647BE68}"/>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2768DE3A-CA57-7584-C16A-1D885EC27D1D}"/>
                  </a:ext>
                </a:extLst>
              </p:cNvPr>
              <p:cNvSpPr>
                <a:spLocks noGrp="1"/>
              </p:cNvSpPr>
              <p:nvPr>
                <p:ph type="title"/>
              </p:nvPr>
            </p:nvSpPr>
            <p:spPr>
              <a:xfrm>
                <a:off x="838200" y="152006"/>
                <a:ext cx="11271738" cy="1184426"/>
              </a:xfrm>
            </p:spPr>
            <p:txBody>
              <a:bodyPr/>
              <a:lstStyle/>
              <a:p>
                <a:r>
                  <a:rPr lang="vi-VN" dirty="0">
                    <a:latin typeface="Readex Pro" panose="020B0604020202020204" charset="-78"/>
                    <a:cs typeface="Readex Pro" panose="020B0604020202020204" charset="-78"/>
                  </a:rPr>
                  <a:t>Các tham số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𝑤</m:t>
                        </m:r>
                      </m:e>
                      <m:sub>
                        <m:r>
                          <a:rPr lang="en-US" i="1">
                            <a:latin typeface="Cambria Math" panose="02040503050406030204" pitchFamily="18" charset="0"/>
                          </a:rPr>
                          <m:t>𝑖</m:t>
                        </m:r>
                      </m:sub>
                    </m:sSub>
                    <m:r>
                      <a:rPr lang="vi-VN" b="1" i="1" smtClean="0">
                        <a:latin typeface="Cambria Math" panose="02040503050406030204" pitchFamily="18" charset="0"/>
                      </a:rPr>
                      <m:t> &amp; </m:t>
                    </m:r>
                    <m:sSub>
                      <m:sSubPr>
                        <m:ctrlPr>
                          <a:rPr lang="en-US" i="1">
                            <a:latin typeface="Cambria Math" panose="02040503050406030204" pitchFamily="18" charset="0"/>
                          </a:rPr>
                        </m:ctrlPr>
                      </m:sSubPr>
                      <m:e>
                        <m:r>
                          <a:rPr lang="en-US" i="1">
                            <a:latin typeface="Cambria Math" panose="02040503050406030204" pitchFamily="18" charset="0"/>
                          </a:rPr>
                          <m:t>𝑐</m:t>
                        </m:r>
                      </m:e>
                      <m:sub>
                        <m:r>
                          <a:rPr lang="en-US" i="1">
                            <a:latin typeface="Cambria Math" panose="02040503050406030204" pitchFamily="18" charset="0"/>
                          </a:rPr>
                          <m:t>𝑖</m:t>
                        </m:r>
                      </m:sub>
                    </m:sSub>
                  </m:oMath>
                </a14:m>
                <a:endParaRPr lang="en-US" dirty="0">
                  <a:latin typeface="Readex Pro" panose="020B0604020202020204" charset="-78"/>
                  <a:cs typeface="Readex Pro" panose="020B0604020202020204" charset="-78"/>
                </a:endParaRPr>
              </a:p>
            </p:txBody>
          </p:sp>
        </mc:Choice>
        <mc:Fallback xmlns="">
          <p:sp>
            <p:nvSpPr>
              <p:cNvPr id="2" name="Title 1">
                <a:extLst>
                  <a:ext uri="{FF2B5EF4-FFF2-40B4-BE49-F238E27FC236}">
                    <a16:creationId xmlns:a16="http://schemas.microsoft.com/office/drawing/2014/main" id="{2768DE3A-CA57-7584-C16A-1D885EC27D1D}"/>
                  </a:ext>
                </a:extLst>
              </p:cNvPr>
              <p:cNvSpPr>
                <a:spLocks noGrp="1" noRot="1" noChangeAspect="1" noMove="1" noResize="1" noEditPoints="1" noAdjustHandles="1" noChangeArrowheads="1" noChangeShapeType="1" noTextEdit="1"/>
              </p:cNvSpPr>
              <p:nvPr>
                <p:ph type="title"/>
              </p:nvPr>
            </p:nvSpPr>
            <p:spPr>
              <a:xfrm>
                <a:off x="838200" y="152006"/>
                <a:ext cx="11271738" cy="1184426"/>
              </a:xfrm>
              <a:blipFill>
                <a:blip r:embed="rId3"/>
                <a:stretch>
                  <a:fillRect l="-16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B4D0CFC6-7138-5D82-35B7-F986609B6E2E}"/>
                  </a:ext>
                </a:extLst>
              </p:cNvPr>
              <p:cNvGraphicFramePr>
                <a:graphicFrameLocks noGrp="1"/>
              </p:cNvGraphicFramePr>
              <p:nvPr>
                <p:extLst>
                  <p:ext uri="{D42A27DB-BD31-4B8C-83A1-F6EECF244321}">
                    <p14:modId xmlns:p14="http://schemas.microsoft.com/office/powerpoint/2010/main" val="2649575539"/>
                  </p:ext>
                </p:extLst>
              </p:nvPr>
            </p:nvGraphicFramePr>
            <p:xfrm>
              <a:off x="1144335" y="1721441"/>
              <a:ext cx="9903330" cy="2978895"/>
            </p:xfrm>
            <a:graphic>
              <a:graphicData uri="http://schemas.openxmlformats.org/drawingml/2006/table">
                <a:tbl>
                  <a:tblPr firstRow="1" bandRow="1">
                    <a:tableStyleId>{5C22544A-7EE6-4342-B048-85BDC9FD1C3A}</a:tableStyleId>
                  </a:tblPr>
                  <a:tblGrid>
                    <a:gridCol w="1980666">
                      <a:extLst>
                        <a:ext uri="{9D8B030D-6E8A-4147-A177-3AD203B41FA5}">
                          <a16:colId xmlns:a16="http://schemas.microsoft.com/office/drawing/2014/main" val="3632223900"/>
                        </a:ext>
                      </a:extLst>
                    </a:gridCol>
                    <a:gridCol w="1980666">
                      <a:extLst>
                        <a:ext uri="{9D8B030D-6E8A-4147-A177-3AD203B41FA5}">
                          <a16:colId xmlns:a16="http://schemas.microsoft.com/office/drawing/2014/main" val="1722258679"/>
                        </a:ext>
                      </a:extLst>
                    </a:gridCol>
                    <a:gridCol w="1980666">
                      <a:extLst>
                        <a:ext uri="{9D8B030D-6E8A-4147-A177-3AD203B41FA5}">
                          <a16:colId xmlns:a16="http://schemas.microsoft.com/office/drawing/2014/main" val="1889563581"/>
                        </a:ext>
                      </a:extLst>
                    </a:gridCol>
                    <a:gridCol w="1980666">
                      <a:extLst>
                        <a:ext uri="{9D8B030D-6E8A-4147-A177-3AD203B41FA5}">
                          <a16:colId xmlns:a16="http://schemas.microsoft.com/office/drawing/2014/main" val="3399033976"/>
                        </a:ext>
                      </a:extLst>
                    </a:gridCol>
                    <a:gridCol w="1980666">
                      <a:extLst>
                        <a:ext uri="{9D8B030D-6E8A-4147-A177-3AD203B41FA5}">
                          <a16:colId xmlns:a16="http://schemas.microsoft.com/office/drawing/2014/main" val="3010948489"/>
                        </a:ext>
                      </a:extLst>
                    </a:gridCol>
                  </a:tblGrid>
                  <a:tr h="992965">
                    <a:tc>
                      <a:txBody>
                        <a:bodyPr/>
                        <a:lstStyle/>
                        <a:p>
                          <a:pPr algn="ctr"/>
                          <a:r>
                            <a:rPr lang="vi-VN" sz="2000" dirty="0">
                              <a:latin typeface="Readex Pro" panose="020B0604020202020204" charset="-78"/>
                              <a:cs typeface="Readex Pro" panose="020B0604020202020204" charset="-78"/>
                            </a:rPr>
                            <a:t>Tiêu chí</a:t>
                          </a:r>
                          <a:endParaRPr lang="en-US" sz="2000" dirty="0">
                            <a:latin typeface="Readex Pro" panose="020B0604020202020204" charset="-78"/>
                            <a:cs typeface="Readex Pro" panose="020B0604020202020204" charset="-78"/>
                          </a:endParaRPr>
                        </a:p>
                      </a:txBody>
                      <a:tcPr anchor="ctr"/>
                    </a:tc>
                    <a:tc>
                      <a:txBody>
                        <a:bodyPr/>
                        <a:lstStyle/>
                        <a:p>
                          <a:pPr algn="ctr"/>
                          <a:r>
                            <a:rPr lang="en-US" sz="2000" b="1" kern="1200" dirty="0">
                              <a:solidFill>
                                <a:schemeClr val="lt1"/>
                              </a:solidFill>
                              <a:effectLst/>
                              <a:latin typeface="Readex Pro" panose="020B0604020202020204" charset="-78"/>
                              <a:ea typeface="+mn-ea"/>
                              <a:cs typeface="Readex Pro" panose="020B0604020202020204" charset="-78"/>
                            </a:rPr>
                            <a:t>Vulnerability</a:t>
                          </a:r>
                          <a:endParaRPr lang="en-US" sz="2000" dirty="0">
                            <a:latin typeface="Readex Pro" panose="020B0604020202020204" charset="-78"/>
                            <a:cs typeface="Readex Pro" panose="020B0604020202020204" charset="-78"/>
                          </a:endParaRPr>
                        </a:p>
                      </a:txBody>
                      <a:tcPr anchor="ctr"/>
                    </a:tc>
                    <a:tc>
                      <a:txBody>
                        <a:bodyPr/>
                        <a:lstStyle/>
                        <a:p>
                          <a:pPr algn="ctr"/>
                          <a:r>
                            <a:rPr lang="en-US" sz="2000" b="1" kern="1200" dirty="0">
                              <a:solidFill>
                                <a:schemeClr val="lt1"/>
                              </a:solidFill>
                              <a:effectLst/>
                              <a:latin typeface="Readex Pro" panose="020B0604020202020204" charset="-78"/>
                              <a:ea typeface="+mn-ea"/>
                              <a:cs typeface="Readex Pro" panose="020B0604020202020204" charset="-78"/>
                            </a:rPr>
                            <a:t>Maintenance</a:t>
                          </a:r>
                          <a:endParaRPr lang="en-US" sz="2000" dirty="0">
                            <a:latin typeface="Readex Pro" panose="020B0604020202020204" charset="-78"/>
                            <a:cs typeface="Readex Pro" panose="020B0604020202020204" charset="-78"/>
                          </a:endParaRPr>
                        </a:p>
                      </a:txBody>
                      <a:tcPr anchor="ctr"/>
                    </a:tc>
                    <a:tc>
                      <a:txBody>
                        <a:bodyPr/>
                        <a:lstStyle/>
                        <a:p>
                          <a:pPr algn="ctr"/>
                          <a:r>
                            <a:rPr lang="en-US" sz="2000" b="1" kern="1200" dirty="0">
                              <a:solidFill>
                                <a:schemeClr val="lt1"/>
                              </a:solidFill>
                              <a:effectLst/>
                              <a:latin typeface="Readex Pro" panose="020B0604020202020204" charset="-78"/>
                              <a:ea typeface="+mn-ea"/>
                              <a:cs typeface="Readex Pro" panose="020B0604020202020204" charset="-78"/>
                            </a:rPr>
                            <a:t>Integrity</a:t>
                          </a:r>
                          <a:endParaRPr lang="en-US" sz="2000" dirty="0">
                            <a:latin typeface="Readex Pro" panose="020B0604020202020204" charset="-78"/>
                            <a:cs typeface="Readex Pro" panose="020B0604020202020204" charset="-78"/>
                          </a:endParaRPr>
                        </a:p>
                      </a:txBody>
                      <a:tcPr anchor="ctr"/>
                    </a:tc>
                    <a:tc>
                      <a:txBody>
                        <a:bodyPr/>
                        <a:lstStyle/>
                        <a:p>
                          <a:pPr algn="ctr"/>
                          <a:r>
                            <a:rPr lang="en-US" sz="2000" b="1" kern="1200" dirty="0">
                              <a:solidFill>
                                <a:schemeClr val="lt1"/>
                              </a:solidFill>
                              <a:effectLst/>
                              <a:latin typeface="Readex Pro" panose="020B0604020202020204" charset="-78"/>
                              <a:ea typeface="+mn-ea"/>
                              <a:cs typeface="Readex Pro" panose="020B0604020202020204" charset="-78"/>
                            </a:rPr>
                            <a:t>License</a:t>
                          </a:r>
                          <a:endParaRPr lang="en-US" sz="2000" dirty="0">
                            <a:latin typeface="Readex Pro" panose="020B0604020202020204" charset="-78"/>
                            <a:cs typeface="Readex Pro" panose="020B0604020202020204" charset="-78"/>
                          </a:endParaRPr>
                        </a:p>
                      </a:txBody>
                      <a:tcPr anchor="ctr"/>
                    </a:tc>
                    <a:extLst>
                      <a:ext uri="{0D108BD9-81ED-4DB2-BD59-A6C34878D82A}">
                        <a16:rowId xmlns:a16="http://schemas.microsoft.com/office/drawing/2014/main" val="3510831934"/>
                      </a:ext>
                    </a:extLst>
                  </a:tr>
                  <a:tr h="992965">
                    <a:tc>
                      <a:txBody>
                        <a:bodyPr/>
                        <a:lstStyle/>
                        <a:p>
                          <a:pPr/>
                          <a14:m>
                            <m:oMathPara xmlns:m="http://schemas.openxmlformats.org/officeDocument/2006/math">
                              <m:oMathParaPr>
                                <m:jc m:val="centerGroup"/>
                              </m:oMathParaPr>
                              <m:oMath xmlns:m="http://schemas.openxmlformats.org/officeDocument/2006/math">
                                <m:sSub>
                                  <m:sSubPr>
                                    <m:ctrlPr>
                                      <a:rPr lang="en-US" sz="2800" i="1" smtClean="0">
                                        <a:latin typeface="Cambria Math" panose="02040503050406030204" pitchFamily="18" charset="0"/>
                                      </a:rPr>
                                    </m:ctrlPr>
                                  </m:sSubPr>
                                  <m:e>
                                    <m:r>
                                      <a:rPr lang="en-US" sz="2800" i="1">
                                        <a:latin typeface="Cambria Math" panose="02040503050406030204" pitchFamily="18" charset="0"/>
                                      </a:rPr>
                                      <m:t>𝑐</m:t>
                                    </m:r>
                                  </m:e>
                                  <m:sub>
                                    <m:r>
                                      <a:rPr lang="en-US" sz="2800" i="1">
                                        <a:latin typeface="Cambria Math" panose="02040503050406030204" pitchFamily="18" charset="0"/>
                                      </a:rPr>
                                      <m:t>𝑖</m:t>
                                    </m:r>
                                  </m:sub>
                                </m:sSub>
                              </m:oMath>
                            </m:oMathPara>
                          </a14:m>
                          <a:endParaRPr lang="en-US" sz="2800" dirty="0">
                            <a:latin typeface="Readex Pro" panose="020B0604020202020204" charset="-78"/>
                            <a:cs typeface="Readex Pro" panose="020B0604020202020204" charset="-78"/>
                          </a:endParaRPr>
                        </a:p>
                      </a:txBody>
                      <a:tcPr anchor="ctr"/>
                    </a:tc>
                    <a:tc>
                      <a:txBody>
                        <a:bodyPr/>
                        <a:lstStyle/>
                        <a:p>
                          <a:pPr/>
                          <a14:m>
                            <m:oMathPara xmlns:m="http://schemas.openxmlformats.org/officeDocument/2006/math">
                              <m:oMathParaPr>
                                <m:jc m:val="centerGroup"/>
                              </m:oMathParaPr>
                              <m:oMath xmlns:m="http://schemas.openxmlformats.org/officeDocument/2006/math">
                                <m:sSub>
                                  <m:sSubPr>
                                    <m:ctrlPr>
                                      <a:rPr lang="en-US" sz="2800" b="1" i="1" kern="1200" baseline="0" smtClean="0">
                                        <a:solidFill>
                                          <a:schemeClr val="dk1"/>
                                        </a:solidFill>
                                        <a:effectLst/>
                                        <a:latin typeface="Cambria Math" panose="02040503050406030204" pitchFamily="18" charset="0"/>
                                        <a:ea typeface="+mn-ea"/>
                                        <a:cs typeface="+mn-cs"/>
                                      </a:rPr>
                                    </m:ctrlPr>
                                  </m:sSubPr>
                                  <m:e>
                                    <m:r>
                                      <a:rPr lang="en-US" sz="2800" b="1" i="1" kern="1200" baseline="0">
                                        <a:solidFill>
                                          <a:schemeClr val="dk1"/>
                                        </a:solidFill>
                                        <a:effectLst/>
                                        <a:latin typeface="Cambria Math" panose="02040503050406030204" pitchFamily="18" charset="0"/>
                                        <a:ea typeface="+mn-ea"/>
                                        <a:cs typeface="+mn-cs"/>
                                      </a:rPr>
                                      <m:t>𝑐</m:t>
                                    </m:r>
                                  </m:e>
                                  <m:sub>
                                    <m:r>
                                      <m:rPr>
                                        <m:sty m:val="p"/>
                                      </m:rPr>
                                      <a:rPr lang="vi-VN" sz="2800" b="1" i="1" kern="1200" baseline="0">
                                        <a:solidFill>
                                          <a:schemeClr val="dk1"/>
                                        </a:solidFill>
                                        <a:effectLst/>
                                        <a:latin typeface="Cambria Math" panose="02040503050406030204" pitchFamily="18" charset="0"/>
                                        <a:ea typeface="+mn-ea"/>
                                        <a:cs typeface="+mn-cs"/>
                                      </a:rPr>
                                      <m:t>V</m:t>
                                    </m:r>
                                  </m:sub>
                                </m:sSub>
                              </m:oMath>
                            </m:oMathPara>
                          </a14:m>
                          <a:endParaRPr lang="en-US" sz="2800" dirty="0">
                            <a:latin typeface="Readex Pro" panose="020B0604020202020204" charset="-78"/>
                            <a:cs typeface="Readex Pro" panose="020B0604020202020204" charset="-78"/>
                          </a:endParaRPr>
                        </a:p>
                      </a:txBody>
                      <a:tcPr anchor="ctr"/>
                    </a:tc>
                    <a:tc>
                      <a:txBody>
                        <a:bodyPr/>
                        <a:lstStyle/>
                        <a:p>
                          <a:pPr/>
                          <a14:m>
                            <m:oMathPara xmlns:m="http://schemas.openxmlformats.org/officeDocument/2006/math">
                              <m:oMathParaPr>
                                <m:jc m:val="centerGroup"/>
                              </m:oMathParaPr>
                              <m:oMath xmlns:m="http://schemas.openxmlformats.org/officeDocument/2006/math">
                                <m:sSub>
                                  <m:sSubPr>
                                    <m:ctrlPr>
                                      <a:rPr lang="en-US" sz="2800" b="1" i="1" kern="1200" baseline="0" smtClean="0">
                                        <a:solidFill>
                                          <a:schemeClr val="dk1"/>
                                        </a:solidFill>
                                        <a:effectLst/>
                                        <a:latin typeface="Cambria Math" panose="02040503050406030204" pitchFamily="18" charset="0"/>
                                        <a:ea typeface="+mn-ea"/>
                                        <a:cs typeface="+mn-cs"/>
                                      </a:rPr>
                                    </m:ctrlPr>
                                  </m:sSubPr>
                                  <m:e>
                                    <m:r>
                                      <a:rPr lang="en-US" sz="2800" b="1" i="1" kern="1200" baseline="0">
                                        <a:solidFill>
                                          <a:schemeClr val="dk1"/>
                                        </a:solidFill>
                                        <a:effectLst/>
                                        <a:latin typeface="Cambria Math" panose="02040503050406030204" pitchFamily="18" charset="0"/>
                                        <a:ea typeface="+mn-ea"/>
                                        <a:cs typeface="+mn-cs"/>
                                      </a:rPr>
                                      <m:t>𝑐</m:t>
                                    </m:r>
                                  </m:e>
                                  <m:sub>
                                    <m:r>
                                      <m:rPr>
                                        <m:sty m:val="p"/>
                                      </m:rPr>
                                      <a:rPr lang="vi-VN" sz="2800" b="1" i="1" kern="1200" baseline="0">
                                        <a:solidFill>
                                          <a:schemeClr val="dk1"/>
                                        </a:solidFill>
                                        <a:effectLst/>
                                        <a:latin typeface="Cambria Math" panose="02040503050406030204" pitchFamily="18" charset="0"/>
                                        <a:ea typeface="+mn-ea"/>
                                        <a:cs typeface="+mn-cs"/>
                                      </a:rPr>
                                      <m:t>M</m:t>
                                    </m:r>
                                  </m:sub>
                                </m:sSub>
                              </m:oMath>
                            </m:oMathPara>
                          </a14:m>
                          <a:endParaRPr lang="en-US" sz="2800" dirty="0">
                            <a:latin typeface="Readex Pro" panose="020B0604020202020204" charset="-78"/>
                            <a:cs typeface="Readex Pro" panose="020B0604020202020204" charset="-78"/>
                          </a:endParaRPr>
                        </a:p>
                      </a:txBody>
                      <a:tcPr anchor="ctr"/>
                    </a:tc>
                    <a:tc>
                      <a:txBody>
                        <a:bodyPr/>
                        <a:lstStyle/>
                        <a:p>
                          <a:pPr/>
                          <a14:m>
                            <m:oMathPara xmlns:m="http://schemas.openxmlformats.org/officeDocument/2006/math">
                              <m:oMathParaPr>
                                <m:jc m:val="centerGroup"/>
                              </m:oMathParaPr>
                              <m:oMath xmlns:m="http://schemas.openxmlformats.org/officeDocument/2006/math">
                                <m:sSub>
                                  <m:sSubPr>
                                    <m:ctrlPr>
                                      <a:rPr lang="en-US" sz="2800" b="1" i="1" kern="1200" baseline="0" smtClean="0">
                                        <a:solidFill>
                                          <a:schemeClr val="dk1"/>
                                        </a:solidFill>
                                        <a:effectLst/>
                                        <a:latin typeface="Cambria Math" panose="02040503050406030204" pitchFamily="18" charset="0"/>
                                        <a:ea typeface="+mn-ea"/>
                                        <a:cs typeface="+mn-cs"/>
                                      </a:rPr>
                                    </m:ctrlPr>
                                  </m:sSubPr>
                                  <m:e>
                                    <m:r>
                                      <a:rPr lang="en-US" sz="2800" b="1" i="1" kern="1200" baseline="0">
                                        <a:solidFill>
                                          <a:schemeClr val="dk1"/>
                                        </a:solidFill>
                                        <a:effectLst/>
                                        <a:latin typeface="Cambria Math" panose="02040503050406030204" pitchFamily="18" charset="0"/>
                                        <a:ea typeface="+mn-ea"/>
                                        <a:cs typeface="+mn-cs"/>
                                      </a:rPr>
                                      <m:t>𝑐</m:t>
                                    </m:r>
                                  </m:e>
                                  <m:sub>
                                    <m:r>
                                      <m:rPr>
                                        <m:sty m:val="p"/>
                                      </m:rPr>
                                      <a:rPr lang="vi-VN" sz="2800" b="1" i="1" kern="1200" baseline="0">
                                        <a:solidFill>
                                          <a:schemeClr val="dk1"/>
                                        </a:solidFill>
                                        <a:effectLst/>
                                        <a:latin typeface="Cambria Math" panose="02040503050406030204" pitchFamily="18" charset="0"/>
                                        <a:ea typeface="+mn-ea"/>
                                        <a:cs typeface="+mn-cs"/>
                                      </a:rPr>
                                      <m:t>I</m:t>
                                    </m:r>
                                  </m:sub>
                                </m:sSub>
                              </m:oMath>
                            </m:oMathPara>
                          </a14:m>
                          <a:endParaRPr lang="en-US" sz="2800" dirty="0">
                            <a:latin typeface="Readex Pro" panose="020B0604020202020204" charset="-78"/>
                            <a:cs typeface="Readex Pro" panose="020B0604020202020204" charset="-78"/>
                          </a:endParaRPr>
                        </a:p>
                      </a:txBody>
                      <a:tcPr anchor="ctr"/>
                    </a:tc>
                    <a:tc>
                      <a:txBody>
                        <a:bodyPr/>
                        <a:lstStyle/>
                        <a:p>
                          <a:pPr/>
                          <a14:m>
                            <m:oMathPara xmlns:m="http://schemas.openxmlformats.org/officeDocument/2006/math">
                              <m:oMathParaPr>
                                <m:jc m:val="centerGroup"/>
                              </m:oMathParaPr>
                              <m:oMath xmlns:m="http://schemas.openxmlformats.org/officeDocument/2006/math">
                                <m:sSub>
                                  <m:sSubPr>
                                    <m:ctrlPr>
                                      <a:rPr lang="en-US" sz="2800" b="1" i="1" kern="1200" baseline="0" smtClean="0">
                                        <a:solidFill>
                                          <a:schemeClr val="dk1"/>
                                        </a:solidFill>
                                        <a:effectLst/>
                                        <a:latin typeface="Cambria Math" panose="02040503050406030204" pitchFamily="18" charset="0"/>
                                        <a:ea typeface="+mn-ea"/>
                                        <a:cs typeface="+mn-cs"/>
                                      </a:rPr>
                                    </m:ctrlPr>
                                  </m:sSubPr>
                                  <m:e>
                                    <m:r>
                                      <a:rPr lang="en-US" sz="2800" b="1" i="1" kern="1200" baseline="0">
                                        <a:solidFill>
                                          <a:schemeClr val="dk1"/>
                                        </a:solidFill>
                                        <a:effectLst/>
                                        <a:latin typeface="Cambria Math" panose="02040503050406030204" pitchFamily="18" charset="0"/>
                                        <a:ea typeface="+mn-ea"/>
                                        <a:cs typeface="+mn-cs"/>
                                      </a:rPr>
                                      <m:t>𝑐</m:t>
                                    </m:r>
                                  </m:e>
                                  <m:sub>
                                    <m:r>
                                      <m:rPr>
                                        <m:sty m:val="p"/>
                                      </m:rPr>
                                      <a:rPr lang="vi-VN" sz="2800" b="1" i="1" kern="1200" baseline="0">
                                        <a:solidFill>
                                          <a:schemeClr val="dk1"/>
                                        </a:solidFill>
                                        <a:effectLst/>
                                        <a:latin typeface="Cambria Math" panose="02040503050406030204" pitchFamily="18" charset="0"/>
                                        <a:ea typeface="+mn-ea"/>
                                        <a:cs typeface="+mn-cs"/>
                                      </a:rPr>
                                      <m:t>L</m:t>
                                    </m:r>
                                  </m:sub>
                                </m:sSub>
                              </m:oMath>
                            </m:oMathPara>
                          </a14:m>
                          <a:endParaRPr lang="en-US" sz="2800" dirty="0">
                            <a:latin typeface="Readex Pro" panose="020B0604020202020204" charset="-78"/>
                            <a:cs typeface="Readex Pro" panose="020B0604020202020204" charset="-78"/>
                          </a:endParaRPr>
                        </a:p>
                      </a:txBody>
                      <a:tcPr anchor="ctr"/>
                    </a:tc>
                    <a:extLst>
                      <a:ext uri="{0D108BD9-81ED-4DB2-BD59-A6C34878D82A}">
                        <a16:rowId xmlns:a16="http://schemas.microsoft.com/office/drawing/2014/main" val="546151971"/>
                      </a:ext>
                    </a:extLst>
                  </a:tr>
                  <a:tr h="992965">
                    <a:tc>
                      <a:txBody>
                        <a:bodyPr/>
                        <a:lstStyle/>
                        <a:p>
                          <a:pPr/>
                          <a14:m>
                            <m:oMathPara xmlns:m="http://schemas.openxmlformats.org/officeDocument/2006/math">
                              <m:oMathParaPr>
                                <m:jc m:val="centerGroup"/>
                              </m:oMathParaPr>
                              <m:oMath xmlns:m="http://schemas.openxmlformats.org/officeDocument/2006/math">
                                <m:sSub>
                                  <m:sSubPr>
                                    <m:ctrlPr>
                                      <a:rPr lang="en-US" sz="2800" i="1" smtClean="0">
                                        <a:latin typeface="Cambria Math" panose="02040503050406030204" pitchFamily="18" charset="0"/>
                                      </a:rPr>
                                    </m:ctrlPr>
                                  </m:sSubPr>
                                  <m:e>
                                    <m:r>
                                      <a:rPr lang="en-US" sz="2800" i="1">
                                        <a:latin typeface="Cambria Math" panose="02040503050406030204" pitchFamily="18" charset="0"/>
                                      </a:rPr>
                                      <m:t>𝑤</m:t>
                                    </m:r>
                                  </m:e>
                                  <m:sub>
                                    <m:r>
                                      <a:rPr lang="en-US" sz="2800" i="1">
                                        <a:latin typeface="Cambria Math" panose="02040503050406030204" pitchFamily="18" charset="0"/>
                                      </a:rPr>
                                      <m:t>𝑖</m:t>
                                    </m:r>
                                  </m:sub>
                                </m:sSub>
                                <m:r>
                                  <a:rPr lang="vi-VN" sz="2800" b="1" i="1" smtClean="0">
                                    <a:latin typeface="Cambria Math" panose="02040503050406030204" pitchFamily="18" charset="0"/>
                                  </a:rPr>
                                  <m:t> </m:t>
                                </m:r>
                              </m:oMath>
                            </m:oMathPara>
                          </a14:m>
                          <a:endParaRPr lang="en-US" sz="2800" dirty="0">
                            <a:latin typeface="Readex Pro" panose="020B0604020202020204" charset="-78"/>
                            <a:cs typeface="Readex Pro" panose="020B0604020202020204" charset="-78"/>
                          </a:endParaRPr>
                        </a:p>
                      </a:txBody>
                      <a:tcPr anchor="ctr"/>
                    </a:tc>
                    <a:tc>
                      <a:txBody>
                        <a:bodyPr/>
                        <a:lstStyle/>
                        <a:p>
                          <a:pPr/>
                          <a14:m>
                            <m:oMathPara xmlns:m="http://schemas.openxmlformats.org/officeDocument/2006/math">
                              <m:oMathParaPr>
                                <m:jc m:val="centerGroup"/>
                              </m:oMathParaPr>
                              <m:oMath xmlns:m="http://schemas.openxmlformats.org/officeDocument/2006/math">
                                <m:sSub>
                                  <m:sSubPr>
                                    <m:ctrlPr>
                                      <a:rPr lang="en-US" sz="2800" b="1" i="1" kern="1200" baseline="0" smtClean="0">
                                        <a:solidFill>
                                          <a:schemeClr val="dk1"/>
                                        </a:solidFill>
                                        <a:effectLst/>
                                        <a:latin typeface="Cambria Math" panose="02040503050406030204" pitchFamily="18" charset="0"/>
                                        <a:ea typeface="+mn-ea"/>
                                        <a:cs typeface="+mn-cs"/>
                                      </a:rPr>
                                    </m:ctrlPr>
                                  </m:sSubPr>
                                  <m:e>
                                    <m:r>
                                      <a:rPr lang="en-US" sz="2800" b="1" i="1" kern="1200" baseline="0">
                                        <a:solidFill>
                                          <a:schemeClr val="dk1"/>
                                        </a:solidFill>
                                        <a:effectLst/>
                                        <a:latin typeface="Cambria Math" panose="02040503050406030204" pitchFamily="18" charset="0"/>
                                        <a:ea typeface="+mn-ea"/>
                                        <a:cs typeface="+mn-cs"/>
                                      </a:rPr>
                                      <m:t>𝑤</m:t>
                                    </m:r>
                                  </m:e>
                                  <m:sub>
                                    <m:r>
                                      <m:rPr>
                                        <m:sty m:val="p"/>
                                      </m:rPr>
                                      <a:rPr lang="vi-VN" sz="2800" b="1" i="1" kern="1200" baseline="0">
                                        <a:solidFill>
                                          <a:schemeClr val="dk1"/>
                                        </a:solidFill>
                                        <a:effectLst/>
                                        <a:latin typeface="Cambria Math" panose="02040503050406030204" pitchFamily="18" charset="0"/>
                                        <a:ea typeface="+mn-ea"/>
                                        <a:cs typeface="+mn-cs"/>
                                      </a:rPr>
                                      <m:t>V</m:t>
                                    </m:r>
                                  </m:sub>
                                </m:sSub>
                              </m:oMath>
                            </m:oMathPara>
                          </a14:m>
                          <a:endParaRPr lang="en-US" sz="2800" dirty="0">
                            <a:latin typeface="Readex Pro" panose="020B0604020202020204" charset="-78"/>
                            <a:cs typeface="Readex Pro" panose="020B0604020202020204" charset="-78"/>
                          </a:endParaRPr>
                        </a:p>
                      </a:txBody>
                      <a:tcPr anchor="ctr"/>
                    </a:tc>
                    <a:tc>
                      <a:txBody>
                        <a:bodyPr/>
                        <a:lstStyle/>
                        <a:p>
                          <a:pPr/>
                          <a14:m>
                            <m:oMathPara xmlns:m="http://schemas.openxmlformats.org/officeDocument/2006/math">
                              <m:oMathParaPr>
                                <m:jc m:val="centerGroup"/>
                              </m:oMathParaPr>
                              <m:oMath xmlns:m="http://schemas.openxmlformats.org/officeDocument/2006/math">
                                <m:sSub>
                                  <m:sSubPr>
                                    <m:ctrlPr>
                                      <a:rPr lang="en-US" sz="2800" b="1" i="1" kern="1200" baseline="0" smtClean="0">
                                        <a:solidFill>
                                          <a:schemeClr val="dk1"/>
                                        </a:solidFill>
                                        <a:effectLst/>
                                        <a:latin typeface="Cambria Math" panose="02040503050406030204" pitchFamily="18" charset="0"/>
                                        <a:ea typeface="+mn-ea"/>
                                        <a:cs typeface="+mn-cs"/>
                                      </a:rPr>
                                    </m:ctrlPr>
                                  </m:sSubPr>
                                  <m:e>
                                    <m:r>
                                      <a:rPr lang="en-US" sz="2800" b="1" i="1" kern="1200" baseline="0">
                                        <a:solidFill>
                                          <a:schemeClr val="dk1"/>
                                        </a:solidFill>
                                        <a:effectLst/>
                                        <a:latin typeface="Cambria Math" panose="02040503050406030204" pitchFamily="18" charset="0"/>
                                        <a:ea typeface="+mn-ea"/>
                                        <a:cs typeface="+mn-cs"/>
                                      </a:rPr>
                                      <m:t>𝑤</m:t>
                                    </m:r>
                                  </m:e>
                                  <m:sub>
                                    <m:r>
                                      <m:rPr>
                                        <m:sty m:val="p"/>
                                      </m:rPr>
                                      <a:rPr lang="vi-VN" sz="2800" b="1" i="1" kern="1200" baseline="0">
                                        <a:solidFill>
                                          <a:schemeClr val="dk1"/>
                                        </a:solidFill>
                                        <a:effectLst/>
                                        <a:latin typeface="Cambria Math" panose="02040503050406030204" pitchFamily="18" charset="0"/>
                                        <a:ea typeface="+mn-ea"/>
                                        <a:cs typeface="+mn-cs"/>
                                      </a:rPr>
                                      <m:t>M</m:t>
                                    </m:r>
                                  </m:sub>
                                </m:sSub>
                                <m:r>
                                  <a:rPr lang="vi-VN" sz="2800" b="1" i="1" kern="1200" baseline="0">
                                    <a:solidFill>
                                      <a:schemeClr val="dk1"/>
                                    </a:solidFill>
                                    <a:effectLst/>
                                    <a:latin typeface="Cambria Math" panose="02040503050406030204" pitchFamily="18" charset="0"/>
                                    <a:ea typeface="+mn-ea"/>
                                    <a:cs typeface="+mn-cs"/>
                                  </a:rPr>
                                  <m:t> </m:t>
                                </m:r>
                              </m:oMath>
                            </m:oMathPara>
                          </a14:m>
                          <a:endParaRPr lang="en-US" sz="2800" dirty="0">
                            <a:latin typeface="Readex Pro" panose="020B0604020202020204" charset="-78"/>
                            <a:cs typeface="Readex Pro" panose="020B0604020202020204" charset="-78"/>
                          </a:endParaRPr>
                        </a:p>
                      </a:txBody>
                      <a:tcPr anchor="ctr"/>
                    </a:tc>
                    <a:tc>
                      <a:txBody>
                        <a:bodyPr/>
                        <a:lstStyle/>
                        <a:p>
                          <a:pPr/>
                          <a14:m>
                            <m:oMathPara xmlns:m="http://schemas.openxmlformats.org/officeDocument/2006/math">
                              <m:oMathParaPr>
                                <m:jc m:val="centerGroup"/>
                              </m:oMathParaPr>
                              <m:oMath xmlns:m="http://schemas.openxmlformats.org/officeDocument/2006/math">
                                <m:sSub>
                                  <m:sSubPr>
                                    <m:ctrlPr>
                                      <a:rPr lang="en-US" sz="2800" b="1" i="1" kern="1200" baseline="0" smtClean="0">
                                        <a:solidFill>
                                          <a:schemeClr val="dk1"/>
                                        </a:solidFill>
                                        <a:effectLst/>
                                        <a:latin typeface="Cambria Math" panose="02040503050406030204" pitchFamily="18" charset="0"/>
                                        <a:ea typeface="+mn-ea"/>
                                        <a:cs typeface="+mn-cs"/>
                                      </a:rPr>
                                    </m:ctrlPr>
                                  </m:sSubPr>
                                  <m:e>
                                    <m:r>
                                      <a:rPr lang="en-US" sz="2800" b="1" i="1" kern="1200" baseline="0">
                                        <a:solidFill>
                                          <a:schemeClr val="dk1"/>
                                        </a:solidFill>
                                        <a:effectLst/>
                                        <a:latin typeface="Cambria Math" panose="02040503050406030204" pitchFamily="18" charset="0"/>
                                        <a:ea typeface="+mn-ea"/>
                                        <a:cs typeface="+mn-cs"/>
                                      </a:rPr>
                                      <m:t>𝑤</m:t>
                                    </m:r>
                                  </m:e>
                                  <m:sub>
                                    <m:r>
                                      <m:rPr>
                                        <m:sty m:val="p"/>
                                      </m:rPr>
                                      <a:rPr lang="vi-VN" sz="2800" b="1" i="1" kern="1200" baseline="0">
                                        <a:solidFill>
                                          <a:schemeClr val="dk1"/>
                                        </a:solidFill>
                                        <a:effectLst/>
                                        <a:latin typeface="Cambria Math" panose="02040503050406030204" pitchFamily="18" charset="0"/>
                                        <a:ea typeface="+mn-ea"/>
                                        <a:cs typeface="+mn-cs"/>
                                      </a:rPr>
                                      <m:t>I</m:t>
                                    </m:r>
                                  </m:sub>
                                </m:sSub>
                                <m:r>
                                  <a:rPr lang="vi-VN" sz="2800" b="1" i="1" kern="1200" baseline="0">
                                    <a:solidFill>
                                      <a:schemeClr val="dk1"/>
                                    </a:solidFill>
                                    <a:effectLst/>
                                    <a:latin typeface="Cambria Math" panose="02040503050406030204" pitchFamily="18" charset="0"/>
                                    <a:ea typeface="+mn-ea"/>
                                    <a:cs typeface="+mn-cs"/>
                                  </a:rPr>
                                  <m:t> </m:t>
                                </m:r>
                              </m:oMath>
                            </m:oMathPara>
                          </a14:m>
                          <a:endParaRPr lang="en-US" sz="2800" dirty="0">
                            <a:latin typeface="Readex Pro" panose="020B0604020202020204" charset="-78"/>
                            <a:cs typeface="Readex Pro" panose="020B0604020202020204" charset="-78"/>
                          </a:endParaRPr>
                        </a:p>
                      </a:txBody>
                      <a:tcPr anchor="ctr"/>
                    </a:tc>
                    <a:tc>
                      <a:txBody>
                        <a:bodyPr/>
                        <a:lstStyle/>
                        <a:p>
                          <a:pPr/>
                          <a14:m>
                            <m:oMathPara xmlns:m="http://schemas.openxmlformats.org/officeDocument/2006/math">
                              <m:oMathParaPr>
                                <m:jc m:val="centerGroup"/>
                              </m:oMathParaPr>
                              <m:oMath xmlns:m="http://schemas.openxmlformats.org/officeDocument/2006/math">
                                <m:sSub>
                                  <m:sSubPr>
                                    <m:ctrlPr>
                                      <a:rPr lang="en-US" sz="2800" b="1" i="1" kern="1200" baseline="0" smtClean="0">
                                        <a:solidFill>
                                          <a:schemeClr val="dk1"/>
                                        </a:solidFill>
                                        <a:effectLst/>
                                        <a:latin typeface="Cambria Math" panose="02040503050406030204" pitchFamily="18" charset="0"/>
                                        <a:ea typeface="+mn-ea"/>
                                        <a:cs typeface="+mn-cs"/>
                                      </a:rPr>
                                    </m:ctrlPr>
                                  </m:sSubPr>
                                  <m:e>
                                    <m:r>
                                      <a:rPr lang="en-US" sz="2800" b="1" i="1" kern="1200" baseline="0">
                                        <a:solidFill>
                                          <a:schemeClr val="dk1"/>
                                        </a:solidFill>
                                        <a:effectLst/>
                                        <a:latin typeface="Cambria Math" panose="02040503050406030204" pitchFamily="18" charset="0"/>
                                        <a:ea typeface="+mn-ea"/>
                                        <a:cs typeface="+mn-cs"/>
                                      </a:rPr>
                                      <m:t>𝑤</m:t>
                                    </m:r>
                                  </m:e>
                                  <m:sub>
                                    <m:r>
                                      <m:rPr>
                                        <m:sty m:val="p"/>
                                      </m:rPr>
                                      <a:rPr lang="vi-VN" sz="2800" b="1" i="1" kern="1200" baseline="0">
                                        <a:solidFill>
                                          <a:schemeClr val="dk1"/>
                                        </a:solidFill>
                                        <a:effectLst/>
                                        <a:latin typeface="Cambria Math" panose="02040503050406030204" pitchFamily="18" charset="0"/>
                                        <a:ea typeface="+mn-ea"/>
                                        <a:cs typeface="+mn-cs"/>
                                      </a:rPr>
                                      <m:t>L</m:t>
                                    </m:r>
                                  </m:sub>
                                </m:sSub>
                                <m:r>
                                  <a:rPr lang="vi-VN" sz="2800" b="1" i="1" kern="1200" baseline="0">
                                    <a:solidFill>
                                      <a:schemeClr val="dk1"/>
                                    </a:solidFill>
                                    <a:effectLst/>
                                    <a:latin typeface="Cambria Math" panose="02040503050406030204" pitchFamily="18" charset="0"/>
                                    <a:ea typeface="+mn-ea"/>
                                    <a:cs typeface="+mn-cs"/>
                                  </a:rPr>
                                  <m:t> </m:t>
                                </m:r>
                              </m:oMath>
                            </m:oMathPara>
                          </a14:m>
                          <a:endParaRPr lang="en-US" sz="2800" dirty="0">
                            <a:latin typeface="Readex Pro" panose="020B0604020202020204" charset="-78"/>
                            <a:cs typeface="Readex Pro" panose="020B0604020202020204" charset="-78"/>
                          </a:endParaRPr>
                        </a:p>
                      </a:txBody>
                      <a:tcPr anchor="ctr"/>
                    </a:tc>
                    <a:extLst>
                      <a:ext uri="{0D108BD9-81ED-4DB2-BD59-A6C34878D82A}">
                        <a16:rowId xmlns:a16="http://schemas.microsoft.com/office/drawing/2014/main" val="265816170"/>
                      </a:ext>
                    </a:extLst>
                  </a:tr>
                </a:tbl>
              </a:graphicData>
            </a:graphic>
          </p:graphicFrame>
        </mc:Choice>
        <mc:Fallback xmlns="">
          <p:graphicFrame>
            <p:nvGraphicFramePr>
              <p:cNvPr id="4" name="Table 3">
                <a:extLst>
                  <a:ext uri="{FF2B5EF4-FFF2-40B4-BE49-F238E27FC236}">
                    <a16:creationId xmlns:a16="http://schemas.microsoft.com/office/drawing/2014/main" id="{B4D0CFC6-7138-5D82-35B7-F986609B6E2E}"/>
                  </a:ext>
                </a:extLst>
              </p:cNvPr>
              <p:cNvGraphicFramePr>
                <a:graphicFrameLocks noGrp="1"/>
              </p:cNvGraphicFramePr>
              <p:nvPr>
                <p:extLst>
                  <p:ext uri="{D42A27DB-BD31-4B8C-83A1-F6EECF244321}">
                    <p14:modId xmlns:p14="http://schemas.microsoft.com/office/powerpoint/2010/main" val="2649575539"/>
                  </p:ext>
                </p:extLst>
              </p:nvPr>
            </p:nvGraphicFramePr>
            <p:xfrm>
              <a:off x="1144335" y="1721441"/>
              <a:ext cx="9903330" cy="2978895"/>
            </p:xfrm>
            <a:graphic>
              <a:graphicData uri="http://schemas.openxmlformats.org/drawingml/2006/table">
                <a:tbl>
                  <a:tblPr firstRow="1" bandRow="1">
                    <a:tableStyleId>{5C22544A-7EE6-4342-B048-85BDC9FD1C3A}</a:tableStyleId>
                  </a:tblPr>
                  <a:tblGrid>
                    <a:gridCol w="1980666">
                      <a:extLst>
                        <a:ext uri="{9D8B030D-6E8A-4147-A177-3AD203B41FA5}">
                          <a16:colId xmlns:a16="http://schemas.microsoft.com/office/drawing/2014/main" val="3632223900"/>
                        </a:ext>
                      </a:extLst>
                    </a:gridCol>
                    <a:gridCol w="1980666">
                      <a:extLst>
                        <a:ext uri="{9D8B030D-6E8A-4147-A177-3AD203B41FA5}">
                          <a16:colId xmlns:a16="http://schemas.microsoft.com/office/drawing/2014/main" val="1722258679"/>
                        </a:ext>
                      </a:extLst>
                    </a:gridCol>
                    <a:gridCol w="1980666">
                      <a:extLst>
                        <a:ext uri="{9D8B030D-6E8A-4147-A177-3AD203B41FA5}">
                          <a16:colId xmlns:a16="http://schemas.microsoft.com/office/drawing/2014/main" val="1889563581"/>
                        </a:ext>
                      </a:extLst>
                    </a:gridCol>
                    <a:gridCol w="1980666">
                      <a:extLst>
                        <a:ext uri="{9D8B030D-6E8A-4147-A177-3AD203B41FA5}">
                          <a16:colId xmlns:a16="http://schemas.microsoft.com/office/drawing/2014/main" val="3399033976"/>
                        </a:ext>
                      </a:extLst>
                    </a:gridCol>
                    <a:gridCol w="1980666">
                      <a:extLst>
                        <a:ext uri="{9D8B030D-6E8A-4147-A177-3AD203B41FA5}">
                          <a16:colId xmlns:a16="http://schemas.microsoft.com/office/drawing/2014/main" val="3010948489"/>
                        </a:ext>
                      </a:extLst>
                    </a:gridCol>
                  </a:tblGrid>
                  <a:tr h="992965">
                    <a:tc>
                      <a:txBody>
                        <a:bodyPr/>
                        <a:lstStyle/>
                        <a:p>
                          <a:pPr algn="ctr"/>
                          <a:r>
                            <a:rPr lang="vi-VN" sz="2000" dirty="0">
                              <a:latin typeface="Readex Pro" panose="020B0604020202020204" charset="-78"/>
                              <a:cs typeface="Readex Pro" panose="020B0604020202020204" charset="-78"/>
                            </a:rPr>
                            <a:t>Tiêu chí</a:t>
                          </a:r>
                          <a:endParaRPr lang="en-US" sz="2000" dirty="0">
                            <a:latin typeface="Readex Pro" panose="020B0604020202020204" charset="-78"/>
                            <a:cs typeface="Readex Pro" panose="020B0604020202020204" charset="-78"/>
                          </a:endParaRPr>
                        </a:p>
                      </a:txBody>
                      <a:tcPr anchor="ctr"/>
                    </a:tc>
                    <a:tc>
                      <a:txBody>
                        <a:bodyPr/>
                        <a:lstStyle/>
                        <a:p>
                          <a:pPr algn="ctr"/>
                          <a:r>
                            <a:rPr lang="en-US" sz="2000" b="1" kern="1200" dirty="0">
                              <a:solidFill>
                                <a:schemeClr val="lt1"/>
                              </a:solidFill>
                              <a:effectLst/>
                              <a:latin typeface="Readex Pro" panose="020B0604020202020204" charset="-78"/>
                              <a:ea typeface="+mn-ea"/>
                              <a:cs typeface="Readex Pro" panose="020B0604020202020204" charset="-78"/>
                            </a:rPr>
                            <a:t>Vulnerability</a:t>
                          </a:r>
                          <a:endParaRPr lang="en-US" sz="2000" dirty="0">
                            <a:latin typeface="Readex Pro" panose="020B0604020202020204" charset="-78"/>
                            <a:cs typeface="Readex Pro" panose="020B0604020202020204" charset="-78"/>
                          </a:endParaRPr>
                        </a:p>
                      </a:txBody>
                      <a:tcPr anchor="ctr"/>
                    </a:tc>
                    <a:tc>
                      <a:txBody>
                        <a:bodyPr/>
                        <a:lstStyle/>
                        <a:p>
                          <a:pPr algn="ctr"/>
                          <a:r>
                            <a:rPr lang="en-US" sz="2000" b="1" kern="1200" dirty="0">
                              <a:solidFill>
                                <a:schemeClr val="lt1"/>
                              </a:solidFill>
                              <a:effectLst/>
                              <a:latin typeface="Readex Pro" panose="020B0604020202020204" charset="-78"/>
                              <a:ea typeface="+mn-ea"/>
                              <a:cs typeface="Readex Pro" panose="020B0604020202020204" charset="-78"/>
                            </a:rPr>
                            <a:t>Maintenance</a:t>
                          </a:r>
                          <a:endParaRPr lang="en-US" sz="2000" dirty="0">
                            <a:latin typeface="Readex Pro" panose="020B0604020202020204" charset="-78"/>
                            <a:cs typeface="Readex Pro" panose="020B0604020202020204" charset="-78"/>
                          </a:endParaRPr>
                        </a:p>
                      </a:txBody>
                      <a:tcPr anchor="ctr"/>
                    </a:tc>
                    <a:tc>
                      <a:txBody>
                        <a:bodyPr/>
                        <a:lstStyle/>
                        <a:p>
                          <a:pPr algn="ctr"/>
                          <a:r>
                            <a:rPr lang="en-US" sz="2000" b="1" kern="1200" dirty="0">
                              <a:solidFill>
                                <a:schemeClr val="lt1"/>
                              </a:solidFill>
                              <a:effectLst/>
                              <a:latin typeface="Readex Pro" panose="020B0604020202020204" charset="-78"/>
                              <a:ea typeface="+mn-ea"/>
                              <a:cs typeface="Readex Pro" panose="020B0604020202020204" charset="-78"/>
                            </a:rPr>
                            <a:t>Integrity</a:t>
                          </a:r>
                          <a:endParaRPr lang="en-US" sz="2000" dirty="0">
                            <a:latin typeface="Readex Pro" panose="020B0604020202020204" charset="-78"/>
                            <a:cs typeface="Readex Pro" panose="020B0604020202020204" charset="-78"/>
                          </a:endParaRPr>
                        </a:p>
                      </a:txBody>
                      <a:tcPr anchor="ctr"/>
                    </a:tc>
                    <a:tc>
                      <a:txBody>
                        <a:bodyPr/>
                        <a:lstStyle/>
                        <a:p>
                          <a:pPr algn="ctr"/>
                          <a:r>
                            <a:rPr lang="en-US" sz="2000" b="1" kern="1200" dirty="0">
                              <a:solidFill>
                                <a:schemeClr val="lt1"/>
                              </a:solidFill>
                              <a:effectLst/>
                              <a:latin typeface="Readex Pro" panose="020B0604020202020204" charset="-78"/>
                              <a:ea typeface="+mn-ea"/>
                              <a:cs typeface="Readex Pro" panose="020B0604020202020204" charset="-78"/>
                            </a:rPr>
                            <a:t>License</a:t>
                          </a:r>
                          <a:endParaRPr lang="en-US" sz="2000" dirty="0">
                            <a:latin typeface="Readex Pro" panose="020B0604020202020204" charset="-78"/>
                            <a:cs typeface="Readex Pro" panose="020B0604020202020204" charset="-78"/>
                          </a:endParaRPr>
                        </a:p>
                      </a:txBody>
                      <a:tcPr anchor="ctr"/>
                    </a:tc>
                    <a:extLst>
                      <a:ext uri="{0D108BD9-81ED-4DB2-BD59-A6C34878D82A}">
                        <a16:rowId xmlns:a16="http://schemas.microsoft.com/office/drawing/2014/main" val="3510831934"/>
                      </a:ext>
                    </a:extLst>
                  </a:tr>
                  <a:tr h="992965">
                    <a:tc>
                      <a:txBody>
                        <a:bodyPr/>
                        <a:lstStyle/>
                        <a:p>
                          <a:endParaRPr lang="en-US"/>
                        </a:p>
                      </a:txBody>
                      <a:tcPr anchor="ctr">
                        <a:blipFill>
                          <a:blip r:embed="rId4"/>
                          <a:stretch>
                            <a:fillRect l="-308" t="-100000" r="-401538" b="-100610"/>
                          </a:stretch>
                        </a:blipFill>
                      </a:tcPr>
                    </a:tc>
                    <a:tc>
                      <a:txBody>
                        <a:bodyPr/>
                        <a:lstStyle/>
                        <a:p>
                          <a:endParaRPr lang="en-US"/>
                        </a:p>
                      </a:txBody>
                      <a:tcPr anchor="ctr">
                        <a:blipFill>
                          <a:blip r:embed="rId4"/>
                          <a:stretch>
                            <a:fillRect l="-100308" t="-100000" r="-301538" b="-100610"/>
                          </a:stretch>
                        </a:blipFill>
                      </a:tcPr>
                    </a:tc>
                    <a:tc>
                      <a:txBody>
                        <a:bodyPr/>
                        <a:lstStyle/>
                        <a:p>
                          <a:endParaRPr lang="en-US"/>
                        </a:p>
                      </a:txBody>
                      <a:tcPr anchor="ctr">
                        <a:blipFill>
                          <a:blip r:embed="rId4"/>
                          <a:stretch>
                            <a:fillRect l="-199693" t="-100000" r="-200613" b="-100610"/>
                          </a:stretch>
                        </a:blipFill>
                      </a:tcPr>
                    </a:tc>
                    <a:tc>
                      <a:txBody>
                        <a:bodyPr/>
                        <a:lstStyle/>
                        <a:p>
                          <a:endParaRPr lang="en-US"/>
                        </a:p>
                      </a:txBody>
                      <a:tcPr anchor="ctr">
                        <a:blipFill>
                          <a:blip r:embed="rId4"/>
                          <a:stretch>
                            <a:fillRect l="-300615" t="-100000" r="-101231" b="-100610"/>
                          </a:stretch>
                        </a:blipFill>
                      </a:tcPr>
                    </a:tc>
                    <a:tc>
                      <a:txBody>
                        <a:bodyPr/>
                        <a:lstStyle/>
                        <a:p>
                          <a:endParaRPr lang="en-US"/>
                        </a:p>
                      </a:txBody>
                      <a:tcPr anchor="ctr">
                        <a:blipFill>
                          <a:blip r:embed="rId4"/>
                          <a:stretch>
                            <a:fillRect l="-400615" t="-100000" r="-1231" b="-100610"/>
                          </a:stretch>
                        </a:blipFill>
                      </a:tcPr>
                    </a:tc>
                    <a:extLst>
                      <a:ext uri="{0D108BD9-81ED-4DB2-BD59-A6C34878D82A}">
                        <a16:rowId xmlns:a16="http://schemas.microsoft.com/office/drawing/2014/main" val="546151971"/>
                      </a:ext>
                    </a:extLst>
                  </a:tr>
                  <a:tr h="992965">
                    <a:tc>
                      <a:txBody>
                        <a:bodyPr/>
                        <a:lstStyle/>
                        <a:p>
                          <a:endParaRPr lang="en-US"/>
                        </a:p>
                      </a:txBody>
                      <a:tcPr anchor="ctr">
                        <a:blipFill>
                          <a:blip r:embed="rId4"/>
                          <a:stretch>
                            <a:fillRect l="-308" t="-201227" r="-401538" b="-1227"/>
                          </a:stretch>
                        </a:blipFill>
                      </a:tcPr>
                    </a:tc>
                    <a:tc>
                      <a:txBody>
                        <a:bodyPr/>
                        <a:lstStyle/>
                        <a:p>
                          <a:endParaRPr lang="en-US"/>
                        </a:p>
                      </a:txBody>
                      <a:tcPr anchor="ctr">
                        <a:blipFill>
                          <a:blip r:embed="rId4"/>
                          <a:stretch>
                            <a:fillRect l="-100308" t="-201227" r="-301538" b="-1227"/>
                          </a:stretch>
                        </a:blipFill>
                      </a:tcPr>
                    </a:tc>
                    <a:tc>
                      <a:txBody>
                        <a:bodyPr/>
                        <a:lstStyle/>
                        <a:p>
                          <a:endParaRPr lang="en-US"/>
                        </a:p>
                      </a:txBody>
                      <a:tcPr anchor="ctr">
                        <a:blipFill>
                          <a:blip r:embed="rId4"/>
                          <a:stretch>
                            <a:fillRect l="-199693" t="-201227" r="-200613" b="-1227"/>
                          </a:stretch>
                        </a:blipFill>
                      </a:tcPr>
                    </a:tc>
                    <a:tc>
                      <a:txBody>
                        <a:bodyPr/>
                        <a:lstStyle/>
                        <a:p>
                          <a:endParaRPr lang="en-US"/>
                        </a:p>
                      </a:txBody>
                      <a:tcPr anchor="ctr">
                        <a:blipFill>
                          <a:blip r:embed="rId4"/>
                          <a:stretch>
                            <a:fillRect l="-300615" t="-201227" r="-101231" b="-1227"/>
                          </a:stretch>
                        </a:blipFill>
                      </a:tcPr>
                    </a:tc>
                    <a:tc>
                      <a:txBody>
                        <a:bodyPr/>
                        <a:lstStyle/>
                        <a:p>
                          <a:endParaRPr lang="en-US"/>
                        </a:p>
                      </a:txBody>
                      <a:tcPr anchor="ctr">
                        <a:blipFill>
                          <a:blip r:embed="rId4"/>
                          <a:stretch>
                            <a:fillRect l="-400615" t="-201227" r="-1231" b="-1227"/>
                          </a:stretch>
                        </a:blipFill>
                      </a:tcPr>
                    </a:tc>
                    <a:extLst>
                      <a:ext uri="{0D108BD9-81ED-4DB2-BD59-A6C34878D82A}">
                        <a16:rowId xmlns:a16="http://schemas.microsoft.com/office/drawing/2014/main" val="265816170"/>
                      </a:ext>
                    </a:extLst>
                  </a:tr>
                </a:tbl>
              </a:graphicData>
            </a:graphic>
          </p:graphicFrame>
        </mc:Fallback>
      </mc:AlternateContent>
    </p:spTree>
    <p:extLst>
      <p:ext uri="{BB962C8B-B14F-4D97-AF65-F5344CB8AC3E}">
        <p14:creationId xmlns:p14="http://schemas.microsoft.com/office/powerpoint/2010/main" val="33271636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B6AF6D-6F26-CB83-EB71-180EC69563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3E79AE-96DB-4129-65AD-0A6275ADF80A}"/>
              </a:ext>
            </a:extLst>
          </p:cNvPr>
          <p:cNvSpPr>
            <a:spLocks noGrp="1"/>
          </p:cNvSpPr>
          <p:nvPr>
            <p:ph type="title"/>
          </p:nvPr>
        </p:nvSpPr>
        <p:spPr>
          <a:xfrm>
            <a:off x="838200" y="152006"/>
            <a:ext cx="11271738" cy="1184426"/>
          </a:xfrm>
        </p:spPr>
        <p:txBody>
          <a:bodyPr/>
          <a:lstStyle/>
          <a:p>
            <a:r>
              <a:rPr lang="vi-VN" dirty="0">
                <a:latin typeface="Readex Pro" panose="020B0604020202020204" charset="-78"/>
                <a:cs typeface="Readex Pro" panose="020B0604020202020204" charset="-78"/>
              </a:rPr>
              <a:t>Định lượng hóa các tiêu chí</a:t>
            </a:r>
            <a:endParaRPr lang="en-US" dirty="0">
              <a:latin typeface="Readex Pro" panose="020B0604020202020204" charset="-78"/>
              <a:cs typeface="Readex Pro" panose="020B0604020202020204" charset="-78"/>
            </a:endParaRPr>
          </a:p>
        </p:txBody>
      </p:sp>
      <p:graphicFrame>
        <p:nvGraphicFramePr>
          <p:cNvPr id="3" name="Table 2">
            <a:extLst>
              <a:ext uri="{FF2B5EF4-FFF2-40B4-BE49-F238E27FC236}">
                <a16:creationId xmlns:a16="http://schemas.microsoft.com/office/drawing/2014/main" id="{CD2065C5-5EAA-8E48-969C-35B3C5F35D41}"/>
              </a:ext>
            </a:extLst>
          </p:cNvPr>
          <p:cNvGraphicFramePr>
            <a:graphicFrameLocks noGrp="1"/>
          </p:cNvGraphicFramePr>
          <p:nvPr>
            <p:extLst>
              <p:ext uri="{D42A27DB-BD31-4B8C-83A1-F6EECF244321}">
                <p14:modId xmlns:p14="http://schemas.microsoft.com/office/powerpoint/2010/main" val="4280767484"/>
              </p:ext>
            </p:extLst>
          </p:nvPr>
        </p:nvGraphicFramePr>
        <p:xfrm>
          <a:off x="480060" y="1199508"/>
          <a:ext cx="11231880" cy="4756790"/>
        </p:xfrm>
        <a:graphic>
          <a:graphicData uri="http://schemas.openxmlformats.org/drawingml/2006/table">
            <a:tbl>
              <a:tblPr firstRow="1" firstCol="1" bandRow="1">
                <a:tableStyleId>{5C22544A-7EE6-4342-B048-85BDC9FD1C3A}</a:tableStyleId>
              </a:tblPr>
              <a:tblGrid>
                <a:gridCol w="3847724">
                  <a:extLst>
                    <a:ext uri="{9D8B030D-6E8A-4147-A177-3AD203B41FA5}">
                      <a16:colId xmlns:a16="http://schemas.microsoft.com/office/drawing/2014/main" val="1163428158"/>
                    </a:ext>
                  </a:extLst>
                </a:gridCol>
                <a:gridCol w="4716642">
                  <a:extLst>
                    <a:ext uri="{9D8B030D-6E8A-4147-A177-3AD203B41FA5}">
                      <a16:colId xmlns:a16="http://schemas.microsoft.com/office/drawing/2014/main" val="1002361403"/>
                    </a:ext>
                  </a:extLst>
                </a:gridCol>
                <a:gridCol w="2667514">
                  <a:extLst>
                    <a:ext uri="{9D8B030D-6E8A-4147-A177-3AD203B41FA5}">
                      <a16:colId xmlns:a16="http://schemas.microsoft.com/office/drawing/2014/main" val="2533202270"/>
                    </a:ext>
                  </a:extLst>
                </a:gridCol>
              </a:tblGrid>
              <a:tr h="613281">
                <a:tc>
                  <a:txBody>
                    <a:bodyPr/>
                    <a:lstStyle/>
                    <a:p>
                      <a:pPr algn="ctr">
                        <a:lnSpc>
                          <a:spcPct val="120000"/>
                        </a:lnSpc>
                        <a:spcAft>
                          <a:spcPts val="800"/>
                        </a:spcAft>
                        <a:buNone/>
                      </a:pPr>
                      <a:r>
                        <a:rPr lang="en-US" sz="1600" kern="0">
                          <a:effectLst/>
                          <a:latin typeface="Readex Pro" panose="020B0604020202020204" charset="-78"/>
                          <a:cs typeface="Readex Pro" panose="020B0604020202020204" charset="-78"/>
                        </a:rPr>
                        <a:t>Các chương</a:t>
                      </a:r>
                      <a:endParaRPr lang="en-US" sz="1600" kern="100">
                        <a:effectLst/>
                        <a:latin typeface="Readex Pro" panose="020B0604020202020204" charset="-78"/>
                        <a:ea typeface="Aptos" panose="020B0004020202020204" pitchFamily="34" charset="0"/>
                        <a:cs typeface="Readex Pro" panose="020B0604020202020204" charset="-78"/>
                      </a:endParaRPr>
                    </a:p>
                  </a:txBody>
                  <a:tcPr marL="0" marR="105313" marT="140418" marB="140418" anchor="ctr"/>
                </a:tc>
                <a:tc>
                  <a:txBody>
                    <a:bodyPr/>
                    <a:lstStyle/>
                    <a:p>
                      <a:pPr algn="ctr">
                        <a:lnSpc>
                          <a:spcPct val="120000"/>
                        </a:lnSpc>
                        <a:spcAft>
                          <a:spcPts val="800"/>
                        </a:spcAft>
                        <a:buNone/>
                      </a:pPr>
                      <a:r>
                        <a:rPr lang="en-US" sz="1600" kern="0">
                          <a:effectLst/>
                          <a:latin typeface="Readex Pro" panose="020B0604020202020204" charset="-78"/>
                          <a:cs typeface="Readex Pro" panose="020B0604020202020204" charset="-78"/>
                        </a:rPr>
                        <a:t>Mô tả chi tiết (ASVS 5.0.0)</a:t>
                      </a:r>
                      <a:endParaRPr lang="en-US" sz="1600" kern="100">
                        <a:effectLst/>
                        <a:latin typeface="Readex Pro" panose="020B0604020202020204" charset="-78"/>
                        <a:ea typeface="Aptos" panose="020B0004020202020204" pitchFamily="34" charset="0"/>
                        <a:cs typeface="Readex Pro" panose="020B0604020202020204" charset="-78"/>
                      </a:endParaRPr>
                    </a:p>
                  </a:txBody>
                  <a:tcPr marL="0" marR="105313" marT="140418" marB="140418" anchor="ctr"/>
                </a:tc>
                <a:tc>
                  <a:txBody>
                    <a:bodyPr/>
                    <a:lstStyle/>
                    <a:p>
                      <a:pPr algn="ctr">
                        <a:lnSpc>
                          <a:spcPct val="120000"/>
                        </a:lnSpc>
                        <a:spcAft>
                          <a:spcPts val="800"/>
                        </a:spcAft>
                        <a:buNone/>
                      </a:pPr>
                      <a:r>
                        <a:rPr lang="en-US" sz="1600" kern="0" dirty="0" err="1">
                          <a:effectLst/>
                          <a:latin typeface="Readex Pro" panose="020B0604020202020204" charset="-78"/>
                          <a:cs typeface="Readex Pro" panose="020B0604020202020204" charset="-78"/>
                        </a:rPr>
                        <a:t>Nhóm</a:t>
                      </a:r>
                      <a:r>
                        <a:rPr lang="en-US" sz="1600" kern="0" dirty="0">
                          <a:effectLst/>
                          <a:latin typeface="Readex Pro" panose="020B0604020202020204" charset="-78"/>
                          <a:cs typeface="Readex Pro" panose="020B0604020202020204" charset="-78"/>
                        </a:rPr>
                        <a:t> </a:t>
                      </a:r>
                      <a:r>
                        <a:rPr lang="en-US" sz="1600" kern="0" dirty="0" err="1">
                          <a:effectLst/>
                          <a:latin typeface="Readex Pro" panose="020B0604020202020204" charset="-78"/>
                          <a:cs typeface="Readex Pro" panose="020B0604020202020204" charset="-78"/>
                        </a:rPr>
                        <a:t>Tiêu</a:t>
                      </a:r>
                      <a:r>
                        <a:rPr lang="en-US" sz="1600" kern="0" dirty="0">
                          <a:effectLst/>
                          <a:latin typeface="Readex Pro" panose="020B0604020202020204" charset="-78"/>
                          <a:cs typeface="Readex Pro" panose="020B0604020202020204" charset="-78"/>
                        </a:rPr>
                        <a:t> </a:t>
                      </a:r>
                      <a:r>
                        <a:rPr lang="en-US" sz="1600" kern="0" dirty="0" err="1">
                          <a:effectLst/>
                          <a:latin typeface="Readex Pro" panose="020B0604020202020204" charset="-78"/>
                          <a:cs typeface="Readex Pro" panose="020B0604020202020204" charset="-78"/>
                        </a:rPr>
                        <a:t>chí</a:t>
                      </a:r>
                      <a:endParaRPr lang="en-US" sz="1600" kern="100" dirty="0">
                        <a:effectLst/>
                        <a:latin typeface="Readex Pro" panose="020B0604020202020204" charset="-78"/>
                        <a:ea typeface="Aptos" panose="020B0004020202020204" pitchFamily="34" charset="0"/>
                        <a:cs typeface="Readex Pro" panose="020B0604020202020204" charset="-78"/>
                      </a:endParaRPr>
                    </a:p>
                  </a:txBody>
                  <a:tcPr marL="0" marR="0" marT="140418" marB="140418" anchor="ctr"/>
                </a:tc>
                <a:extLst>
                  <a:ext uri="{0D108BD9-81ED-4DB2-BD59-A6C34878D82A}">
                    <a16:rowId xmlns:a16="http://schemas.microsoft.com/office/drawing/2014/main" val="2360163325"/>
                  </a:ext>
                </a:extLst>
              </a:tr>
              <a:tr h="613281">
                <a:tc rowSpan="3">
                  <a:txBody>
                    <a:bodyPr/>
                    <a:lstStyle/>
                    <a:p>
                      <a:pPr algn="ctr">
                        <a:lnSpc>
                          <a:spcPct val="120000"/>
                        </a:lnSpc>
                        <a:spcAft>
                          <a:spcPts val="800"/>
                        </a:spcAft>
                        <a:buNone/>
                      </a:pPr>
                      <a:r>
                        <a:rPr lang="en-US" sz="1600" kern="0" dirty="0">
                          <a:effectLst/>
                          <a:latin typeface="Readex Pro" panose="020B0604020202020204" charset="-78"/>
                          <a:cs typeface="Readex Pro" panose="020B0604020202020204" charset="-78"/>
                        </a:rPr>
                        <a:t>V1: Architecture, Design and Threat Modeling</a:t>
                      </a:r>
                      <a:endParaRPr lang="en-US" sz="1600" b="0" i="0" u="none" strike="noStrike" dirty="0">
                        <a:effectLst/>
                        <a:latin typeface="Readex Pro" panose="020B0604020202020204" charset="-78"/>
                        <a:cs typeface="Readex Pro" panose="020B0604020202020204" charset="-78"/>
                      </a:endParaRPr>
                    </a:p>
                  </a:txBody>
                  <a:tcPr marL="0" marR="105313" marT="140418" marB="140418" anchor="ctr"/>
                </a:tc>
                <a:tc>
                  <a:txBody>
                    <a:bodyPr/>
                    <a:lstStyle/>
                    <a:p>
                      <a:pPr algn="ctr">
                        <a:lnSpc>
                          <a:spcPct val="120000"/>
                        </a:lnSpc>
                        <a:spcAft>
                          <a:spcPts val="800"/>
                        </a:spcAft>
                        <a:buNone/>
                      </a:pPr>
                      <a:r>
                        <a:rPr lang="en-US" sz="1600" kern="0" dirty="0">
                          <a:solidFill>
                            <a:schemeClr val="tx1"/>
                          </a:solidFill>
                          <a:effectLst/>
                          <a:latin typeface="Readex Pro" panose="020B0604020202020204" charset="-78"/>
                          <a:cs typeface="Readex Pro" panose="020B0604020202020204" charset="-78"/>
                        </a:rPr>
                        <a:t>V1.1.1 (</a:t>
                      </a:r>
                      <a:r>
                        <a:rPr lang="en-US" sz="1600" kern="0" dirty="0" err="1">
                          <a:solidFill>
                            <a:schemeClr val="tx1"/>
                          </a:solidFill>
                          <a:effectLst/>
                          <a:latin typeface="Readex Pro" panose="020B0604020202020204" charset="-78"/>
                          <a:cs typeface="Readex Pro" panose="020B0604020202020204" charset="-78"/>
                        </a:rPr>
                        <a:t>Xác</a:t>
                      </a:r>
                      <a:r>
                        <a:rPr lang="en-US" sz="1600" kern="0" dirty="0">
                          <a:solidFill>
                            <a:schemeClr val="tx1"/>
                          </a:solidFill>
                          <a:effectLst/>
                          <a:latin typeface="Readex Pro" panose="020B0604020202020204" charset="-78"/>
                          <a:cs typeface="Readex Pro" panose="020B0604020202020204" charset="-78"/>
                        </a:rPr>
                        <a:t> </a:t>
                      </a:r>
                      <a:r>
                        <a:rPr lang="en-US" sz="1600" kern="0" dirty="0" err="1">
                          <a:solidFill>
                            <a:schemeClr val="tx1"/>
                          </a:solidFill>
                          <a:effectLst/>
                          <a:latin typeface="Readex Pro" panose="020B0604020202020204" charset="-78"/>
                          <a:cs typeface="Readex Pro" panose="020B0604020202020204" charset="-78"/>
                        </a:rPr>
                        <a:t>minh</a:t>
                      </a:r>
                      <a:r>
                        <a:rPr lang="en-US" sz="1600" kern="0" dirty="0">
                          <a:solidFill>
                            <a:schemeClr val="tx1"/>
                          </a:solidFill>
                          <a:effectLst/>
                          <a:latin typeface="Readex Pro" panose="020B0604020202020204" charset="-78"/>
                          <a:cs typeface="Readex Pro" panose="020B0604020202020204" charset="-78"/>
                        </a:rPr>
                        <a:t> </a:t>
                      </a:r>
                      <a:r>
                        <a:rPr lang="en-US" sz="1600" kern="0" dirty="0" err="1">
                          <a:solidFill>
                            <a:schemeClr val="tx1"/>
                          </a:solidFill>
                          <a:effectLst/>
                          <a:latin typeface="Readex Pro" panose="020B0604020202020204" charset="-78"/>
                          <a:cs typeface="Readex Pro" panose="020B0604020202020204" charset="-78"/>
                        </a:rPr>
                        <a:t>danh</a:t>
                      </a:r>
                      <a:r>
                        <a:rPr lang="en-US" sz="1600" kern="0" dirty="0">
                          <a:solidFill>
                            <a:schemeClr val="tx1"/>
                          </a:solidFill>
                          <a:effectLst/>
                          <a:latin typeface="Readex Pro" panose="020B0604020202020204" charset="-78"/>
                          <a:cs typeface="Readex Pro" panose="020B0604020202020204" charset="-78"/>
                        </a:rPr>
                        <a:t> </a:t>
                      </a:r>
                      <a:r>
                        <a:rPr lang="en-US" sz="1600" kern="0" dirty="0" err="1">
                          <a:solidFill>
                            <a:schemeClr val="tx1"/>
                          </a:solidFill>
                          <a:effectLst/>
                          <a:latin typeface="Readex Pro" panose="020B0604020202020204" charset="-78"/>
                          <a:cs typeface="Readex Pro" panose="020B0604020202020204" charset="-78"/>
                        </a:rPr>
                        <a:t>sách</a:t>
                      </a:r>
                      <a:r>
                        <a:rPr lang="en-US" sz="1600" kern="0" dirty="0">
                          <a:solidFill>
                            <a:schemeClr val="tx1"/>
                          </a:solidFill>
                          <a:effectLst/>
                          <a:latin typeface="Readex Pro" panose="020B0604020202020204" charset="-78"/>
                          <a:cs typeface="Readex Pro" panose="020B0604020202020204" charset="-78"/>
                        </a:rPr>
                        <a:t> </a:t>
                      </a:r>
                      <a:r>
                        <a:rPr lang="en-US" sz="1600" kern="0" dirty="0" err="1">
                          <a:solidFill>
                            <a:schemeClr val="tx1"/>
                          </a:solidFill>
                          <a:effectLst/>
                          <a:latin typeface="Readex Pro" panose="020B0604020202020204" charset="-78"/>
                          <a:cs typeface="Readex Pro" panose="020B0604020202020204" charset="-78"/>
                        </a:rPr>
                        <a:t>thành</a:t>
                      </a:r>
                      <a:r>
                        <a:rPr lang="en-US" sz="1600" kern="0" dirty="0">
                          <a:solidFill>
                            <a:schemeClr val="tx1"/>
                          </a:solidFill>
                          <a:effectLst/>
                          <a:latin typeface="Readex Pro" panose="020B0604020202020204" charset="-78"/>
                          <a:cs typeface="Readex Pro" panose="020B0604020202020204" charset="-78"/>
                        </a:rPr>
                        <a:t> </a:t>
                      </a:r>
                      <a:r>
                        <a:rPr lang="en-US" sz="1600" kern="0" dirty="0" err="1">
                          <a:solidFill>
                            <a:schemeClr val="tx1"/>
                          </a:solidFill>
                          <a:effectLst/>
                          <a:latin typeface="Readex Pro" panose="020B0604020202020204" charset="-78"/>
                          <a:cs typeface="Readex Pro" panose="020B0604020202020204" charset="-78"/>
                        </a:rPr>
                        <a:t>phần</a:t>
                      </a:r>
                      <a:r>
                        <a:rPr lang="en-US" sz="1600" kern="0" dirty="0">
                          <a:solidFill>
                            <a:schemeClr val="tx1"/>
                          </a:solidFill>
                          <a:effectLst/>
                          <a:latin typeface="Readex Pro" panose="020B0604020202020204" charset="-78"/>
                          <a:cs typeface="Readex Pro" panose="020B0604020202020204" charset="-78"/>
                        </a:rPr>
                        <a:t>)</a:t>
                      </a:r>
                      <a:endParaRPr lang="en-US" sz="1600" kern="100" dirty="0">
                        <a:solidFill>
                          <a:schemeClr val="tx1"/>
                        </a:solidFill>
                        <a:effectLst/>
                        <a:latin typeface="Readex Pro" panose="020B0604020202020204" charset="-78"/>
                        <a:ea typeface="Aptos" panose="020B0004020202020204" pitchFamily="34" charset="0"/>
                        <a:cs typeface="Readex Pro" panose="020B0604020202020204" charset="-78"/>
                      </a:endParaRPr>
                    </a:p>
                  </a:txBody>
                  <a:tcPr marL="0" marR="105313" marT="140418" marB="140418" anchor="ctr"/>
                </a:tc>
                <a:tc>
                  <a:txBody>
                    <a:bodyPr/>
                    <a:lstStyle/>
                    <a:p>
                      <a:pPr algn="ctr">
                        <a:lnSpc>
                          <a:spcPct val="120000"/>
                        </a:lnSpc>
                        <a:spcAft>
                          <a:spcPts val="800"/>
                        </a:spcAft>
                        <a:buNone/>
                      </a:pPr>
                      <a:r>
                        <a:rPr lang="en-US" sz="1600" kern="0" dirty="0">
                          <a:solidFill>
                            <a:schemeClr val="tx1"/>
                          </a:solidFill>
                          <a:effectLst/>
                          <a:latin typeface="Readex Pro" panose="020B0604020202020204" charset="-78"/>
                          <a:cs typeface="Readex Pro" panose="020B0604020202020204" charset="-78"/>
                        </a:rPr>
                        <a:t>Integrity </a:t>
                      </a:r>
                      <a:endParaRPr lang="en-US" sz="1600" kern="100" dirty="0">
                        <a:solidFill>
                          <a:schemeClr val="tx1"/>
                        </a:solidFill>
                        <a:effectLst/>
                        <a:latin typeface="Readex Pro" panose="020B0604020202020204" charset="-78"/>
                        <a:ea typeface="Aptos" panose="020B0004020202020204" pitchFamily="34" charset="0"/>
                        <a:cs typeface="Readex Pro" panose="020B0604020202020204" charset="-78"/>
                      </a:endParaRPr>
                    </a:p>
                  </a:txBody>
                  <a:tcPr marL="0" marR="0" marT="140418" marB="140418" anchor="ctr"/>
                </a:tc>
                <a:extLst>
                  <a:ext uri="{0D108BD9-81ED-4DB2-BD59-A6C34878D82A}">
                    <a16:rowId xmlns:a16="http://schemas.microsoft.com/office/drawing/2014/main" val="2689479553"/>
                  </a:ext>
                </a:extLst>
              </a:tr>
              <a:tr h="882557">
                <a:tc vMerge="1">
                  <a:txBody>
                    <a:bodyPr/>
                    <a:lstStyle/>
                    <a:p>
                      <a:endParaRPr/>
                    </a:p>
                  </a:txBody>
                  <a:tcPr marL="0" marR="105313" marT="140418" marB="140418" anchor="ctr"/>
                </a:tc>
                <a:tc>
                  <a:txBody>
                    <a:bodyPr/>
                    <a:lstStyle/>
                    <a:p>
                      <a:pPr algn="ctr">
                        <a:lnSpc>
                          <a:spcPct val="120000"/>
                        </a:lnSpc>
                        <a:spcAft>
                          <a:spcPts val="800"/>
                        </a:spcAft>
                        <a:buNone/>
                      </a:pPr>
                      <a:r>
                        <a:rPr lang="en-US" sz="1600" kern="0" dirty="0">
                          <a:solidFill>
                            <a:schemeClr val="tx1"/>
                          </a:solidFill>
                          <a:effectLst/>
                          <a:latin typeface="Readex Pro" panose="020B0604020202020204" charset="-78"/>
                          <a:cs typeface="Readex Pro" panose="020B0604020202020204" charset="-78"/>
                        </a:rPr>
                        <a:t>V1.14.2 (</a:t>
                      </a:r>
                      <a:r>
                        <a:rPr lang="en-US" sz="1600" kern="0" dirty="0" err="1">
                          <a:solidFill>
                            <a:schemeClr val="tx1"/>
                          </a:solidFill>
                          <a:effectLst/>
                          <a:latin typeface="Readex Pro" panose="020B0604020202020204" charset="-78"/>
                          <a:cs typeface="Readex Pro" panose="020B0604020202020204" charset="-78"/>
                        </a:rPr>
                        <a:t>Kiểm</a:t>
                      </a:r>
                      <a:r>
                        <a:rPr lang="en-US" sz="1600" kern="0" dirty="0">
                          <a:solidFill>
                            <a:schemeClr val="tx1"/>
                          </a:solidFill>
                          <a:effectLst/>
                          <a:latin typeface="Readex Pro" panose="020B0604020202020204" charset="-78"/>
                          <a:cs typeface="Readex Pro" panose="020B0604020202020204" charset="-78"/>
                        </a:rPr>
                        <a:t> </a:t>
                      </a:r>
                      <a:r>
                        <a:rPr lang="en-US" sz="1600" kern="0" dirty="0" err="1">
                          <a:solidFill>
                            <a:schemeClr val="tx1"/>
                          </a:solidFill>
                          <a:effectLst/>
                          <a:latin typeface="Readex Pro" panose="020B0604020202020204" charset="-78"/>
                          <a:cs typeface="Readex Pro" panose="020B0604020202020204" charset="-78"/>
                        </a:rPr>
                        <a:t>tra</a:t>
                      </a:r>
                      <a:r>
                        <a:rPr lang="en-US" sz="1600" kern="0" dirty="0">
                          <a:solidFill>
                            <a:schemeClr val="tx1"/>
                          </a:solidFill>
                          <a:effectLst/>
                          <a:latin typeface="Readex Pro" panose="020B0604020202020204" charset="-78"/>
                          <a:cs typeface="Readex Pro" panose="020B0604020202020204" charset="-78"/>
                        </a:rPr>
                        <a:t> </a:t>
                      </a:r>
                      <a:r>
                        <a:rPr lang="en-US" sz="1600" kern="0" dirty="0" err="1">
                          <a:solidFill>
                            <a:schemeClr val="tx1"/>
                          </a:solidFill>
                          <a:effectLst/>
                          <a:latin typeface="Readex Pro" panose="020B0604020202020204" charset="-78"/>
                          <a:cs typeface="Readex Pro" panose="020B0604020202020204" charset="-78"/>
                        </a:rPr>
                        <a:t>lỗ</a:t>
                      </a:r>
                      <a:r>
                        <a:rPr lang="en-US" sz="1600" kern="0" dirty="0">
                          <a:solidFill>
                            <a:schemeClr val="tx1"/>
                          </a:solidFill>
                          <a:effectLst/>
                          <a:latin typeface="Readex Pro" panose="020B0604020202020204" charset="-78"/>
                          <a:cs typeface="Readex Pro" panose="020B0604020202020204" charset="-78"/>
                        </a:rPr>
                        <a:t> </a:t>
                      </a:r>
                      <a:r>
                        <a:rPr lang="en-US" sz="1600" kern="0" dirty="0" err="1">
                          <a:solidFill>
                            <a:schemeClr val="tx1"/>
                          </a:solidFill>
                          <a:effectLst/>
                          <a:latin typeface="Readex Pro" panose="020B0604020202020204" charset="-78"/>
                          <a:cs typeface="Readex Pro" panose="020B0604020202020204" charset="-78"/>
                        </a:rPr>
                        <a:t>hổng</a:t>
                      </a:r>
                      <a:r>
                        <a:rPr lang="en-US" sz="1600" kern="0" dirty="0">
                          <a:solidFill>
                            <a:schemeClr val="tx1"/>
                          </a:solidFill>
                          <a:effectLst/>
                          <a:latin typeface="Readex Pro" panose="020B0604020202020204" charset="-78"/>
                          <a:cs typeface="Readex Pro" panose="020B0604020202020204" charset="-78"/>
                        </a:rPr>
                        <a:t> </a:t>
                      </a:r>
                      <a:r>
                        <a:rPr lang="en-US" sz="1600" kern="0" dirty="0" err="1">
                          <a:solidFill>
                            <a:schemeClr val="tx1"/>
                          </a:solidFill>
                          <a:effectLst/>
                          <a:latin typeface="Readex Pro" panose="020B0604020202020204" charset="-78"/>
                          <a:cs typeface="Readex Pro" panose="020B0604020202020204" charset="-78"/>
                        </a:rPr>
                        <a:t>đã</a:t>
                      </a:r>
                      <a:r>
                        <a:rPr lang="en-US" sz="1600" kern="0" dirty="0">
                          <a:solidFill>
                            <a:schemeClr val="tx1"/>
                          </a:solidFill>
                          <a:effectLst/>
                          <a:latin typeface="Readex Pro" panose="020B0604020202020204" charset="-78"/>
                          <a:cs typeface="Readex Pro" panose="020B0604020202020204" charset="-78"/>
                        </a:rPr>
                        <a:t> </a:t>
                      </a:r>
                      <a:r>
                        <a:rPr lang="en-US" sz="1600" kern="0" dirty="0" err="1">
                          <a:solidFill>
                            <a:schemeClr val="tx1"/>
                          </a:solidFill>
                          <a:effectLst/>
                          <a:latin typeface="Readex Pro" panose="020B0604020202020204" charset="-78"/>
                          <a:cs typeface="Readex Pro" panose="020B0604020202020204" charset="-78"/>
                        </a:rPr>
                        <a:t>biết</a:t>
                      </a:r>
                      <a:r>
                        <a:rPr lang="en-US" sz="1600" kern="0" dirty="0">
                          <a:solidFill>
                            <a:schemeClr val="tx1"/>
                          </a:solidFill>
                          <a:effectLst/>
                          <a:latin typeface="Readex Pro" panose="020B0604020202020204" charset="-78"/>
                          <a:cs typeface="Readex Pro" panose="020B0604020202020204" charset="-78"/>
                        </a:rPr>
                        <a:t> </a:t>
                      </a:r>
                      <a:r>
                        <a:rPr lang="en-US" sz="1600" kern="0" dirty="0" err="1">
                          <a:solidFill>
                            <a:schemeClr val="tx1"/>
                          </a:solidFill>
                          <a:effectLst/>
                          <a:latin typeface="Readex Pro" panose="020B0604020202020204" charset="-78"/>
                          <a:cs typeface="Readex Pro" panose="020B0604020202020204" charset="-78"/>
                        </a:rPr>
                        <a:t>trong</a:t>
                      </a:r>
                      <a:r>
                        <a:rPr lang="en-US" sz="1600" kern="0" dirty="0">
                          <a:solidFill>
                            <a:schemeClr val="tx1"/>
                          </a:solidFill>
                          <a:effectLst/>
                          <a:latin typeface="Readex Pro" panose="020B0604020202020204" charset="-78"/>
                          <a:cs typeface="Readex Pro" panose="020B0604020202020204" charset="-78"/>
                        </a:rPr>
                        <a:t> </a:t>
                      </a:r>
                      <a:r>
                        <a:rPr lang="en-US" sz="1600" kern="0" dirty="0" err="1">
                          <a:solidFill>
                            <a:schemeClr val="tx1"/>
                          </a:solidFill>
                          <a:effectLst/>
                          <a:latin typeface="Readex Pro" panose="020B0604020202020204" charset="-78"/>
                          <a:cs typeface="Readex Pro" panose="020B0604020202020204" charset="-78"/>
                        </a:rPr>
                        <a:t>thư</a:t>
                      </a:r>
                      <a:r>
                        <a:rPr lang="en-US" sz="1600" kern="0" dirty="0">
                          <a:solidFill>
                            <a:schemeClr val="tx1"/>
                          </a:solidFill>
                          <a:effectLst/>
                          <a:latin typeface="Readex Pro" panose="020B0604020202020204" charset="-78"/>
                          <a:cs typeface="Readex Pro" panose="020B0604020202020204" charset="-78"/>
                        </a:rPr>
                        <a:t> </a:t>
                      </a:r>
                      <a:r>
                        <a:rPr lang="en-US" sz="1600" kern="0" dirty="0" err="1">
                          <a:solidFill>
                            <a:schemeClr val="tx1"/>
                          </a:solidFill>
                          <a:effectLst/>
                          <a:latin typeface="Readex Pro" panose="020B0604020202020204" charset="-78"/>
                          <a:cs typeface="Readex Pro" panose="020B0604020202020204" charset="-78"/>
                        </a:rPr>
                        <a:t>viện</a:t>
                      </a:r>
                      <a:r>
                        <a:rPr lang="en-US" sz="1600" kern="0" dirty="0">
                          <a:solidFill>
                            <a:schemeClr val="tx1"/>
                          </a:solidFill>
                          <a:effectLst/>
                          <a:latin typeface="Readex Pro" panose="020B0604020202020204" charset="-78"/>
                          <a:cs typeface="Readex Pro" panose="020B0604020202020204" charset="-78"/>
                        </a:rPr>
                        <a:t> </a:t>
                      </a:r>
                      <a:r>
                        <a:rPr lang="en-US" sz="1600" kern="0" dirty="0" err="1">
                          <a:solidFill>
                            <a:schemeClr val="tx1"/>
                          </a:solidFill>
                          <a:effectLst/>
                          <a:latin typeface="Readex Pro" panose="020B0604020202020204" charset="-78"/>
                          <a:cs typeface="Readex Pro" panose="020B0604020202020204" charset="-78"/>
                        </a:rPr>
                        <a:t>bên</a:t>
                      </a:r>
                      <a:r>
                        <a:rPr lang="en-US" sz="1600" kern="0" dirty="0">
                          <a:solidFill>
                            <a:schemeClr val="tx1"/>
                          </a:solidFill>
                          <a:effectLst/>
                          <a:latin typeface="Readex Pro" panose="020B0604020202020204" charset="-78"/>
                          <a:cs typeface="Readex Pro" panose="020B0604020202020204" charset="-78"/>
                        </a:rPr>
                        <a:t> </a:t>
                      </a:r>
                      <a:r>
                        <a:rPr lang="en-US" sz="1600" kern="0" dirty="0" err="1">
                          <a:solidFill>
                            <a:schemeClr val="tx1"/>
                          </a:solidFill>
                          <a:effectLst/>
                          <a:latin typeface="Readex Pro" panose="020B0604020202020204" charset="-78"/>
                          <a:cs typeface="Readex Pro" panose="020B0604020202020204" charset="-78"/>
                        </a:rPr>
                        <a:t>thứ</a:t>
                      </a:r>
                      <a:r>
                        <a:rPr lang="en-US" sz="1600" kern="0" dirty="0">
                          <a:solidFill>
                            <a:schemeClr val="tx1"/>
                          </a:solidFill>
                          <a:effectLst/>
                          <a:latin typeface="Readex Pro" panose="020B0604020202020204" charset="-78"/>
                          <a:cs typeface="Readex Pro" panose="020B0604020202020204" charset="-78"/>
                        </a:rPr>
                        <a:t> </a:t>
                      </a:r>
                      <a:r>
                        <a:rPr lang="en-US" sz="1600" kern="0" dirty="0" err="1">
                          <a:solidFill>
                            <a:schemeClr val="tx1"/>
                          </a:solidFill>
                          <a:effectLst/>
                          <a:latin typeface="Readex Pro" panose="020B0604020202020204" charset="-78"/>
                          <a:cs typeface="Readex Pro" panose="020B0604020202020204" charset="-78"/>
                        </a:rPr>
                        <a:t>ba</a:t>
                      </a:r>
                      <a:r>
                        <a:rPr lang="en-US" sz="1600" kern="0" dirty="0">
                          <a:solidFill>
                            <a:schemeClr val="tx1"/>
                          </a:solidFill>
                          <a:effectLst/>
                          <a:latin typeface="Readex Pro" panose="020B0604020202020204" charset="-78"/>
                          <a:cs typeface="Readex Pro" panose="020B0604020202020204" charset="-78"/>
                        </a:rPr>
                        <a:t>)</a:t>
                      </a:r>
                      <a:endParaRPr lang="vi-VN" sz="1600" kern="0" dirty="0">
                        <a:solidFill>
                          <a:schemeClr val="tx1"/>
                        </a:solidFill>
                        <a:effectLst/>
                        <a:latin typeface="Readex Pro" panose="020B0604020202020204" charset="-78"/>
                        <a:cs typeface="Readex Pro" panose="020B0604020202020204" charset="-78"/>
                      </a:endParaRPr>
                    </a:p>
                  </a:txBody>
                  <a:tcPr marL="0" marR="105313" marT="140418" marB="140418" anchor="ctr"/>
                </a:tc>
                <a:tc>
                  <a:txBody>
                    <a:bodyPr/>
                    <a:lstStyle/>
                    <a:p>
                      <a:pPr algn="ctr">
                        <a:lnSpc>
                          <a:spcPct val="120000"/>
                        </a:lnSpc>
                        <a:spcAft>
                          <a:spcPts val="800"/>
                        </a:spcAft>
                        <a:buNone/>
                      </a:pPr>
                      <a:r>
                        <a:rPr lang="en-US" sz="1600" kern="0" dirty="0">
                          <a:solidFill>
                            <a:schemeClr val="tx1"/>
                          </a:solidFill>
                          <a:effectLst/>
                          <a:latin typeface="Readex Pro" panose="020B0604020202020204" charset="-78"/>
                          <a:cs typeface="Readex Pro" panose="020B0604020202020204" charset="-78"/>
                        </a:rPr>
                        <a:t>Vulnerability </a:t>
                      </a:r>
                      <a:endParaRPr lang="vi-VN" sz="1600" kern="0" dirty="0">
                        <a:solidFill>
                          <a:schemeClr val="tx1"/>
                        </a:solidFill>
                        <a:effectLst/>
                        <a:latin typeface="Readex Pro" panose="020B0604020202020204" charset="-78"/>
                        <a:cs typeface="Readex Pro" panose="020B0604020202020204" charset="-78"/>
                      </a:endParaRPr>
                    </a:p>
                  </a:txBody>
                  <a:tcPr marL="0" marR="0" marT="140418" marB="140418" anchor="ctr"/>
                </a:tc>
                <a:extLst>
                  <a:ext uri="{0D108BD9-81ED-4DB2-BD59-A6C34878D82A}">
                    <a16:rowId xmlns:a16="http://schemas.microsoft.com/office/drawing/2014/main" val="3538832985"/>
                  </a:ext>
                </a:extLst>
              </a:tr>
              <a:tr h="882557">
                <a:tc vMerge="1">
                  <a:txBody>
                    <a:bodyPr/>
                    <a:lstStyle/>
                    <a:p>
                      <a:endParaRPr dirty="0"/>
                    </a:p>
                  </a:txBody>
                  <a:tcPr marL="7620" marR="105283" marT="140462" marB="140462" anchor="ctr"/>
                </a:tc>
                <a:tc>
                  <a:txBody>
                    <a:bodyPr/>
                    <a:lstStyle/>
                    <a:p>
                      <a:pPr marL="0" algn="ctr" rtl="0" eaLnBrk="1" fontAlgn="ctr" latinLnBrk="0" hangingPunct="1">
                        <a:lnSpc>
                          <a:spcPct val="120000"/>
                        </a:lnSpc>
                        <a:spcAft>
                          <a:spcPts val="800"/>
                        </a:spcAft>
                        <a:buNone/>
                      </a:pPr>
                      <a:r>
                        <a:rPr lang="vi-VN" sz="1600" kern="0" dirty="0">
                          <a:solidFill>
                            <a:schemeClr val="tx1"/>
                          </a:solidFill>
                          <a:effectLst/>
                          <a:latin typeface="Readex Pro" panose="020B0604020202020204" charset="-78"/>
                          <a:ea typeface="Aptos" panose="020B0004020202020204" pitchFamily="34" charset="0"/>
                          <a:cs typeface="Readex Pro" panose="020B0604020202020204" charset="-78"/>
                        </a:rPr>
                        <a:t>V1.1.1 (Xác minh sự tuân thủ và tính hợp pháp của giấy phép mã nguồn mở)</a:t>
                      </a:r>
                      <a:endParaRPr lang="en-US" sz="1600" b="0" i="0" u="none" strike="noStrike" dirty="0">
                        <a:solidFill>
                          <a:schemeClr val="tx1"/>
                        </a:solidFill>
                        <a:effectLst/>
                        <a:latin typeface="Readex Pro" panose="020B0604020202020204" charset="-78"/>
                        <a:cs typeface="Readex Pro" panose="020B0604020202020204" charset="-78"/>
                      </a:endParaRPr>
                    </a:p>
                  </a:txBody>
                  <a:tcPr marL="7620" marR="105283" marT="140462" marB="140462" anchor="ctr"/>
                </a:tc>
                <a:tc>
                  <a:txBody>
                    <a:bodyPr/>
                    <a:lstStyle/>
                    <a:p>
                      <a:pPr marL="0" algn="ctr" rtl="0" eaLnBrk="1" fontAlgn="ctr" latinLnBrk="0" hangingPunct="1">
                        <a:lnSpc>
                          <a:spcPct val="120000"/>
                        </a:lnSpc>
                        <a:spcAft>
                          <a:spcPts val="800"/>
                        </a:spcAft>
                        <a:buNone/>
                      </a:pPr>
                      <a:r>
                        <a:rPr lang="vi-VN" sz="1600" kern="100" dirty="0">
                          <a:solidFill>
                            <a:schemeClr val="tx1"/>
                          </a:solidFill>
                          <a:effectLst/>
                          <a:latin typeface="Readex Pro" panose="020B0604020202020204" charset="-78"/>
                          <a:ea typeface="Aptos" panose="020B0004020202020204" pitchFamily="34" charset="0"/>
                          <a:cs typeface="Readex Pro" panose="020B0604020202020204" charset="-78"/>
                        </a:rPr>
                        <a:t>License </a:t>
                      </a:r>
                      <a:endParaRPr lang="en-US" sz="1600" b="0" i="0" u="none" strike="noStrike" dirty="0">
                        <a:solidFill>
                          <a:schemeClr val="tx1"/>
                        </a:solidFill>
                        <a:effectLst/>
                        <a:latin typeface="Readex Pro" panose="020B0604020202020204" charset="-78"/>
                        <a:cs typeface="Readex Pro" panose="020B0604020202020204" charset="-78"/>
                      </a:endParaRPr>
                    </a:p>
                  </a:txBody>
                  <a:tcPr marL="7620" marR="7620" marT="140462" marB="140462" anchor="ctr"/>
                </a:tc>
                <a:extLst>
                  <a:ext uri="{0D108BD9-81ED-4DB2-BD59-A6C34878D82A}">
                    <a16:rowId xmlns:a16="http://schemas.microsoft.com/office/drawing/2014/main" val="224995157"/>
                  </a:ext>
                </a:extLst>
              </a:tr>
              <a:tr h="882557">
                <a:tc>
                  <a:txBody>
                    <a:bodyPr/>
                    <a:lstStyle/>
                    <a:p>
                      <a:pPr algn="ctr">
                        <a:lnSpc>
                          <a:spcPct val="120000"/>
                        </a:lnSpc>
                        <a:spcAft>
                          <a:spcPts val="800"/>
                        </a:spcAft>
                        <a:buNone/>
                      </a:pPr>
                      <a:r>
                        <a:rPr lang="en-US" sz="1600" kern="0">
                          <a:effectLst/>
                          <a:latin typeface="Readex Pro" panose="020B0604020202020204" charset="-78"/>
                          <a:cs typeface="Readex Pro" panose="020B0604020202020204" charset="-78"/>
                        </a:rPr>
                        <a:t>V14: Configuration</a:t>
                      </a:r>
                      <a:endParaRPr lang="en-US" sz="1600" kern="100">
                        <a:effectLst/>
                        <a:latin typeface="Readex Pro" panose="020B0604020202020204" charset="-78"/>
                        <a:ea typeface="Aptos" panose="020B0004020202020204" pitchFamily="34" charset="0"/>
                        <a:cs typeface="Readex Pro" panose="020B0604020202020204" charset="-78"/>
                      </a:endParaRPr>
                    </a:p>
                  </a:txBody>
                  <a:tcPr marL="0" marR="105313" marT="140418" marB="140418" anchor="ctr"/>
                </a:tc>
                <a:tc>
                  <a:txBody>
                    <a:bodyPr/>
                    <a:lstStyle/>
                    <a:p>
                      <a:pPr algn="ctr">
                        <a:lnSpc>
                          <a:spcPct val="120000"/>
                        </a:lnSpc>
                        <a:spcAft>
                          <a:spcPts val="800"/>
                        </a:spcAft>
                        <a:buNone/>
                      </a:pPr>
                      <a:r>
                        <a:rPr lang="en-US" sz="1600" kern="0" dirty="0">
                          <a:solidFill>
                            <a:schemeClr val="tx1"/>
                          </a:solidFill>
                          <a:effectLst/>
                          <a:latin typeface="Readex Pro" panose="020B0604020202020204" charset="-78"/>
                          <a:cs typeface="Readex Pro" panose="020B0604020202020204" charset="-78"/>
                        </a:rPr>
                        <a:t>V14.2.3 (</a:t>
                      </a:r>
                      <a:r>
                        <a:rPr lang="en-US" sz="1600" kern="0" dirty="0" err="1">
                          <a:solidFill>
                            <a:schemeClr val="tx1"/>
                          </a:solidFill>
                          <a:effectLst/>
                          <a:latin typeface="Readex Pro" panose="020B0604020202020204" charset="-78"/>
                          <a:cs typeface="Readex Pro" panose="020B0604020202020204" charset="-78"/>
                        </a:rPr>
                        <a:t>Xác</a:t>
                      </a:r>
                      <a:r>
                        <a:rPr lang="en-US" sz="1600" kern="0" dirty="0">
                          <a:solidFill>
                            <a:schemeClr val="tx1"/>
                          </a:solidFill>
                          <a:effectLst/>
                          <a:latin typeface="Readex Pro" panose="020B0604020202020204" charset="-78"/>
                          <a:cs typeface="Readex Pro" panose="020B0604020202020204" charset="-78"/>
                        </a:rPr>
                        <a:t> </a:t>
                      </a:r>
                      <a:r>
                        <a:rPr lang="en-US" sz="1600" kern="0" dirty="0" err="1">
                          <a:solidFill>
                            <a:schemeClr val="tx1"/>
                          </a:solidFill>
                          <a:effectLst/>
                          <a:latin typeface="Readex Pro" panose="020B0604020202020204" charset="-78"/>
                          <a:cs typeface="Readex Pro" panose="020B0604020202020204" charset="-78"/>
                        </a:rPr>
                        <a:t>minh</a:t>
                      </a:r>
                      <a:r>
                        <a:rPr lang="en-US" sz="1600" kern="0" dirty="0">
                          <a:solidFill>
                            <a:schemeClr val="tx1"/>
                          </a:solidFill>
                          <a:effectLst/>
                          <a:latin typeface="Readex Pro" panose="020B0604020202020204" charset="-78"/>
                          <a:cs typeface="Readex Pro" panose="020B0604020202020204" charset="-78"/>
                        </a:rPr>
                        <a:t> </a:t>
                      </a:r>
                      <a:r>
                        <a:rPr lang="en-US" sz="1600" kern="0" dirty="0" err="1">
                          <a:solidFill>
                            <a:schemeClr val="tx1"/>
                          </a:solidFill>
                          <a:effectLst/>
                          <a:latin typeface="Readex Pro" panose="020B0604020202020204" charset="-78"/>
                          <a:cs typeface="Readex Pro" panose="020B0604020202020204" charset="-78"/>
                        </a:rPr>
                        <a:t>chữ</a:t>
                      </a:r>
                      <a:r>
                        <a:rPr lang="en-US" sz="1600" kern="0" dirty="0">
                          <a:solidFill>
                            <a:schemeClr val="tx1"/>
                          </a:solidFill>
                          <a:effectLst/>
                          <a:latin typeface="Readex Pro" panose="020B0604020202020204" charset="-78"/>
                          <a:cs typeface="Readex Pro" panose="020B0604020202020204" charset="-78"/>
                        </a:rPr>
                        <a:t> </a:t>
                      </a:r>
                      <a:r>
                        <a:rPr lang="en-US" sz="1600" kern="0" dirty="0" err="1">
                          <a:solidFill>
                            <a:schemeClr val="tx1"/>
                          </a:solidFill>
                          <a:effectLst/>
                          <a:latin typeface="Readex Pro" panose="020B0604020202020204" charset="-78"/>
                          <a:cs typeface="Readex Pro" panose="020B0604020202020204" charset="-78"/>
                        </a:rPr>
                        <a:t>ký</a:t>
                      </a:r>
                      <a:r>
                        <a:rPr lang="en-US" sz="1600" kern="0" dirty="0">
                          <a:solidFill>
                            <a:schemeClr val="tx1"/>
                          </a:solidFill>
                          <a:effectLst/>
                          <a:latin typeface="Readex Pro" panose="020B0604020202020204" charset="-78"/>
                          <a:cs typeface="Readex Pro" panose="020B0604020202020204" charset="-78"/>
                        </a:rPr>
                        <a:t> </a:t>
                      </a:r>
                      <a:r>
                        <a:rPr lang="en-US" sz="1600" kern="0" dirty="0" err="1">
                          <a:solidFill>
                            <a:schemeClr val="tx1"/>
                          </a:solidFill>
                          <a:effectLst/>
                          <a:latin typeface="Readex Pro" panose="020B0604020202020204" charset="-78"/>
                          <a:cs typeface="Readex Pro" panose="020B0604020202020204" charset="-78"/>
                        </a:rPr>
                        <a:t>số</a:t>
                      </a:r>
                      <a:r>
                        <a:rPr lang="en-US" sz="1600" kern="0" dirty="0">
                          <a:solidFill>
                            <a:schemeClr val="tx1"/>
                          </a:solidFill>
                          <a:effectLst/>
                          <a:latin typeface="Readex Pro" panose="020B0604020202020204" charset="-78"/>
                          <a:cs typeface="Readex Pro" panose="020B0604020202020204" charset="-78"/>
                        </a:rPr>
                        <a:t> &amp; </a:t>
                      </a:r>
                      <a:r>
                        <a:rPr lang="en-US" sz="1600" kern="0" dirty="0" err="1">
                          <a:solidFill>
                            <a:schemeClr val="tx1"/>
                          </a:solidFill>
                          <a:effectLst/>
                          <a:latin typeface="Readex Pro" panose="020B0604020202020204" charset="-78"/>
                          <a:cs typeface="Readex Pro" panose="020B0604020202020204" charset="-78"/>
                        </a:rPr>
                        <a:t>tính</a:t>
                      </a:r>
                      <a:r>
                        <a:rPr lang="en-US" sz="1600" kern="0" dirty="0">
                          <a:solidFill>
                            <a:schemeClr val="tx1"/>
                          </a:solidFill>
                          <a:effectLst/>
                          <a:latin typeface="Readex Pro" panose="020B0604020202020204" charset="-78"/>
                          <a:cs typeface="Readex Pro" panose="020B0604020202020204" charset="-78"/>
                        </a:rPr>
                        <a:t> </a:t>
                      </a:r>
                      <a:r>
                        <a:rPr lang="en-US" sz="1600" kern="0" dirty="0" err="1">
                          <a:solidFill>
                            <a:schemeClr val="tx1"/>
                          </a:solidFill>
                          <a:effectLst/>
                          <a:latin typeface="Readex Pro" panose="020B0604020202020204" charset="-78"/>
                          <a:cs typeface="Readex Pro" panose="020B0604020202020204" charset="-78"/>
                        </a:rPr>
                        <a:t>toàn</a:t>
                      </a:r>
                      <a:r>
                        <a:rPr lang="en-US" sz="1600" kern="0" dirty="0">
                          <a:solidFill>
                            <a:schemeClr val="tx1"/>
                          </a:solidFill>
                          <a:effectLst/>
                          <a:latin typeface="Readex Pro" panose="020B0604020202020204" charset="-78"/>
                          <a:cs typeface="Readex Pro" panose="020B0604020202020204" charset="-78"/>
                        </a:rPr>
                        <a:t> </a:t>
                      </a:r>
                      <a:r>
                        <a:rPr lang="en-US" sz="1600" kern="0" dirty="0" err="1">
                          <a:solidFill>
                            <a:schemeClr val="tx1"/>
                          </a:solidFill>
                          <a:effectLst/>
                          <a:latin typeface="Readex Pro" panose="020B0604020202020204" charset="-78"/>
                          <a:cs typeface="Readex Pro" panose="020B0604020202020204" charset="-78"/>
                        </a:rPr>
                        <a:t>vẹn</a:t>
                      </a:r>
                      <a:r>
                        <a:rPr lang="en-US" sz="1600" kern="0" dirty="0">
                          <a:solidFill>
                            <a:schemeClr val="tx1"/>
                          </a:solidFill>
                          <a:effectLst/>
                          <a:latin typeface="Readex Pro" panose="020B0604020202020204" charset="-78"/>
                          <a:cs typeface="Readex Pro" panose="020B0604020202020204" charset="-78"/>
                        </a:rPr>
                        <a:t> </a:t>
                      </a:r>
                      <a:r>
                        <a:rPr lang="en-US" sz="1600" kern="0" dirty="0" err="1">
                          <a:solidFill>
                            <a:schemeClr val="tx1"/>
                          </a:solidFill>
                          <a:effectLst/>
                          <a:latin typeface="Readex Pro" panose="020B0604020202020204" charset="-78"/>
                          <a:cs typeface="Readex Pro" panose="020B0604020202020204" charset="-78"/>
                        </a:rPr>
                        <a:t>của</a:t>
                      </a:r>
                      <a:r>
                        <a:rPr lang="en-US" sz="1600" kern="0" dirty="0">
                          <a:solidFill>
                            <a:schemeClr val="tx1"/>
                          </a:solidFill>
                          <a:effectLst/>
                          <a:latin typeface="Readex Pro" panose="020B0604020202020204" charset="-78"/>
                          <a:cs typeface="Readex Pro" panose="020B0604020202020204" charset="-78"/>
                        </a:rPr>
                        <a:t> </a:t>
                      </a:r>
                      <a:r>
                        <a:rPr lang="en-US" sz="1600" kern="0" dirty="0" err="1">
                          <a:solidFill>
                            <a:schemeClr val="tx1"/>
                          </a:solidFill>
                          <a:effectLst/>
                          <a:latin typeface="Readex Pro" panose="020B0604020202020204" charset="-78"/>
                          <a:cs typeface="Readex Pro" panose="020B0604020202020204" charset="-78"/>
                        </a:rPr>
                        <a:t>gói</a:t>
                      </a:r>
                      <a:r>
                        <a:rPr lang="en-US" sz="1600" kern="0" dirty="0">
                          <a:solidFill>
                            <a:schemeClr val="tx1"/>
                          </a:solidFill>
                          <a:effectLst/>
                          <a:latin typeface="Readex Pro" panose="020B0604020202020204" charset="-78"/>
                          <a:cs typeface="Readex Pro" panose="020B0604020202020204" charset="-78"/>
                        </a:rPr>
                        <a:t> </a:t>
                      </a:r>
                      <a:r>
                        <a:rPr lang="en-US" sz="1600" kern="0" dirty="0" err="1">
                          <a:solidFill>
                            <a:schemeClr val="tx1"/>
                          </a:solidFill>
                          <a:effectLst/>
                          <a:latin typeface="Readex Pro" panose="020B0604020202020204" charset="-78"/>
                          <a:cs typeface="Readex Pro" panose="020B0604020202020204" charset="-78"/>
                        </a:rPr>
                        <a:t>cài</a:t>
                      </a:r>
                      <a:r>
                        <a:rPr lang="en-US" sz="1600" kern="0" dirty="0">
                          <a:solidFill>
                            <a:schemeClr val="tx1"/>
                          </a:solidFill>
                          <a:effectLst/>
                          <a:latin typeface="Readex Pro" panose="020B0604020202020204" charset="-78"/>
                          <a:cs typeface="Readex Pro" panose="020B0604020202020204" charset="-78"/>
                        </a:rPr>
                        <a:t> </a:t>
                      </a:r>
                      <a:r>
                        <a:rPr lang="en-US" sz="1600" kern="0" dirty="0" err="1">
                          <a:solidFill>
                            <a:schemeClr val="tx1"/>
                          </a:solidFill>
                          <a:effectLst/>
                          <a:latin typeface="Readex Pro" panose="020B0604020202020204" charset="-78"/>
                          <a:cs typeface="Readex Pro" panose="020B0604020202020204" charset="-78"/>
                        </a:rPr>
                        <a:t>đặt</a:t>
                      </a:r>
                      <a:r>
                        <a:rPr lang="en-US" sz="1600" kern="0" dirty="0">
                          <a:solidFill>
                            <a:schemeClr val="tx1"/>
                          </a:solidFill>
                          <a:effectLst/>
                          <a:latin typeface="Readex Pro" panose="020B0604020202020204" charset="-78"/>
                          <a:cs typeface="Readex Pro" panose="020B0604020202020204" charset="-78"/>
                        </a:rPr>
                        <a:t>)</a:t>
                      </a:r>
                      <a:endParaRPr lang="en-US" sz="1600" kern="100" dirty="0">
                        <a:solidFill>
                          <a:schemeClr val="tx1"/>
                        </a:solidFill>
                        <a:effectLst/>
                        <a:latin typeface="Readex Pro" panose="020B0604020202020204" charset="-78"/>
                        <a:ea typeface="Aptos" panose="020B0004020202020204" pitchFamily="34" charset="0"/>
                        <a:cs typeface="Readex Pro" panose="020B0604020202020204" charset="-78"/>
                      </a:endParaRPr>
                    </a:p>
                  </a:txBody>
                  <a:tcPr marL="0" marR="105313" marT="140418" marB="140418" anchor="ctr"/>
                </a:tc>
                <a:tc>
                  <a:txBody>
                    <a:bodyPr/>
                    <a:lstStyle/>
                    <a:p>
                      <a:pPr algn="ctr">
                        <a:lnSpc>
                          <a:spcPct val="120000"/>
                        </a:lnSpc>
                        <a:spcAft>
                          <a:spcPts val="800"/>
                        </a:spcAft>
                        <a:buNone/>
                      </a:pPr>
                      <a:r>
                        <a:rPr lang="en-US" sz="1600" kern="0" dirty="0">
                          <a:solidFill>
                            <a:schemeClr val="tx1"/>
                          </a:solidFill>
                          <a:effectLst/>
                          <a:latin typeface="Readex Pro" panose="020B0604020202020204" charset="-78"/>
                          <a:cs typeface="Readex Pro" panose="020B0604020202020204" charset="-78"/>
                        </a:rPr>
                        <a:t>Integrity</a:t>
                      </a:r>
                      <a:endParaRPr lang="en-US" sz="1600" kern="100" dirty="0">
                        <a:solidFill>
                          <a:schemeClr val="tx1"/>
                        </a:solidFill>
                        <a:effectLst/>
                        <a:latin typeface="Readex Pro" panose="020B0604020202020204" charset="-78"/>
                        <a:ea typeface="Aptos" panose="020B0004020202020204" pitchFamily="34" charset="0"/>
                        <a:cs typeface="Readex Pro" panose="020B0604020202020204" charset="-78"/>
                      </a:endParaRPr>
                    </a:p>
                  </a:txBody>
                  <a:tcPr marL="0" marR="0" marT="140418" marB="140418" anchor="ctr"/>
                </a:tc>
                <a:extLst>
                  <a:ext uri="{0D108BD9-81ED-4DB2-BD59-A6C34878D82A}">
                    <a16:rowId xmlns:a16="http://schemas.microsoft.com/office/drawing/2014/main" val="2951496629"/>
                  </a:ext>
                </a:extLst>
              </a:tr>
              <a:tr h="882557">
                <a:tc>
                  <a:txBody>
                    <a:bodyPr/>
                    <a:lstStyle/>
                    <a:p>
                      <a:pPr marL="0" algn="ctr" rtl="0" eaLnBrk="1" fontAlgn="ctr" latinLnBrk="0" hangingPunct="1">
                        <a:lnSpc>
                          <a:spcPct val="120000"/>
                        </a:lnSpc>
                        <a:spcAft>
                          <a:spcPts val="800"/>
                        </a:spcAft>
                        <a:buNone/>
                      </a:pPr>
                      <a:r>
                        <a:rPr lang="en-US" sz="1600" b="1" i="0" u="none" strike="noStrike">
                          <a:solidFill>
                            <a:srgbClr val="FFFFFF"/>
                          </a:solidFill>
                          <a:effectLst/>
                          <a:latin typeface="Readex Pro" panose="020B0604020202020204" charset="-78"/>
                          <a:cs typeface="Readex Pro" panose="020B0604020202020204" charset="-78"/>
                        </a:rPr>
                        <a:t>V10: Malicious Code</a:t>
                      </a:r>
                      <a:endParaRPr lang="en-US" sz="1600" b="0" i="0" u="none" strike="noStrike">
                        <a:effectLst/>
                        <a:latin typeface="Readex Pro" panose="020B0604020202020204" charset="-78"/>
                        <a:cs typeface="Readex Pro" panose="020B0604020202020204" charset="-78"/>
                      </a:endParaRPr>
                    </a:p>
                  </a:txBody>
                  <a:tcPr marL="7620" marR="105283" marT="140462" marB="140462" anchor="ctr"/>
                </a:tc>
                <a:tc>
                  <a:txBody>
                    <a:bodyPr/>
                    <a:lstStyle/>
                    <a:p>
                      <a:pPr marL="0" algn="ctr" rtl="0" eaLnBrk="1" fontAlgn="ctr" latinLnBrk="0" hangingPunct="1">
                        <a:lnSpc>
                          <a:spcPct val="120000"/>
                        </a:lnSpc>
                        <a:spcAft>
                          <a:spcPts val="800"/>
                        </a:spcAft>
                        <a:buNone/>
                      </a:pPr>
                      <a:r>
                        <a:rPr lang="vi-VN" sz="1600" kern="100" dirty="0">
                          <a:solidFill>
                            <a:schemeClr val="tx1"/>
                          </a:solidFill>
                          <a:effectLst/>
                          <a:latin typeface="Readex Pro" panose="020B0604020202020204" charset="-78"/>
                          <a:ea typeface="Aptos" panose="020B0004020202020204" pitchFamily="34" charset="0"/>
                          <a:cs typeface="Readex Pro" panose="020B0604020202020204" charset="-78"/>
                        </a:rPr>
                        <a:t>V10.2.1 (Phát hiện mã độc, cửa sau hoặc khả năng thực thi mã từ xa)</a:t>
                      </a:r>
                      <a:endParaRPr lang="en-US" sz="1600" b="1" i="0" u="none" strike="noStrike" dirty="0">
                        <a:solidFill>
                          <a:schemeClr val="tx1"/>
                        </a:solidFill>
                        <a:effectLst/>
                        <a:latin typeface="Readex Pro" panose="020B0604020202020204" charset="-78"/>
                        <a:cs typeface="Readex Pro" panose="020B0604020202020204" charset="-78"/>
                      </a:endParaRPr>
                    </a:p>
                  </a:txBody>
                  <a:tcPr marL="7620" marR="105283" marT="140462" marB="140462" anchor="ctr"/>
                </a:tc>
                <a:tc>
                  <a:txBody>
                    <a:bodyPr/>
                    <a:lstStyle/>
                    <a:p>
                      <a:pPr marL="0" algn="ctr" rtl="0" eaLnBrk="1" fontAlgn="ctr" latinLnBrk="0" hangingPunct="1">
                        <a:lnSpc>
                          <a:spcPct val="120000"/>
                        </a:lnSpc>
                        <a:spcAft>
                          <a:spcPts val="800"/>
                        </a:spcAft>
                        <a:buNone/>
                      </a:pPr>
                      <a:r>
                        <a:rPr lang="vi-VN" sz="1600" kern="100" dirty="0">
                          <a:solidFill>
                            <a:schemeClr val="tx1"/>
                          </a:solidFill>
                          <a:effectLst/>
                          <a:latin typeface="Readex Pro" panose="020B0604020202020204" charset="-78"/>
                          <a:ea typeface="Aptos" panose="020B0004020202020204" pitchFamily="34" charset="0"/>
                          <a:cs typeface="Readex Pro" panose="020B0604020202020204" charset="-78"/>
                        </a:rPr>
                        <a:t>Maintenance</a:t>
                      </a:r>
                      <a:endParaRPr lang="en-US" sz="1600" b="0" i="0" u="none" strike="noStrike" dirty="0">
                        <a:solidFill>
                          <a:schemeClr val="tx1"/>
                        </a:solidFill>
                        <a:effectLst/>
                        <a:latin typeface="Readex Pro" panose="020B0604020202020204" charset="-78"/>
                        <a:cs typeface="Readex Pro" panose="020B0604020202020204" charset="-78"/>
                      </a:endParaRPr>
                    </a:p>
                  </a:txBody>
                  <a:tcPr marL="7620" marR="7620" marT="140462" marB="140462" anchor="ctr"/>
                </a:tc>
                <a:extLst>
                  <a:ext uri="{0D108BD9-81ED-4DB2-BD59-A6C34878D82A}">
                    <a16:rowId xmlns:a16="http://schemas.microsoft.com/office/drawing/2014/main" val="746221411"/>
                  </a:ext>
                </a:extLst>
              </a:tr>
            </a:tbl>
          </a:graphicData>
        </a:graphic>
      </p:graphicFrame>
    </p:spTree>
    <p:extLst>
      <p:ext uri="{BB962C8B-B14F-4D97-AF65-F5344CB8AC3E}">
        <p14:creationId xmlns:p14="http://schemas.microsoft.com/office/powerpoint/2010/main" val="23915005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228992-9DE5-C5C0-ABF0-FC8F2E5C3F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94CAC8-FA89-AD7E-82AE-E06125DEEBF4}"/>
              </a:ext>
            </a:extLst>
          </p:cNvPr>
          <p:cNvSpPr>
            <a:spLocks noGrp="1"/>
          </p:cNvSpPr>
          <p:nvPr>
            <p:ph type="title"/>
          </p:nvPr>
        </p:nvSpPr>
        <p:spPr>
          <a:xfrm>
            <a:off x="838200" y="152006"/>
            <a:ext cx="11271738" cy="1184426"/>
          </a:xfrm>
        </p:spPr>
        <p:txBody>
          <a:bodyPr/>
          <a:lstStyle/>
          <a:p>
            <a:r>
              <a:rPr lang="en-US" dirty="0" err="1"/>
              <a:t>Mô</a:t>
            </a:r>
            <a:r>
              <a:rPr lang="en-US" dirty="0"/>
              <a:t> </a:t>
            </a:r>
            <a:r>
              <a:rPr lang="en-US" dirty="0" err="1"/>
              <a:t>hình</a:t>
            </a:r>
            <a:r>
              <a:rPr lang="en-US" dirty="0"/>
              <a:t> AHP: </a:t>
            </a:r>
            <a:r>
              <a:rPr lang="en-US" dirty="0" err="1"/>
              <a:t>Khách</a:t>
            </a:r>
            <a:r>
              <a:rPr lang="en-US" dirty="0"/>
              <a:t> </a:t>
            </a:r>
            <a:r>
              <a:rPr lang="en-US" dirty="0" err="1"/>
              <a:t>quan</a:t>
            </a:r>
            <a:r>
              <a:rPr lang="en-US" dirty="0"/>
              <a:t> </a:t>
            </a:r>
            <a:r>
              <a:rPr lang="en-US" dirty="0" err="1"/>
              <a:t>hóa</a:t>
            </a:r>
            <a:r>
              <a:rPr lang="en-US" dirty="0"/>
              <a:t> </a:t>
            </a:r>
            <a:r>
              <a:rPr lang="en-US" dirty="0" err="1"/>
              <a:t>trọng</a:t>
            </a:r>
            <a:r>
              <a:rPr lang="en-US" dirty="0"/>
              <a:t> </a:t>
            </a:r>
            <a:r>
              <a:rPr lang="en-US" dirty="0" err="1"/>
              <a:t>số</a:t>
            </a:r>
            <a:r>
              <a:rPr lang="en-US" dirty="0"/>
              <a:t> </a:t>
            </a:r>
            <a:r>
              <a:rPr lang="en-US" dirty="0" err="1"/>
              <a:t>các</a:t>
            </a:r>
            <a:r>
              <a:rPr lang="en-US" dirty="0"/>
              <a:t> </a:t>
            </a:r>
            <a:r>
              <a:rPr lang="en-US" dirty="0" err="1"/>
              <a:t>tiêu</a:t>
            </a:r>
            <a:r>
              <a:rPr lang="en-US" dirty="0"/>
              <a:t> </a:t>
            </a:r>
            <a:r>
              <a:rPr lang="en-US" dirty="0" err="1"/>
              <a:t>chí</a:t>
            </a:r>
            <a:r>
              <a:rPr lang="en-US" dirty="0"/>
              <a:t> </a:t>
            </a:r>
            <a:r>
              <a:rPr lang="en-US" dirty="0" err="1"/>
              <a:t>bảo</a:t>
            </a:r>
            <a:r>
              <a:rPr lang="en-US" dirty="0"/>
              <a:t> </a:t>
            </a:r>
            <a:r>
              <a:rPr lang="vi-VN" dirty="0"/>
              <a:t>mật.</a:t>
            </a:r>
            <a:endParaRPr lang="en-US" dirty="0"/>
          </a:p>
        </p:txBody>
      </p:sp>
      <p:graphicFrame>
        <p:nvGraphicFramePr>
          <p:cNvPr id="5" name="Table 4">
            <a:extLst>
              <a:ext uri="{FF2B5EF4-FFF2-40B4-BE49-F238E27FC236}">
                <a16:creationId xmlns:a16="http://schemas.microsoft.com/office/drawing/2014/main" id="{5381CCFF-C49A-3F37-79AB-56B3021362DE}"/>
              </a:ext>
            </a:extLst>
          </p:cNvPr>
          <p:cNvGraphicFramePr>
            <a:graphicFrameLocks noGrp="1"/>
          </p:cNvGraphicFramePr>
          <p:nvPr>
            <p:extLst>
              <p:ext uri="{D42A27DB-BD31-4B8C-83A1-F6EECF244321}">
                <p14:modId xmlns:p14="http://schemas.microsoft.com/office/powerpoint/2010/main" val="491876539"/>
              </p:ext>
            </p:extLst>
          </p:nvPr>
        </p:nvGraphicFramePr>
        <p:xfrm>
          <a:off x="199784" y="1336432"/>
          <a:ext cx="5559571" cy="3535680"/>
        </p:xfrm>
        <a:graphic>
          <a:graphicData uri="http://schemas.openxmlformats.org/drawingml/2006/table">
            <a:tbl>
              <a:tblPr firstRow="1" firstCol="1" bandRow="1">
                <a:tableStyleId>{5C22544A-7EE6-4342-B048-85BDC9FD1C3A}</a:tableStyleId>
              </a:tblPr>
              <a:tblGrid>
                <a:gridCol w="1608939">
                  <a:extLst>
                    <a:ext uri="{9D8B030D-6E8A-4147-A177-3AD203B41FA5}">
                      <a16:colId xmlns:a16="http://schemas.microsoft.com/office/drawing/2014/main" val="588497448"/>
                    </a:ext>
                  </a:extLst>
                </a:gridCol>
                <a:gridCol w="1036304">
                  <a:extLst>
                    <a:ext uri="{9D8B030D-6E8A-4147-A177-3AD203B41FA5}">
                      <a16:colId xmlns:a16="http://schemas.microsoft.com/office/drawing/2014/main" val="3802288164"/>
                    </a:ext>
                  </a:extLst>
                </a:gridCol>
                <a:gridCol w="989604">
                  <a:extLst>
                    <a:ext uri="{9D8B030D-6E8A-4147-A177-3AD203B41FA5}">
                      <a16:colId xmlns:a16="http://schemas.microsoft.com/office/drawing/2014/main" val="959531416"/>
                    </a:ext>
                  </a:extLst>
                </a:gridCol>
                <a:gridCol w="1099683">
                  <a:extLst>
                    <a:ext uri="{9D8B030D-6E8A-4147-A177-3AD203B41FA5}">
                      <a16:colId xmlns:a16="http://schemas.microsoft.com/office/drawing/2014/main" val="3741975725"/>
                    </a:ext>
                  </a:extLst>
                </a:gridCol>
                <a:gridCol w="825041">
                  <a:extLst>
                    <a:ext uri="{9D8B030D-6E8A-4147-A177-3AD203B41FA5}">
                      <a16:colId xmlns:a16="http://schemas.microsoft.com/office/drawing/2014/main" val="3826943095"/>
                    </a:ext>
                  </a:extLst>
                </a:gridCol>
              </a:tblGrid>
              <a:tr h="688362">
                <a:tc>
                  <a:txBody>
                    <a:bodyPr/>
                    <a:lstStyle/>
                    <a:p>
                      <a:pPr indent="228600" algn="ctr">
                        <a:lnSpc>
                          <a:spcPct val="120000"/>
                        </a:lnSpc>
                        <a:spcAft>
                          <a:spcPts val="800"/>
                        </a:spcAft>
                        <a:buNone/>
                      </a:pPr>
                      <a:r>
                        <a:rPr lang="en-US" sz="2400" kern="100" dirty="0" err="1">
                          <a:effectLst/>
                          <a:latin typeface="Readex Pro" panose="020B0604020202020204" charset="-78"/>
                          <a:cs typeface="Readex Pro" panose="020B0604020202020204" charset="-78"/>
                        </a:rPr>
                        <a:t>Tiêu</a:t>
                      </a:r>
                      <a:r>
                        <a:rPr lang="en-US" sz="2400" kern="100" dirty="0">
                          <a:effectLst/>
                          <a:latin typeface="Readex Pro" panose="020B0604020202020204" charset="-78"/>
                          <a:cs typeface="Readex Pro" panose="020B0604020202020204" charset="-78"/>
                        </a:rPr>
                        <a:t> </a:t>
                      </a:r>
                      <a:r>
                        <a:rPr lang="en-US" sz="2400" kern="100" dirty="0" err="1">
                          <a:effectLst/>
                          <a:latin typeface="Readex Pro" panose="020B0604020202020204" charset="-78"/>
                          <a:cs typeface="Readex Pro" panose="020B0604020202020204" charset="-78"/>
                        </a:rPr>
                        <a:t>chí</a:t>
                      </a:r>
                      <a:endParaRPr lang="en-US" sz="2400" kern="100" dirty="0">
                        <a:effectLst/>
                        <a:latin typeface="Readex Pro" panose="020B0604020202020204" charset="-78"/>
                        <a:ea typeface="Aptos" panose="020B0004020202020204" pitchFamily="34" charset="0"/>
                        <a:cs typeface="Readex Pro" panose="020B0604020202020204" charset="-78"/>
                      </a:endParaRPr>
                    </a:p>
                  </a:txBody>
                  <a:tcPr marL="0" marR="114300" marT="152400" marB="152400" anchor="ctr"/>
                </a:tc>
                <a:tc>
                  <a:txBody>
                    <a:bodyPr/>
                    <a:lstStyle/>
                    <a:p>
                      <a:pPr indent="228600" algn="ctr">
                        <a:lnSpc>
                          <a:spcPct val="120000"/>
                        </a:lnSpc>
                        <a:spcAft>
                          <a:spcPts val="800"/>
                        </a:spcAft>
                        <a:buNone/>
                      </a:pPr>
                      <a:r>
                        <a:rPr lang="en-US" sz="2400" kern="100" dirty="0">
                          <a:effectLst/>
                          <a:latin typeface="Readex Pro" panose="020B0604020202020204" charset="-78"/>
                          <a:cs typeface="Readex Pro" panose="020B0604020202020204" charset="-78"/>
                        </a:rPr>
                        <a:t>C</a:t>
                      </a:r>
                      <a:r>
                        <a:rPr lang="en-US" sz="2400" kern="100" baseline="-25000" dirty="0">
                          <a:effectLst/>
                          <a:latin typeface="Readex Pro" panose="020B0604020202020204" charset="-78"/>
                          <a:cs typeface="Readex Pro" panose="020B0604020202020204" charset="-78"/>
                        </a:rPr>
                        <a:t>V</a:t>
                      </a:r>
                      <a:r>
                        <a:rPr lang="en-US" sz="2400" kern="100" dirty="0">
                          <a:effectLst/>
                          <a:latin typeface="Readex Pro" panose="020B0604020202020204" charset="-78"/>
                          <a:cs typeface="Readex Pro" panose="020B0604020202020204" charset="-78"/>
                        </a:rPr>
                        <a:t> ​</a:t>
                      </a:r>
                      <a:endParaRPr lang="en-US" sz="2400" kern="100" dirty="0">
                        <a:effectLst/>
                        <a:latin typeface="Readex Pro" panose="020B0604020202020204" charset="-78"/>
                        <a:ea typeface="Aptos" panose="020B0004020202020204" pitchFamily="34" charset="0"/>
                        <a:cs typeface="Readex Pro" panose="020B0604020202020204" charset="-78"/>
                      </a:endParaRPr>
                    </a:p>
                  </a:txBody>
                  <a:tcPr marL="0" marR="114300" marT="152400" marB="152400" anchor="ctr"/>
                </a:tc>
                <a:tc>
                  <a:txBody>
                    <a:bodyPr/>
                    <a:lstStyle/>
                    <a:p>
                      <a:pPr indent="228600" algn="ctr">
                        <a:lnSpc>
                          <a:spcPct val="120000"/>
                        </a:lnSpc>
                        <a:spcAft>
                          <a:spcPts val="800"/>
                        </a:spcAft>
                        <a:buNone/>
                      </a:pPr>
                      <a:r>
                        <a:rPr lang="en-US" sz="2400" kern="100">
                          <a:effectLst/>
                          <a:latin typeface="Readex Pro" panose="020B0604020202020204" charset="-78"/>
                          <a:cs typeface="Readex Pro" panose="020B0604020202020204" charset="-78"/>
                        </a:rPr>
                        <a:t>C</a:t>
                      </a:r>
                      <a:r>
                        <a:rPr lang="en-US" sz="2400" kern="100" baseline="-25000">
                          <a:effectLst/>
                          <a:latin typeface="Readex Pro" panose="020B0604020202020204" charset="-78"/>
                          <a:cs typeface="Readex Pro" panose="020B0604020202020204" charset="-78"/>
                        </a:rPr>
                        <a:t>I</a:t>
                      </a:r>
                      <a:endParaRPr lang="en-US" sz="2400" kern="100">
                        <a:effectLst/>
                        <a:latin typeface="Readex Pro" panose="020B0604020202020204" charset="-78"/>
                        <a:ea typeface="Aptos" panose="020B0004020202020204" pitchFamily="34" charset="0"/>
                        <a:cs typeface="Readex Pro" panose="020B0604020202020204" charset="-78"/>
                      </a:endParaRPr>
                    </a:p>
                  </a:txBody>
                  <a:tcPr marL="0" marR="114300" marT="152400" marB="152400" anchor="ctr"/>
                </a:tc>
                <a:tc>
                  <a:txBody>
                    <a:bodyPr/>
                    <a:lstStyle/>
                    <a:p>
                      <a:pPr indent="228600" algn="ctr">
                        <a:lnSpc>
                          <a:spcPct val="120000"/>
                        </a:lnSpc>
                        <a:spcAft>
                          <a:spcPts val="800"/>
                        </a:spcAft>
                        <a:buNone/>
                      </a:pPr>
                      <a:r>
                        <a:rPr lang="en-US" sz="2400" kern="100">
                          <a:effectLst/>
                          <a:latin typeface="Readex Pro" panose="020B0604020202020204" charset="-78"/>
                          <a:cs typeface="Readex Pro" panose="020B0604020202020204" charset="-78"/>
                        </a:rPr>
                        <a:t>C</a:t>
                      </a:r>
                      <a:r>
                        <a:rPr lang="en-US" sz="2400" kern="100" baseline="-25000">
                          <a:effectLst/>
                          <a:latin typeface="Readex Pro" panose="020B0604020202020204" charset="-78"/>
                          <a:cs typeface="Readex Pro" panose="020B0604020202020204" charset="-78"/>
                        </a:rPr>
                        <a:t>M</a:t>
                      </a:r>
                      <a:endParaRPr lang="en-US" sz="2400" kern="100">
                        <a:effectLst/>
                        <a:latin typeface="Readex Pro" panose="020B0604020202020204" charset="-78"/>
                        <a:ea typeface="Aptos" panose="020B0004020202020204" pitchFamily="34" charset="0"/>
                        <a:cs typeface="Readex Pro" panose="020B0604020202020204" charset="-78"/>
                      </a:endParaRPr>
                    </a:p>
                  </a:txBody>
                  <a:tcPr marL="0" marR="114300" marT="152400" marB="152400" anchor="ctr"/>
                </a:tc>
                <a:tc>
                  <a:txBody>
                    <a:bodyPr/>
                    <a:lstStyle/>
                    <a:p>
                      <a:pPr indent="228600" algn="ctr">
                        <a:lnSpc>
                          <a:spcPct val="120000"/>
                        </a:lnSpc>
                        <a:spcAft>
                          <a:spcPts val="800"/>
                        </a:spcAft>
                        <a:buNone/>
                      </a:pPr>
                      <a:r>
                        <a:rPr lang="en-US" sz="2400" kern="100">
                          <a:effectLst/>
                          <a:latin typeface="Readex Pro" panose="020B0604020202020204" charset="-78"/>
                          <a:cs typeface="Readex Pro" panose="020B0604020202020204" charset="-78"/>
                        </a:rPr>
                        <a:t>C</a:t>
                      </a:r>
                      <a:r>
                        <a:rPr lang="en-US" sz="2400" kern="100" baseline="-25000">
                          <a:effectLst/>
                          <a:latin typeface="Readex Pro" panose="020B0604020202020204" charset="-78"/>
                          <a:cs typeface="Readex Pro" panose="020B0604020202020204" charset="-78"/>
                        </a:rPr>
                        <a:t>L</a:t>
                      </a:r>
                      <a:r>
                        <a:rPr lang="en-US" sz="2400" kern="100">
                          <a:effectLst/>
                          <a:latin typeface="Readex Pro" panose="020B0604020202020204" charset="-78"/>
                          <a:cs typeface="Readex Pro" panose="020B0604020202020204" charset="-78"/>
                        </a:rPr>
                        <a:t> ​</a:t>
                      </a:r>
                      <a:endParaRPr lang="en-US" sz="2400" kern="100">
                        <a:effectLst/>
                        <a:latin typeface="Readex Pro" panose="020B0604020202020204" charset="-78"/>
                        <a:ea typeface="Aptos" panose="020B0004020202020204" pitchFamily="34" charset="0"/>
                        <a:cs typeface="Readex Pro" panose="020B0604020202020204" charset="-78"/>
                      </a:endParaRPr>
                    </a:p>
                  </a:txBody>
                  <a:tcPr marL="0" marR="0" marT="152400" marB="152400" anchor="ctr"/>
                </a:tc>
                <a:extLst>
                  <a:ext uri="{0D108BD9-81ED-4DB2-BD59-A6C34878D82A}">
                    <a16:rowId xmlns:a16="http://schemas.microsoft.com/office/drawing/2014/main" val="965923232"/>
                  </a:ext>
                </a:extLst>
              </a:tr>
              <a:tr h="688362">
                <a:tc>
                  <a:txBody>
                    <a:bodyPr/>
                    <a:lstStyle/>
                    <a:p>
                      <a:pPr indent="228600" algn="ctr">
                        <a:lnSpc>
                          <a:spcPct val="120000"/>
                        </a:lnSpc>
                        <a:spcAft>
                          <a:spcPts val="800"/>
                        </a:spcAft>
                        <a:buNone/>
                      </a:pPr>
                      <a:r>
                        <a:rPr lang="en-US" sz="2400" kern="100" dirty="0">
                          <a:effectLst/>
                          <a:latin typeface="Readex Pro" panose="020B0604020202020204" charset="-78"/>
                          <a:cs typeface="Readex Pro" panose="020B0604020202020204" charset="-78"/>
                        </a:rPr>
                        <a:t>C</a:t>
                      </a:r>
                      <a:r>
                        <a:rPr lang="en-US" sz="2400" kern="100" baseline="-25000" dirty="0">
                          <a:effectLst/>
                          <a:latin typeface="Readex Pro" panose="020B0604020202020204" charset="-78"/>
                          <a:cs typeface="Readex Pro" panose="020B0604020202020204" charset="-78"/>
                        </a:rPr>
                        <a:t>V</a:t>
                      </a:r>
                      <a:endParaRPr lang="en-US" sz="2400" kern="100" dirty="0">
                        <a:effectLst/>
                        <a:latin typeface="Readex Pro" panose="020B0604020202020204" charset="-78"/>
                        <a:ea typeface="Aptos" panose="020B0004020202020204" pitchFamily="34" charset="0"/>
                        <a:cs typeface="Readex Pro" panose="020B0604020202020204" charset="-78"/>
                      </a:endParaRPr>
                    </a:p>
                  </a:txBody>
                  <a:tcPr marL="0" marR="114300" marT="152400" marB="152400" anchor="ctr"/>
                </a:tc>
                <a:tc>
                  <a:txBody>
                    <a:bodyPr/>
                    <a:lstStyle/>
                    <a:p>
                      <a:pPr indent="228600" algn="ctr">
                        <a:lnSpc>
                          <a:spcPct val="120000"/>
                        </a:lnSpc>
                        <a:spcAft>
                          <a:spcPts val="800"/>
                        </a:spcAft>
                        <a:buNone/>
                      </a:pPr>
                      <a:r>
                        <a:rPr lang="en-US" sz="2400" kern="100" dirty="0">
                          <a:solidFill>
                            <a:srgbClr val="FF0000"/>
                          </a:solidFill>
                          <a:effectLst/>
                          <a:latin typeface="Readex Pro" panose="020B0604020202020204" charset="-78"/>
                          <a:cs typeface="Readex Pro" panose="020B0604020202020204" charset="-78"/>
                        </a:rPr>
                        <a:t>1</a:t>
                      </a:r>
                      <a:endParaRPr lang="en-US" sz="2400" kern="100" dirty="0">
                        <a:solidFill>
                          <a:srgbClr val="FF0000"/>
                        </a:solidFill>
                        <a:effectLst/>
                        <a:latin typeface="Readex Pro" panose="020B0604020202020204" charset="-78"/>
                        <a:ea typeface="Aptos" panose="020B0004020202020204" pitchFamily="34" charset="0"/>
                        <a:cs typeface="Readex Pro" panose="020B0604020202020204" charset="-78"/>
                      </a:endParaRPr>
                    </a:p>
                  </a:txBody>
                  <a:tcPr marL="0" marR="114300" marT="152400" marB="152400" anchor="ctr"/>
                </a:tc>
                <a:tc>
                  <a:txBody>
                    <a:bodyPr/>
                    <a:lstStyle/>
                    <a:p>
                      <a:pPr indent="228600" algn="ctr">
                        <a:lnSpc>
                          <a:spcPct val="120000"/>
                        </a:lnSpc>
                        <a:spcAft>
                          <a:spcPts val="800"/>
                        </a:spcAft>
                        <a:buNone/>
                      </a:pPr>
                      <a:r>
                        <a:rPr lang="vi-VN" sz="2400" kern="100" dirty="0">
                          <a:effectLst/>
                          <a:latin typeface="Readex Pro" panose="020B0604020202020204" charset="-78"/>
                          <a:cs typeface="Readex Pro" panose="020B0604020202020204" charset="-78"/>
                        </a:rPr>
                        <a:t>1.8</a:t>
                      </a:r>
                      <a:endParaRPr lang="en-US" sz="2400" kern="100" dirty="0">
                        <a:effectLst/>
                        <a:latin typeface="Readex Pro" panose="020B0604020202020204" charset="-78"/>
                        <a:ea typeface="Aptos" panose="020B0004020202020204" pitchFamily="34" charset="0"/>
                        <a:cs typeface="Readex Pro" panose="020B0604020202020204" charset="-78"/>
                      </a:endParaRPr>
                    </a:p>
                  </a:txBody>
                  <a:tcPr marL="0" marR="114300" marT="152400" marB="152400" anchor="ctr"/>
                </a:tc>
                <a:tc>
                  <a:txBody>
                    <a:bodyPr/>
                    <a:lstStyle/>
                    <a:p>
                      <a:pPr indent="228600" algn="ctr">
                        <a:lnSpc>
                          <a:spcPct val="120000"/>
                        </a:lnSpc>
                        <a:spcAft>
                          <a:spcPts val="800"/>
                        </a:spcAft>
                        <a:buNone/>
                      </a:pPr>
                      <a:r>
                        <a:rPr lang="vi-VN" sz="2400" kern="100">
                          <a:effectLst/>
                          <a:latin typeface="Readex Pro" panose="020B0604020202020204" charset="-78"/>
                          <a:cs typeface="Readex Pro" panose="020B0604020202020204" charset="-78"/>
                        </a:rPr>
                        <a:t>2.25</a:t>
                      </a:r>
                      <a:endParaRPr lang="en-US" sz="2400" kern="100">
                        <a:effectLst/>
                        <a:latin typeface="Readex Pro" panose="020B0604020202020204" charset="-78"/>
                        <a:ea typeface="Aptos" panose="020B0004020202020204" pitchFamily="34" charset="0"/>
                        <a:cs typeface="Readex Pro" panose="020B0604020202020204" charset="-78"/>
                      </a:endParaRPr>
                    </a:p>
                  </a:txBody>
                  <a:tcPr marL="0" marR="114300" marT="152400" marB="152400" anchor="ctr"/>
                </a:tc>
                <a:tc>
                  <a:txBody>
                    <a:bodyPr/>
                    <a:lstStyle/>
                    <a:p>
                      <a:pPr indent="228600" algn="ctr">
                        <a:lnSpc>
                          <a:spcPct val="120000"/>
                        </a:lnSpc>
                        <a:spcAft>
                          <a:spcPts val="800"/>
                        </a:spcAft>
                        <a:buNone/>
                      </a:pPr>
                      <a:r>
                        <a:rPr lang="vi-VN" sz="2400" kern="100">
                          <a:effectLst/>
                          <a:latin typeface="Readex Pro" panose="020B0604020202020204" charset="-78"/>
                          <a:cs typeface="Readex Pro" panose="020B0604020202020204" charset="-78"/>
                        </a:rPr>
                        <a:t>4.5</a:t>
                      </a:r>
                      <a:endParaRPr lang="en-US" sz="2400" kern="100">
                        <a:effectLst/>
                        <a:latin typeface="Readex Pro" panose="020B0604020202020204" charset="-78"/>
                        <a:ea typeface="Aptos" panose="020B0004020202020204" pitchFamily="34" charset="0"/>
                        <a:cs typeface="Readex Pro" panose="020B0604020202020204" charset="-78"/>
                      </a:endParaRPr>
                    </a:p>
                  </a:txBody>
                  <a:tcPr marL="0" marR="0" marT="152400" marB="152400" anchor="ctr"/>
                </a:tc>
                <a:extLst>
                  <a:ext uri="{0D108BD9-81ED-4DB2-BD59-A6C34878D82A}">
                    <a16:rowId xmlns:a16="http://schemas.microsoft.com/office/drawing/2014/main" val="317829306"/>
                  </a:ext>
                </a:extLst>
              </a:tr>
              <a:tr h="688362">
                <a:tc>
                  <a:txBody>
                    <a:bodyPr/>
                    <a:lstStyle/>
                    <a:p>
                      <a:pPr indent="228600" algn="ctr">
                        <a:lnSpc>
                          <a:spcPct val="120000"/>
                        </a:lnSpc>
                        <a:spcAft>
                          <a:spcPts val="800"/>
                        </a:spcAft>
                        <a:buNone/>
                      </a:pPr>
                      <a:r>
                        <a:rPr lang="en-US" sz="2400" kern="100">
                          <a:effectLst/>
                          <a:latin typeface="Readex Pro" panose="020B0604020202020204" charset="-78"/>
                          <a:cs typeface="Readex Pro" panose="020B0604020202020204" charset="-78"/>
                        </a:rPr>
                        <a:t>C</a:t>
                      </a:r>
                      <a:r>
                        <a:rPr lang="en-US" sz="2400" kern="100" baseline="-25000">
                          <a:effectLst/>
                          <a:latin typeface="Readex Pro" panose="020B0604020202020204" charset="-78"/>
                          <a:cs typeface="Readex Pro" panose="020B0604020202020204" charset="-78"/>
                        </a:rPr>
                        <a:t>I</a:t>
                      </a:r>
                      <a:endParaRPr lang="en-US" sz="2400" kern="100">
                        <a:effectLst/>
                        <a:latin typeface="Readex Pro" panose="020B0604020202020204" charset="-78"/>
                        <a:ea typeface="Aptos" panose="020B0004020202020204" pitchFamily="34" charset="0"/>
                        <a:cs typeface="Readex Pro" panose="020B0604020202020204" charset="-78"/>
                      </a:endParaRPr>
                    </a:p>
                  </a:txBody>
                  <a:tcPr marL="0" marR="114300" marT="152400" marB="152400" anchor="ctr"/>
                </a:tc>
                <a:tc>
                  <a:txBody>
                    <a:bodyPr/>
                    <a:lstStyle/>
                    <a:p>
                      <a:pPr indent="228600" algn="ctr">
                        <a:lnSpc>
                          <a:spcPct val="120000"/>
                        </a:lnSpc>
                        <a:spcAft>
                          <a:spcPts val="800"/>
                        </a:spcAft>
                        <a:buNone/>
                      </a:pPr>
                      <a:r>
                        <a:rPr lang="vi-VN" sz="2400" kern="100" dirty="0">
                          <a:effectLst/>
                          <a:latin typeface="Readex Pro" panose="020B0604020202020204" charset="-78"/>
                          <a:cs typeface="Readex Pro" panose="020B0604020202020204" charset="-78"/>
                        </a:rPr>
                        <a:t>0.56</a:t>
                      </a:r>
                      <a:endParaRPr lang="en-US" sz="2400" kern="100" dirty="0">
                        <a:effectLst/>
                        <a:latin typeface="Readex Pro" panose="020B0604020202020204" charset="-78"/>
                        <a:ea typeface="Aptos" panose="020B0004020202020204" pitchFamily="34" charset="0"/>
                        <a:cs typeface="Readex Pro" panose="020B0604020202020204" charset="-78"/>
                      </a:endParaRPr>
                    </a:p>
                  </a:txBody>
                  <a:tcPr marL="0" marR="114300" marT="152400" marB="152400" anchor="ctr"/>
                </a:tc>
                <a:tc>
                  <a:txBody>
                    <a:bodyPr/>
                    <a:lstStyle/>
                    <a:p>
                      <a:pPr indent="228600" algn="ctr">
                        <a:lnSpc>
                          <a:spcPct val="120000"/>
                        </a:lnSpc>
                        <a:spcAft>
                          <a:spcPts val="800"/>
                        </a:spcAft>
                        <a:buNone/>
                      </a:pPr>
                      <a:r>
                        <a:rPr lang="en-US" sz="2400" kern="100" dirty="0">
                          <a:solidFill>
                            <a:srgbClr val="FF0000"/>
                          </a:solidFill>
                          <a:effectLst/>
                          <a:latin typeface="Readex Pro" panose="020B0604020202020204" charset="-78"/>
                          <a:cs typeface="Readex Pro" panose="020B0604020202020204" charset="-78"/>
                        </a:rPr>
                        <a:t>1</a:t>
                      </a:r>
                      <a:endParaRPr lang="en-US" sz="2400" kern="100" dirty="0">
                        <a:solidFill>
                          <a:srgbClr val="FF0000"/>
                        </a:solidFill>
                        <a:effectLst/>
                        <a:latin typeface="Readex Pro" panose="020B0604020202020204" charset="-78"/>
                        <a:ea typeface="Aptos" panose="020B0004020202020204" pitchFamily="34" charset="0"/>
                        <a:cs typeface="Readex Pro" panose="020B0604020202020204" charset="-78"/>
                      </a:endParaRPr>
                    </a:p>
                  </a:txBody>
                  <a:tcPr marL="0" marR="114300" marT="152400" marB="152400" anchor="ctr"/>
                </a:tc>
                <a:tc>
                  <a:txBody>
                    <a:bodyPr/>
                    <a:lstStyle/>
                    <a:p>
                      <a:pPr indent="228600" algn="ctr">
                        <a:lnSpc>
                          <a:spcPct val="120000"/>
                        </a:lnSpc>
                        <a:spcAft>
                          <a:spcPts val="800"/>
                        </a:spcAft>
                        <a:buNone/>
                      </a:pPr>
                      <a:r>
                        <a:rPr lang="en-US" sz="2400" kern="100">
                          <a:effectLst/>
                          <a:latin typeface="Readex Pro" panose="020B0604020202020204" charset="-78"/>
                          <a:cs typeface="Readex Pro" panose="020B0604020202020204" charset="-78"/>
                        </a:rPr>
                        <a:t>1</a:t>
                      </a:r>
                      <a:r>
                        <a:rPr lang="vi-VN" sz="2400" kern="100">
                          <a:effectLst/>
                          <a:latin typeface="Readex Pro" panose="020B0604020202020204" charset="-78"/>
                          <a:cs typeface="Readex Pro" panose="020B0604020202020204" charset="-78"/>
                        </a:rPr>
                        <a:t>.25</a:t>
                      </a:r>
                      <a:endParaRPr lang="en-US" sz="2400" kern="100">
                        <a:effectLst/>
                        <a:latin typeface="Readex Pro" panose="020B0604020202020204" charset="-78"/>
                        <a:ea typeface="Aptos" panose="020B0004020202020204" pitchFamily="34" charset="0"/>
                        <a:cs typeface="Readex Pro" panose="020B0604020202020204" charset="-78"/>
                      </a:endParaRPr>
                    </a:p>
                  </a:txBody>
                  <a:tcPr marL="0" marR="114300" marT="152400" marB="152400" anchor="ctr"/>
                </a:tc>
                <a:tc>
                  <a:txBody>
                    <a:bodyPr/>
                    <a:lstStyle/>
                    <a:p>
                      <a:pPr indent="228600" algn="ctr">
                        <a:lnSpc>
                          <a:spcPct val="120000"/>
                        </a:lnSpc>
                        <a:spcAft>
                          <a:spcPts val="800"/>
                        </a:spcAft>
                        <a:buNone/>
                      </a:pPr>
                      <a:r>
                        <a:rPr lang="vi-VN" sz="2400" kern="100">
                          <a:effectLst/>
                          <a:latin typeface="Readex Pro" panose="020B0604020202020204" charset="-78"/>
                          <a:cs typeface="Readex Pro" panose="020B0604020202020204" charset="-78"/>
                        </a:rPr>
                        <a:t>2.5</a:t>
                      </a:r>
                      <a:endParaRPr lang="en-US" sz="2400" kern="100">
                        <a:effectLst/>
                        <a:latin typeface="Readex Pro" panose="020B0604020202020204" charset="-78"/>
                        <a:ea typeface="Aptos" panose="020B0004020202020204" pitchFamily="34" charset="0"/>
                        <a:cs typeface="Readex Pro" panose="020B0604020202020204" charset="-78"/>
                      </a:endParaRPr>
                    </a:p>
                  </a:txBody>
                  <a:tcPr marL="0" marR="0" marT="152400" marB="152400" anchor="ctr"/>
                </a:tc>
                <a:extLst>
                  <a:ext uri="{0D108BD9-81ED-4DB2-BD59-A6C34878D82A}">
                    <a16:rowId xmlns:a16="http://schemas.microsoft.com/office/drawing/2014/main" val="3420959298"/>
                  </a:ext>
                </a:extLst>
              </a:tr>
              <a:tr h="688362">
                <a:tc>
                  <a:txBody>
                    <a:bodyPr/>
                    <a:lstStyle/>
                    <a:p>
                      <a:pPr indent="228600" algn="ctr">
                        <a:lnSpc>
                          <a:spcPct val="120000"/>
                        </a:lnSpc>
                        <a:spcAft>
                          <a:spcPts val="800"/>
                        </a:spcAft>
                        <a:buNone/>
                      </a:pPr>
                      <a:r>
                        <a:rPr lang="en-US" sz="2400" kern="100" dirty="0">
                          <a:effectLst/>
                          <a:latin typeface="Readex Pro" panose="020B0604020202020204" charset="-78"/>
                          <a:cs typeface="Readex Pro" panose="020B0604020202020204" charset="-78"/>
                        </a:rPr>
                        <a:t>C</a:t>
                      </a:r>
                      <a:r>
                        <a:rPr lang="en-US" sz="2400" kern="100" baseline="-25000" dirty="0">
                          <a:effectLst/>
                          <a:latin typeface="Readex Pro" panose="020B0604020202020204" charset="-78"/>
                          <a:cs typeface="Readex Pro" panose="020B0604020202020204" charset="-78"/>
                        </a:rPr>
                        <a:t>M</a:t>
                      </a:r>
                      <a:endParaRPr lang="en-US" sz="2400" kern="100" dirty="0">
                        <a:effectLst/>
                        <a:latin typeface="Readex Pro" panose="020B0604020202020204" charset="-78"/>
                        <a:ea typeface="Aptos" panose="020B0004020202020204" pitchFamily="34" charset="0"/>
                        <a:cs typeface="Readex Pro" panose="020B0604020202020204" charset="-78"/>
                      </a:endParaRPr>
                    </a:p>
                  </a:txBody>
                  <a:tcPr marL="0" marR="114300" marT="152400" marB="152400" anchor="ctr"/>
                </a:tc>
                <a:tc>
                  <a:txBody>
                    <a:bodyPr/>
                    <a:lstStyle/>
                    <a:p>
                      <a:pPr indent="228600" algn="ctr">
                        <a:lnSpc>
                          <a:spcPct val="120000"/>
                        </a:lnSpc>
                        <a:spcAft>
                          <a:spcPts val="800"/>
                        </a:spcAft>
                        <a:buNone/>
                      </a:pPr>
                      <a:r>
                        <a:rPr lang="vi-VN" sz="2400" kern="100" dirty="0">
                          <a:effectLst/>
                          <a:latin typeface="Readex Pro" panose="020B0604020202020204" charset="-78"/>
                          <a:cs typeface="Readex Pro" panose="020B0604020202020204" charset="-78"/>
                        </a:rPr>
                        <a:t>0.44</a:t>
                      </a:r>
                      <a:endParaRPr lang="en-US" sz="2400" kern="100" dirty="0">
                        <a:effectLst/>
                        <a:latin typeface="Readex Pro" panose="020B0604020202020204" charset="-78"/>
                        <a:ea typeface="Aptos" panose="020B0004020202020204" pitchFamily="34" charset="0"/>
                        <a:cs typeface="Readex Pro" panose="020B0604020202020204" charset="-78"/>
                      </a:endParaRPr>
                    </a:p>
                  </a:txBody>
                  <a:tcPr marL="0" marR="114300" marT="152400" marB="152400" anchor="ctr"/>
                </a:tc>
                <a:tc>
                  <a:txBody>
                    <a:bodyPr/>
                    <a:lstStyle/>
                    <a:p>
                      <a:pPr indent="228600" algn="ctr">
                        <a:lnSpc>
                          <a:spcPct val="120000"/>
                        </a:lnSpc>
                        <a:spcAft>
                          <a:spcPts val="800"/>
                        </a:spcAft>
                        <a:buNone/>
                      </a:pPr>
                      <a:r>
                        <a:rPr lang="vi-VN" sz="2400" kern="100" dirty="0">
                          <a:effectLst/>
                          <a:latin typeface="Readex Pro" panose="020B0604020202020204" charset="-78"/>
                          <a:cs typeface="Readex Pro" panose="020B0604020202020204" charset="-78"/>
                        </a:rPr>
                        <a:t>0.8</a:t>
                      </a:r>
                      <a:endParaRPr lang="en-US" sz="2400" kern="100" dirty="0">
                        <a:effectLst/>
                        <a:latin typeface="Readex Pro" panose="020B0604020202020204" charset="-78"/>
                        <a:ea typeface="Aptos" panose="020B0004020202020204" pitchFamily="34" charset="0"/>
                        <a:cs typeface="Readex Pro" panose="020B0604020202020204" charset="-78"/>
                      </a:endParaRPr>
                    </a:p>
                  </a:txBody>
                  <a:tcPr marL="0" marR="114300" marT="152400" marB="152400" anchor="ctr"/>
                </a:tc>
                <a:tc>
                  <a:txBody>
                    <a:bodyPr/>
                    <a:lstStyle/>
                    <a:p>
                      <a:pPr indent="228600" algn="ctr">
                        <a:lnSpc>
                          <a:spcPct val="120000"/>
                        </a:lnSpc>
                        <a:spcAft>
                          <a:spcPts val="800"/>
                        </a:spcAft>
                        <a:buNone/>
                      </a:pPr>
                      <a:r>
                        <a:rPr lang="en-US" sz="2400" kern="100" dirty="0">
                          <a:solidFill>
                            <a:srgbClr val="FF0000"/>
                          </a:solidFill>
                          <a:effectLst/>
                          <a:latin typeface="Readex Pro" panose="020B0604020202020204" charset="-78"/>
                          <a:cs typeface="Readex Pro" panose="020B0604020202020204" charset="-78"/>
                        </a:rPr>
                        <a:t>1</a:t>
                      </a:r>
                      <a:endParaRPr lang="en-US" sz="2400" kern="100" dirty="0">
                        <a:solidFill>
                          <a:srgbClr val="FF0000"/>
                        </a:solidFill>
                        <a:effectLst/>
                        <a:latin typeface="Readex Pro" panose="020B0604020202020204" charset="-78"/>
                        <a:ea typeface="Aptos" panose="020B0004020202020204" pitchFamily="34" charset="0"/>
                        <a:cs typeface="Readex Pro" panose="020B0604020202020204" charset="-78"/>
                      </a:endParaRPr>
                    </a:p>
                  </a:txBody>
                  <a:tcPr marL="0" marR="114300" marT="152400" marB="152400" anchor="ctr"/>
                </a:tc>
                <a:tc>
                  <a:txBody>
                    <a:bodyPr/>
                    <a:lstStyle/>
                    <a:p>
                      <a:pPr indent="228600" algn="ctr">
                        <a:lnSpc>
                          <a:spcPct val="120000"/>
                        </a:lnSpc>
                        <a:spcAft>
                          <a:spcPts val="800"/>
                        </a:spcAft>
                        <a:buNone/>
                      </a:pPr>
                      <a:r>
                        <a:rPr lang="en-US" sz="2400" kern="100">
                          <a:effectLst/>
                          <a:latin typeface="Readex Pro" panose="020B0604020202020204" charset="-78"/>
                          <a:cs typeface="Readex Pro" panose="020B0604020202020204" charset="-78"/>
                        </a:rPr>
                        <a:t>2</a:t>
                      </a:r>
                      <a:endParaRPr lang="en-US" sz="2400" kern="100">
                        <a:effectLst/>
                        <a:latin typeface="Readex Pro" panose="020B0604020202020204" charset="-78"/>
                        <a:ea typeface="Aptos" panose="020B0004020202020204" pitchFamily="34" charset="0"/>
                        <a:cs typeface="Readex Pro" panose="020B0604020202020204" charset="-78"/>
                      </a:endParaRPr>
                    </a:p>
                  </a:txBody>
                  <a:tcPr marL="0" marR="0" marT="152400" marB="152400" anchor="ctr"/>
                </a:tc>
                <a:extLst>
                  <a:ext uri="{0D108BD9-81ED-4DB2-BD59-A6C34878D82A}">
                    <a16:rowId xmlns:a16="http://schemas.microsoft.com/office/drawing/2014/main" val="3504473732"/>
                  </a:ext>
                </a:extLst>
              </a:tr>
              <a:tr h="688362">
                <a:tc>
                  <a:txBody>
                    <a:bodyPr/>
                    <a:lstStyle/>
                    <a:p>
                      <a:pPr indent="228600" algn="ctr">
                        <a:lnSpc>
                          <a:spcPct val="120000"/>
                        </a:lnSpc>
                        <a:spcAft>
                          <a:spcPts val="800"/>
                        </a:spcAft>
                        <a:buNone/>
                      </a:pPr>
                      <a:r>
                        <a:rPr lang="en-US" sz="2400" kern="100" dirty="0">
                          <a:effectLst/>
                          <a:latin typeface="Readex Pro" panose="020B0604020202020204" charset="-78"/>
                          <a:cs typeface="Readex Pro" panose="020B0604020202020204" charset="-78"/>
                        </a:rPr>
                        <a:t>C</a:t>
                      </a:r>
                      <a:r>
                        <a:rPr lang="en-US" sz="2400" kern="100" baseline="-25000" dirty="0">
                          <a:effectLst/>
                          <a:latin typeface="Readex Pro" panose="020B0604020202020204" charset="-78"/>
                          <a:cs typeface="Readex Pro" panose="020B0604020202020204" charset="-78"/>
                        </a:rPr>
                        <a:t>L</a:t>
                      </a:r>
                      <a:endParaRPr lang="en-US" sz="2400" kern="100" dirty="0">
                        <a:effectLst/>
                        <a:latin typeface="Readex Pro" panose="020B0604020202020204" charset="-78"/>
                        <a:ea typeface="Aptos" panose="020B0004020202020204" pitchFamily="34" charset="0"/>
                        <a:cs typeface="Readex Pro" panose="020B0604020202020204" charset="-78"/>
                      </a:endParaRPr>
                    </a:p>
                  </a:txBody>
                  <a:tcPr marL="0" marR="114300" marT="152400" marB="152400" anchor="ctr"/>
                </a:tc>
                <a:tc>
                  <a:txBody>
                    <a:bodyPr/>
                    <a:lstStyle/>
                    <a:p>
                      <a:pPr indent="228600" algn="ctr">
                        <a:lnSpc>
                          <a:spcPct val="120000"/>
                        </a:lnSpc>
                        <a:spcAft>
                          <a:spcPts val="800"/>
                        </a:spcAft>
                        <a:buNone/>
                      </a:pPr>
                      <a:r>
                        <a:rPr lang="vi-VN" sz="2400" kern="100">
                          <a:effectLst/>
                          <a:latin typeface="Readex Pro" panose="020B0604020202020204" charset="-78"/>
                          <a:cs typeface="Readex Pro" panose="020B0604020202020204" charset="-78"/>
                        </a:rPr>
                        <a:t>0.22</a:t>
                      </a:r>
                      <a:endParaRPr lang="en-US" sz="2400" kern="100">
                        <a:effectLst/>
                        <a:latin typeface="Readex Pro" panose="020B0604020202020204" charset="-78"/>
                        <a:ea typeface="Aptos" panose="020B0004020202020204" pitchFamily="34" charset="0"/>
                        <a:cs typeface="Readex Pro" panose="020B0604020202020204" charset="-78"/>
                      </a:endParaRPr>
                    </a:p>
                  </a:txBody>
                  <a:tcPr marL="0" marR="114300" marT="152400" marB="152400" anchor="ctr"/>
                </a:tc>
                <a:tc>
                  <a:txBody>
                    <a:bodyPr/>
                    <a:lstStyle/>
                    <a:p>
                      <a:pPr indent="228600" algn="ctr">
                        <a:lnSpc>
                          <a:spcPct val="120000"/>
                        </a:lnSpc>
                        <a:spcAft>
                          <a:spcPts val="800"/>
                        </a:spcAft>
                        <a:buNone/>
                      </a:pPr>
                      <a:r>
                        <a:rPr lang="vi-VN" sz="2400" kern="100" dirty="0">
                          <a:effectLst/>
                          <a:latin typeface="Readex Pro" panose="020B0604020202020204" charset="-78"/>
                          <a:cs typeface="Readex Pro" panose="020B0604020202020204" charset="-78"/>
                        </a:rPr>
                        <a:t>0.4</a:t>
                      </a:r>
                      <a:endParaRPr lang="en-US" sz="2400" kern="100" dirty="0">
                        <a:effectLst/>
                        <a:latin typeface="Readex Pro" panose="020B0604020202020204" charset="-78"/>
                        <a:ea typeface="Aptos" panose="020B0004020202020204" pitchFamily="34" charset="0"/>
                        <a:cs typeface="Readex Pro" panose="020B0604020202020204" charset="-78"/>
                      </a:endParaRPr>
                    </a:p>
                  </a:txBody>
                  <a:tcPr marL="0" marR="114300" marT="152400" marB="152400" anchor="ctr"/>
                </a:tc>
                <a:tc>
                  <a:txBody>
                    <a:bodyPr/>
                    <a:lstStyle/>
                    <a:p>
                      <a:pPr indent="228600" algn="ctr">
                        <a:lnSpc>
                          <a:spcPct val="120000"/>
                        </a:lnSpc>
                        <a:spcAft>
                          <a:spcPts val="800"/>
                        </a:spcAft>
                        <a:buNone/>
                      </a:pPr>
                      <a:r>
                        <a:rPr lang="vi-VN" sz="2400" kern="100" dirty="0">
                          <a:effectLst/>
                          <a:latin typeface="Readex Pro" panose="020B0604020202020204" charset="-78"/>
                          <a:cs typeface="Readex Pro" panose="020B0604020202020204" charset="-78"/>
                        </a:rPr>
                        <a:t>0.5</a:t>
                      </a:r>
                      <a:endParaRPr lang="en-US" sz="2400" kern="100" dirty="0">
                        <a:effectLst/>
                        <a:latin typeface="Readex Pro" panose="020B0604020202020204" charset="-78"/>
                        <a:ea typeface="Aptos" panose="020B0004020202020204" pitchFamily="34" charset="0"/>
                        <a:cs typeface="Readex Pro" panose="020B0604020202020204" charset="-78"/>
                      </a:endParaRPr>
                    </a:p>
                  </a:txBody>
                  <a:tcPr marL="0" marR="114300" marT="152400" marB="152400" anchor="ctr"/>
                </a:tc>
                <a:tc>
                  <a:txBody>
                    <a:bodyPr/>
                    <a:lstStyle/>
                    <a:p>
                      <a:pPr indent="228600" algn="ctr">
                        <a:lnSpc>
                          <a:spcPct val="120000"/>
                        </a:lnSpc>
                        <a:spcAft>
                          <a:spcPts val="800"/>
                        </a:spcAft>
                        <a:buNone/>
                      </a:pPr>
                      <a:r>
                        <a:rPr lang="en-US" sz="2400" kern="100" dirty="0">
                          <a:solidFill>
                            <a:srgbClr val="FF0000"/>
                          </a:solidFill>
                          <a:effectLst/>
                          <a:latin typeface="Readex Pro" panose="020B0604020202020204" charset="-78"/>
                          <a:cs typeface="Readex Pro" panose="020B0604020202020204" charset="-78"/>
                        </a:rPr>
                        <a:t>1</a:t>
                      </a:r>
                      <a:endParaRPr lang="en-US" sz="2400" kern="100" dirty="0">
                        <a:solidFill>
                          <a:srgbClr val="FF0000"/>
                        </a:solidFill>
                        <a:effectLst/>
                        <a:latin typeface="Readex Pro" panose="020B0604020202020204" charset="-78"/>
                        <a:ea typeface="Aptos" panose="020B0004020202020204" pitchFamily="34" charset="0"/>
                        <a:cs typeface="Readex Pro" panose="020B0604020202020204" charset="-78"/>
                      </a:endParaRPr>
                    </a:p>
                  </a:txBody>
                  <a:tcPr marL="0" marR="0" marT="152400" marB="152400" anchor="ctr"/>
                </a:tc>
                <a:extLst>
                  <a:ext uri="{0D108BD9-81ED-4DB2-BD59-A6C34878D82A}">
                    <a16:rowId xmlns:a16="http://schemas.microsoft.com/office/drawing/2014/main" val="1579599419"/>
                  </a:ext>
                </a:extLst>
              </a:tr>
            </a:tbl>
          </a:graphicData>
        </a:graphic>
      </p:graphicFrame>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E3191930-6856-CF1A-5E08-3BC63097E404}"/>
                  </a:ext>
                </a:extLst>
              </p:cNvPr>
              <p:cNvSpPr txBox="1"/>
              <p:nvPr/>
            </p:nvSpPr>
            <p:spPr>
              <a:xfrm>
                <a:off x="5817590" y="1012377"/>
                <a:ext cx="6374410" cy="5127686"/>
              </a:xfrm>
              <a:prstGeom prst="rect">
                <a:avLst/>
              </a:prstGeom>
              <a:solidFill>
                <a:schemeClr val="bg1"/>
              </a:solidFill>
              <a:ln>
                <a:solidFill>
                  <a:schemeClr val="bg1"/>
                </a:solidFill>
              </a:ln>
            </p:spPr>
            <p:txBody>
              <a:bodyPr wrap="square" rtlCol="0">
                <a:spAutoFit/>
              </a:bodyPr>
              <a:lstStyle/>
              <a:p>
                <a:r>
                  <a:rPr lang="vi-VN" sz="2400" dirty="0">
                    <a:latin typeface="Readex Pro" panose="020B0604020202020204" charset="-78"/>
                    <a:cs typeface="Readex Pro" panose="020B0604020202020204" charset="-78"/>
                  </a:rPr>
                  <a:t>1. Tính tổng theo từng cột (</a:t>
                </a:r>
                <a:r>
                  <a:rPr lang="vi-VN" sz="2400" kern="100" dirty="0">
                    <a:latin typeface="Readex Pro" panose="020B0604020202020204" charset="-78"/>
                    <a:cs typeface="Readex Pro" panose="020B0604020202020204" charset="-78"/>
                  </a:rPr>
                  <a:t>Cj</a:t>
                </a:r>
                <a:r>
                  <a:rPr lang="vi-VN" sz="2400" dirty="0">
                    <a:latin typeface="Readex Pro" panose="020B0604020202020204" charset="-78"/>
                    <a:cs typeface="Readex Pro" panose="020B0604020202020204" charset="-78"/>
                  </a:rPr>
                  <a:t>)</a:t>
                </a:r>
              </a:p>
              <a:p>
                <a:endParaRPr lang="vi-VN" sz="2400" i="1" dirty="0">
                  <a:latin typeface="Readex Pro" panose="020B0604020202020204" charset="-78"/>
                  <a:cs typeface="Readex Pro" panose="020B0604020202020204" charset="-78"/>
                </a:endParaRPr>
              </a:p>
              <a:p>
                <a:pPr/>
                <a14:m>
                  <m:oMathPara xmlns:m="http://schemas.openxmlformats.org/officeDocument/2006/math">
                    <m:oMathParaPr>
                      <m:jc m:val="centerGroup"/>
                    </m:oMathParaPr>
                    <m:oMath xmlns:m="http://schemas.openxmlformats.org/officeDocument/2006/math">
                      <m:sSub>
                        <m:sSubPr>
                          <m:ctrlPr>
                            <a:rPr lang="vi-VN" sz="2400" i="1" smtClean="0">
                              <a:latin typeface="Cambria Math" panose="02040503050406030204" pitchFamily="18" charset="0"/>
                            </a:rPr>
                          </m:ctrlPr>
                        </m:sSubPr>
                        <m:e>
                          <m:r>
                            <a:rPr lang="vi-VN" sz="2400" i="1" smtClean="0">
                              <a:latin typeface="Cambria Math" panose="02040503050406030204" pitchFamily="18" charset="0"/>
                            </a:rPr>
                            <m:t>𝑐</m:t>
                          </m:r>
                        </m:e>
                        <m:sub>
                          <m:r>
                            <a:rPr lang="vi-VN" sz="2400" i="1" smtClean="0">
                              <a:latin typeface="Cambria Math" panose="02040503050406030204" pitchFamily="18" charset="0"/>
                            </a:rPr>
                            <m:t>𝑗</m:t>
                          </m:r>
                        </m:sub>
                      </m:sSub>
                      <m:r>
                        <a:rPr lang="vi-VN" sz="2400" i="1" smtClean="0">
                          <a:latin typeface="Cambria Math" panose="02040503050406030204" pitchFamily="18" charset="0"/>
                        </a:rPr>
                        <m:t>=</m:t>
                      </m:r>
                      <m:nary>
                        <m:naryPr>
                          <m:chr m:val="∑"/>
                          <m:limLoc m:val="undOvr"/>
                          <m:grow m:val="on"/>
                          <m:ctrlPr>
                            <a:rPr lang="vi-VN" sz="2400" i="1" smtClean="0">
                              <a:latin typeface="Cambria Math" panose="02040503050406030204" pitchFamily="18" charset="0"/>
                            </a:rPr>
                          </m:ctrlPr>
                        </m:naryPr>
                        <m:sub>
                          <m:r>
                            <a:rPr lang="vi-VN" sz="2400" i="1" smtClean="0">
                              <a:latin typeface="Cambria Math" panose="02040503050406030204" pitchFamily="18" charset="0"/>
                            </a:rPr>
                            <m:t>𝑖</m:t>
                          </m:r>
                          <m:r>
                            <a:rPr lang="vi-VN" sz="2400" i="1" smtClean="0">
                              <a:latin typeface="Cambria Math" panose="02040503050406030204" pitchFamily="18" charset="0"/>
                            </a:rPr>
                            <m:t>=1</m:t>
                          </m:r>
                        </m:sub>
                        <m:sup>
                          <m:r>
                            <a:rPr lang="vi-VN" sz="2400" i="1" smtClean="0">
                              <a:latin typeface="Cambria Math" panose="02040503050406030204" pitchFamily="18" charset="0"/>
                            </a:rPr>
                            <m:t>𝑛</m:t>
                          </m:r>
                        </m:sup>
                        <m:e>
                          <m:sSub>
                            <m:sSubPr>
                              <m:ctrlPr>
                                <a:rPr lang="vi-VN" sz="2400" i="1" smtClean="0">
                                  <a:latin typeface="Cambria Math" panose="02040503050406030204" pitchFamily="18" charset="0"/>
                                </a:rPr>
                              </m:ctrlPr>
                            </m:sSubPr>
                            <m:e>
                              <m:r>
                                <a:rPr lang="vi-VN" sz="2400" i="1" smtClean="0">
                                  <a:latin typeface="Cambria Math" panose="02040503050406030204" pitchFamily="18" charset="0"/>
                                </a:rPr>
                                <m:t>𝑎</m:t>
                              </m:r>
                            </m:e>
                            <m:sub>
                              <m:r>
                                <a:rPr lang="vi-VN" sz="2400" i="1" smtClean="0">
                                  <a:latin typeface="Cambria Math" panose="02040503050406030204" pitchFamily="18" charset="0"/>
                                </a:rPr>
                                <m:t>𝑖𝑗</m:t>
                              </m:r>
                            </m:sub>
                          </m:sSub>
                        </m:e>
                      </m:nary>
                    </m:oMath>
                  </m:oMathPara>
                </a14:m>
                <a:endParaRPr lang="vi-VN" sz="2400" i="1" dirty="0">
                  <a:latin typeface="Cambria Math" panose="02040503050406030204" pitchFamily="18" charset="0"/>
                </a:endParaRPr>
              </a:p>
              <a:p>
                <a14:m>
                  <m:oMath xmlns:m="http://schemas.openxmlformats.org/officeDocument/2006/math">
                    <m:r>
                      <m:rPr>
                        <m:sty m:val="p"/>
                      </m:rPr>
                      <a:rPr lang="vi-VN" sz="2400" i="1" dirty="0">
                        <a:latin typeface="Cambria Math" panose="02040503050406030204" pitchFamily="18" charset="0"/>
                      </a:rPr>
                      <m:t>V</m:t>
                    </m:r>
                    <m:r>
                      <a:rPr lang="vi-VN" sz="2400" i="1" dirty="0">
                        <a:latin typeface="Cambria Math" panose="02040503050406030204" pitchFamily="18" charset="0"/>
                      </a:rPr>
                      <m:t>í </m:t>
                    </m:r>
                    <m:r>
                      <m:rPr>
                        <m:sty m:val="p"/>
                      </m:rPr>
                      <a:rPr lang="vi-VN" sz="2400" i="1" dirty="0">
                        <a:latin typeface="Cambria Math" panose="02040503050406030204" pitchFamily="18" charset="0"/>
                      </a:rPr>
                      <m:t>d</m:t>
                    </m:r>
                    <m:r>
                      <a:rPr lang="vi-VN" sz="2400" i="1" dirty="0">
                        <a:latin typeface="Cambria Math" panose="02040503050406030204" pitchFamily="18" charset="0"/>
                      </a:rPr>
                      <m:t>ụ: </m:t>
                    </m:r>
                    <m:r>
                      <a:rPr lang="en-US" sz="2400" i="1">
                        <a:latin typeface="Cambria Math" panose="02040503050406030204" pitchFamily="18" charset="0"/>
                      </a:rPr>
                      <m:t>𝛴</m:t>
                    </m:r>
                  </m:oMath>
                </a14:m>
                <a:r>
                  <a:rPr lang="en-US" sz="2400" dirty="0"/>
                  <a:t> </a:t>
                </a:r>
                <a:r>
                  <a:rPr lang="en-US" sz="2400" dirty="0" err="1"/>
                  <a:t>ColC</a:t>
                </a:r>
                <a:r>
                  <a:rPr lang="en-US" sz="2400" baseline="-25000" dirty="0" err="1"/>
                  <a:t>V</a:t>
                </a:r>
                <a:r>
                  <a:rPr lang="en-US" sz="2400" dirty="0"/>
                  <a:t> = 1 + 0.56 + 0.44 + 0.22 = 2.22</a:t>
                </a:r>
              </a:p>
              <a:p>
                <a:endParaRPr lang="vi-VN" sz="2400" i="1" dirty="0">
                  <a:latin typeface="Cambria Math" panose="02040503050406030204" pitchFamily="18" charset="0"/>
                </a:endParaRPr>
              </a:p>
              <a:p>
                <a:r>
                  <a:rPr lang="vi-VN" sz="2400" dirty="0">
                    <a:latin typeface="Readex Pro" panose="020B0604020202020204" charset="-78"/>
                    <a:cs typeface="Readex Pro" panose="020B0604020202020204" charset="-78"/>
                  </a:rPr>
                  <a:t>2. Chuẩn hóa và tính giá trị trung bình</a:t>
                </a:r>
              </a:p>
              <a:p>
                <a:pPr/>
                <a14:m>
                  <m:oMathPara xmlns:m="http://schemas.openxmlformats.org/officeDocument/2006/math">
                    <m:oMathParaPr>
                      <m:jc m:val="centerGroup"/>
                    </m:oMathParaPr>
                    <m:oMath xmlns:m="http://schemas.openxmlformats.org/officeDocument/2006/math">
                      <m:sSub>
                        <m:sSubPr>
                          <m:ctrlPr>
                            <a:rPr lang="en-US" sz="2400" i="1" dirty="0" smtClean="0">
                              <a:latin typeface="Cambria Math" panose="02040503050406030204" pitchFamily="18" charset="0"/>
                            </a:rPr>
                          </m:ctrlPr>
                        </m:sSubPr>
                        <m:e>
                          <m:r>
                            <a:rPr lang="en-US" sz="2400" i="1" dirty="0">
                              <a:latin typeface="Cambria Math" panose="02040503050406030204" pitchFamily="18" charset="0"/>
                            </a:rPr>
                            <m:t>𝑤</m:t>
                          </m:r>
                        </m:e>
                        <m:sub>
                          <m:r>
                            <a:rPr lang="en-US" sz="2400" i="1" dirty="0">
                              <a:latin typeface="Cambria Math" panose="02040503050406030204" pitchFamily="18" charset="0"/>
                            </a:rPr>
                            <m:t>𝑖</m:t>
                          </m:r>
                        </m:sub>
                      </m:sSub>
                      <m:r>
                        <a:rPr lang="en-US" sz="2400" i="0" dirty="0">
                          <a:latin typeface="Cambria Math" panose="02040503050406030204" pitchFamily="18" charset="0"/>
                        </a:rPr>
                        <m:t>=</m:t>
                      </m:r>
                      <m:f>
                        <m:fPr>
                          <m:ctrlPr>
                            <a:rPr lang="en-US" sz="2400" i="1" dirty="0">
                              <a:latin typeface="Cambria Math" panose="02040503050406030204" pitchFamily="18" charset="0"/>
                            </a:rPr>
                          </m:ctrlPr>
                        </m:fPr>
                        <m:num>
                          <m:r>
                            <a:rPr lang="en-US" sz="2400" i="0" dirty="0">
                              <a:latin typeface="Cambria Math" panose="02040503050406030204" pitchFamily="18" charset="0"/>
                            </a:rPr>
                            <m:t>1</m:t>
                          </m:r>
                        </m:num>
                        <m:den>
                          <m:r>
                            <a:rPr lang="en-US" sz="2400" i="1" dirty="0">
                              <a:latin typeface="Cambria Math" panose="02040503050406030204" pitchFamily="18" charset="0"/>
                            </a:rPr>
                            <m:t>𝑛</m:t>
                          </m:r>
                        </m:den>
                      </m:f>
                      <m:nary>
                        <m:naryPr>
                          <m:chr m:val="∑"/>
                          <m:limLoc m:val="undOvr"/>
                          <m:grow m:val="on"/>
                          <m:ctrlPr>
                            <a:rPr lang="en-US" sz="2400" i="1" dirty="0">
                              <a:latin typeface="Cambria Math" panose="02040503050406030204" pitchFamily="18" charset="0"/>
                            </a:rPr>
                          </m:ctrlPr>
                        </m:naryPr>
                        <m:sub>
                          <m:r>
                            <a:rPr lang="en-US" sz="2400" i="1" dirty="0">
                              <a:latin typeface="Cambria Math" panose="02040503050406030204" pitchFamily="18" charset="0"/>
                            </a:rPr>
                            <m:t>𝑗</m:t>
                          </m:r>
                          <m:r>
                            <a:rPr lang="en-US" sz="2400" i="0" dirty="0">
                              <a:latin typeface="Cambria Math" panose="02040503050406030204" pitchFamily="18" charset="0"/>
                            </a:rPr>
                            <m:t>=1</m:t>
                          </m:r>
                        </m:sub>
                        <m:sup>
                          <m:r>
                            <a:rPr lang="en-US" sz="2400" i="1" dirty="0">
                              <a:latin typeface="Cambria Math" panose="02040503050406030204" pitchFamily="18" charset="0"/>
                            </a:rPr>
                            <m:t>𝑛</m:t>
                          </m:r>
                        </m:sup>
                        <m:e>
                          <m:f>
                            <m:fPr>
                              <m:ctrlPr>
                                <a:rPr lang="en-US" sz="2400" i="1" dirty="0">
                                  <a:latin typeface="Cambria Math" panose="02040503050406030204" pitchFamily="18" charset="0"/>
                                </a:rPr>
                              </m:ctrlPr>
                            </m:fPr>
                            <m:num>
                              <m:sSub>
                                <m:sSubPr>
                                  <m:ctrlPr>
                                    <a:rPr lang="en-US" sz="2400" i="1" dirty="0">
                                      <a:latin typeface="Cambria Math" panose="02040503050406030204" pitchFamily="18" charset="0"/>
                                    </a:rPr>
                                  </m:ctrlPr>
                                </m:sSubPr>
                                <m:e>
                                  <m:r>
                                    <a:rPr lang="en-US" sz="2400" i="1" dirty="0">
                                      <a:latin typeface="Cambria Math" panose="02040503050406030204" pitchFamily="18" charset="0"/>
                                    </a:rPr>
                                    <m:t>𝑎</m:t>
                                  </m:r>
                                </m:e>
                                <m:sub>
                                  <m:r>
                                    <a:rPr lang="en-US" sz="2400" i="1" dirty="0">
                                      <a:latin typeface="Cambria Math" panose="02040503050406030204" pitchFamily="18" charset="0"/>
                                    </a:rPr>
                                    <m:t>𝑖𝑗</m:t>
                                  </m:r>
                                </m:sub>
                              </m:sSub>
                            </m:num>
                            <m:den>
                              <m:sSub>
                                <m:sSubPr>
                                  <m:ctrlPr>
                                    <a:rPr lang="en-US" sz="2400" i="1" dirty="0">
                                      <a:latin typeface="Cambria Math" panose="02040503050406030204" pitchFamily="18" charset="0"/>
                                    </a:rPr>
                                  </m:ctrlPr>
                                </m:sSubPr>
                                <m:e>
                                  <m:r>
                                    <a:rPr lang="en-US" sz="2400" i="1" dirty="0">
                                      <a:latin typeface="Cambria Math" panose="02040503050406030204" pitchFamily="18" charset="0"/>
                                    </a:rPr>
                                    <m:t>𝑐</m:t>
                                  </m:r>
                                </m:e>
                                <m:sub>
                                  <m:r>
                                    <a:rPr lang="en-US" sz="2400" i="1" dirty="0">
                                      <a:latin typeface="Cambria Math" panose="02040503050406030204" pitchFamily="18" charset="0"/>
                                    </a:rPr>
                                    <m:t>𝑗</m:t>
                                  </m:r>
                                </m:sub>
                              </m:sSub>
                            </m:den>
                          </m:f>
                        </m:e>
                      </m:nary>
                    </m:oMath>
                  </m:oMathPara>
                </a14:m>
                <a:endParaRPr lang="vi-VN" sz="2400" dirty="0">
                  <a:latin typeface="Readex Pro" panose="020B0604020202020204" charset="-78"/>
                  <a:cs typeface="Readex Pro" panose="020B0604020202020204" charset="-78"/>
                </a:endParaRPr>
              </a:p>
              <a:p>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𝑊</m:t>
                          </m:r>
                        </m:e>
                        <m:sub>
                          <m:r>
                            <a:rPr lang="en-US" sz="2400" i="1">
                              <a:latin typeface="Cambria Math" panose="02040503050406030204" pitchFamily="18" charset="0"/>
                            </a:rPr>
                            <m:t>𝑣</m:t>
                          </m:r>
                        </m:sub>
                      </m:sSub>
                      <m:r>
                        <a:rPr lang="en-US" sz="2400" i="1">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1</m:t>
                          </m:r>
                        </m:num>
                        <m:den>
                          <m:r>
                            <a:rPr lang="en-US" sz="2400" i="1">
                              <a:latin typeface="Cambria Math" panose="02040503050406030204" pitchFamily="18" charset="0"/>
                            </a:rPr>
                            <m:t>4</m:t>
                          </m:r>
                        </m:den>
                      </m:f>
                      <m:d>
                        <m:dPr>
                          <m:ctrlPr>
                            <a:rPr lang="en-US" sz="2400" i="1">
                              <a:latin typeface="Cambria Math" panose="02040503050406030204" pitchFamily="18" charset="0"/>
                            </a:rPr>
                          </m:ctrlPr>
                        </m:dPr>
                        <m:e>
                          <m:f>
                            <m:fPr>
                              <m:ctrlPr>
                                <a:rPr lang="en-US" sz="2400" i="1">
                                  <a:latin typeface="Cambria Math" panose="02040503050406030204" pitchFamily="18" charset="0"/>
                                </a:rPr>
                              </m:ctrlPr>
                            </m:fPr>
                            <m:num>
                              <m:r>
                                <a:rPr lang="en-US" sz="2400" i="1">
                                  <a:latin typeface="Cambria Math" panose="02040503050406030204" pitchFamily="18" charset="0"/>
                                </a:rPr>
                                <m:t>1</m:t>
                              </m:r>
                            </m:num>
                            <m:den>
                              <m:r>
                                <a:rPr lang="en-US" sz="2400" i="1">
                                  <a:latin typeface="Cambria Math" panose="02040503050406030204" pitchFamily="18" charset="0"/>
                                </a:rPr>
                                <m:t>2.</m:t>
                              </m:r>
                              <m:r>
                                <a:rPr lang="vi-VN" sz="2400" i="1">
                                  <a:latin typeface="Cambria Math" panose="02040503050406030204" pitchFamily="18" charset="0"/>
                                </a:rPr>
                                <m:t>22</m:t>
                              </m:r>
                            </m:den>
                          </m:f>
                          <m:r>
                            <a:rPr lang="vi-VN" sz="2400" i="1">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1.</m:t>
                              </m:r>
                              <m:r>
                                <a:rPr lang="vi-VN" sz="2400" i="1">
                                  <a:latin typeface="Cambria Math" panose="02040503050406030204" pitchFamily="18" charset="0"/>
                                </a:rPr>
                                <m:t>8</m:t>
                              </m:r>
                            </m:num>
                            <m:den>
                              <m:r>
                                <a:rPr lang="en-US" sz="2400" i="1">
                                  <a:latin typeface="Cambria Math" panose="02040503050406030204" pitchFamily="18" charset="0"/>
                                </a:rPr>
                                <m:t>4</m:t>
                              </m:r>
                            </m:den>
                          </m:f>
                          <m:r>
                            <a:rPr lang="vi-VN" sz="2400" i="1">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2.</m:t>
                              </m:r>
                              <m:r>
                                <a:rPr lang="vi-VN" sz="2400" i="1">
                                  <a:latin typeface="Cambria Math" panose="02040503050406030204" pitchFamily="18" charset="0"/>
                                </a:rPr>
                                <m:t>25</m:t>
                              </m:r>
                            </m:num>
                            <m:den>
                              <m:r>
                                <a:rPr lang="en-US" sz="2400" i="1">
                                  <a:latin typeface="Cambria Math" panose="02040503050406030204" pitchFamily="18" charset="0"/>
                                </a:rPr>
                                <m:t>5</m:t>
                              </m:r>
                            </m:den>
                          </m:f>
                          <m:r>
                            <a:rPr lang="vi-VN" sz="2400" i="1">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4.</m:t>
                              </m:r>
                              <m:r>
                                <a:rPr lang="vi-VN" sz="2400" i="1">
                                  <a:latin typeface="Cambria Math" panose="02040503050406030204" pitchFamily="18" charset="0"/>
                                </a:rPr>
                                <m:t>5</m:t>
                              </m:r>
                            </m:num>
                            <m:den>
                              <m:r>
                                <a:rPr lang="en-US" sz="2400" i="1">
                                  <a:latin typeface="Cambria Math" panose="02040503050406030204" pitchFamily="18" charset="0"/>
                                </a:rPr>
                                <m:t>10</m:t>
                              </m:r>
                            </m:den>
                          </m:f>
                        </m:e>
                      </m:d>
                      <m:r>
                        <a:rPr lang="vi-VN" sz="2400" i="1">
                          <a:latin typeface="Cambria Math" panose="02040503050406030204" pitchFamily="18" charset="0"/>
                        </a:rPr>
                        <m:t>≈0.45</m:t>
                      </m:r>
                    </m:oMath>
                  </m:oMathPara>
                </a14:m>
                <a:endParaRPr lang="en-US" sz="2400" dirty="0"/>
              </a:p>
            </p:txBody>
          </p:sp>
        </mc:Choice>
        <mc:Fallback xmlns="">
          <p:sp>
            <p:nvSpPr>
              <p:cNvPr id="9" name="TextBox 8">
                <a:extLst>
                  <a:ext uri="{FF2B5EF4-FFF2-40B4-BE49-F238E27FC236}">
                    <a16:creationId xmlns:a16="http://schemas.microsoft.com/office/drawing/2014/main" id="{E3191930-6856-CF1A-5E08-3BC63097E404}"/>
                  </a:ext>
                </a:extLst>
              </p:cNvPr>
              <p:cNvSpPr txBox="1">
                <a:spLocks noRot="1" noChangeAspect="1" noMove="1" noResize="1" noEditPoints="1" noAdjustHandles="1" noChangeArrowheads="1" noChangeShapeType="1" noTextEdit="1"/>
              </p:cNvSpPr>
              <p:nvPr/>
            </p:nvSpPr>
            <p:spPr>
              <a:xfrm>
                <a:off x="5817590" y="1012377"/>
                <a:ext cx="6374410" cy="5127686"/>
              </a:xfrm>
              <a:prstGeom prst="rect">
                <a:avLst/>
              </a:prstGeom>
              <a:blipFill>
                <a:blip r:embed="rId3"/>
                <a:stretch>
                  <a:fillRect l="-1336" t="-830"/>
                </a:stretch>
              </a:blipFill>
              <a:ln>
                <a:solidFill>
                  <a:schemeClr val="bg1"/>
                </a:solidFill>
              </a:ln>
            </p:spPr>
            <p:txBody>
              <a:bodyPr/>
              <a:lstStyle/>
              <a:p>
                <a:r>
                  <a:rPr lang="en-US">
                    <a:noFill/>
                  </a:rPr>
                  <a:t> </a:t>
                </a:r>
              </a:p>
            </p:txBody>
          </p:sp>
        </mc:Fallback>
      </mc:AlternateContent>
    </p:spTree>
    <p:extLst>
      <p:ext uri="{BB962C8B-B14F-4D97-AF65-F5344CB8AC3E}">
        <p14:creationId xmlns:p14="http://schemas.microsoft.com/office/powerpoint/2010/main" val="20050014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231473-EEF2-A1E3-C589-2BF8A16708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123801-935E-6183-BD7C-5E65628D35F3}"/>
              </a:ext>
            </a:extLst>
          </p:cNvPr>
          <p:cNvSpPr>
            <a:spLocks noGrp="1"/>
          </p:cNvSpPr>
          <p:nvPr>
            <p:ph type="title"/>
          </p:nvPr>
        </p:nvSpPr>
        <p:spPr>
          <a:xfrm>
            <a:off x="838200" y="152006"/>
            <a:ext cx="11271738" cy="1184426"/>
          </a:xfrm>
        </p:spPr>
        <p:txBody>
          <a:bodyPr/>
          <a:lstStyle/>
          <a:p>
            <a:r>
              <a:rPr lang="en-US" dirty="0" err="1"/>
              <a:t>Mô</a:t>
            </a:r>
            <a:r>
              <a:rPr lang="en-US" dirty="0"/>
              <a:t> </a:t>
            </a:r>
            <a:r>
              <a:rPr lang="en-US" dirty="0" err="1"/>
              <a:t>hình</a:t>
            </a:r>
            <a:r>
              <a:rPr lang="en-US" dirty="0"/>
              <a:t> AHP: </a:t>
            </a:r>
            <a:r>
              <a:rPr lang="en-US" dirty="0" err="1"/>
              <a:t>Khách</a:t>
            </a:r>
            <a:r>
              <a:rPr lang="en-US" dirty="0"/>
              <a:t> </a:t>
            </a:r>
            <a:r>
              <a:rPr lang="en-US" dirty="0" err="1"/>
              <a:t>quan</a:t>
            </a:r>
            <a:r>
              <a:rPr lang="en-US" dirty="0"/>
              <a:t> </a:t>
            </a:r>
            <a:r>
              <a:rPr lang="en-US" dirty="0" err="1"/>
              <a:t>hóa</a:t>
            </a:r>
            <a:r>
              <a:rPr lang="en-US" dirty="0"/>
              <a:t> </a:t>
            </a:r>
            <a:r>
              <a:rPr lang="en-US" dirty="0" err="1"/>
              <a:t>trọng</a:t>
            </a:r>
            <a:r>
              <a:rPr lang="en-US" dirty="0"/>
              <a:t> </a:t>
            </a:r>
            <a:r>
              <a:rPr lang="en-US" dirty="0" err="1"/>
              <a:t>số</a:t>
            </a:r>
            <a:r>
              <a:rPr lang="en-US" dirty="0"/>
              <a:t> </a:t>
            </a:r>
            <a:r>
              <a:rPr lang="en-US" dirty="0" err="1"/>
              <a:t>các</a:t>
            </a:r>
            <a:r>
              <a:rPr lang="en-US" dirty="0"/>
              <a:t> </a:t>
            </a:r>
            <a:r>
              <a:rPr lang="en-US" dirty="0" err="1"/>
              <a:t>tiêu</a:t>
            </a:r>
            <a:r>
              <a:rPr lang="en-US" dirty="0"/>
              <a:t> </a:t>
            </a:r>
            <a:r>
              <a:rPr lang="en-US" dirty="0" err="1"/>
              <a:t>chí</a:t>
            </a:r>
            <a:r>
              <a:rPr lang="en-US" dirty="0"/>
              <a:t> </a:t>
            </a:r>
            <a:r>
              <a:rPr lang="en-US" dirty="0" err="1"/>
              <a:t>bảo</a:t>
            </a:r>
            <a:r>
              <a:rPr lang="en-US" dirty="0"/>
              <a:t> </a:t>
            </a:r>
            <a:r>
              <a:rPr lang="vi-VN" dirty="0"/>
              <a:t>mật.</a:t>
            </a:r>
            <a:endParaRPr lang="en-US" dirty="0"/>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2D91B5E4-CEF2-CFCD-65EB-D6167CF69C3D}"/>
                  </a:ext>
                </a:extLst>
              </p:cNvPr>
              <p:cNvSpPr txBox="1"/>
              <p:nvPr/>
            </p:nvSpPr>
            <p:spPr>
              <a:xfrm>
                <a:off x="478107" y="1641231"/>
                <a:ext cx="6927033" cy="3381247"/>
              </a:xfrm>
              <a:prstGeom prst="rect">
                <a:avLst/>
              </a:prstGeom>
              <a:noFill/>
              <a:ln>
                <a:solidFill>
                  <a:schemeClr val="bg1"/>
                </a:solidFill>
              </a:ln>
            </p:spPr>
            <p:txBody>
              <a:bodyPr wrap="square" rtlCol="0">
                <a:spAutoFit/>
              </a:bodyPr>
              <a:lstStyle/>
              <a:p>
                <a:r>
                  <a:rPr lang="vi-VN" sz="2400" dirty="0">
                    <a:latin typeface="Readex Pro" panose="020B0604020202020204" charset="-78"/>
                    <a:cs typeface="Readex Pro" panose="020B0604020202020204" charset="-78"/>
                  </a:rPr>
                  <a:t>1. Chỉ số nhất quán (CI)</a:t>
                </a:r>
              </a:p>
              <a:p>
                <a:pPr algn="ctr"/>
                <a14:m>
                  <m:oMath xmlns:m="http://schemas.openxmlformats.org/officeDocument/2006/math">
                    <m:r>
                      <m:rPr>
                        <m:sty m:val="p"/>
                      </m:rPr>
                      <a:rPr lang="vi-VN" sz="2400" i="0" smtClean="0">
                        <a:latin typeface="Cambria Math" panose="02040503050406030204" pitchFamily="18" charset="0"/>
                      </a:rPr>
                      <m:t>CI</m:t>
                    </m:r>
                    <m:r>
                      <a:rPr lang="vi-VN" sz="2400" i="0" smtClean="0">
                        <a:latin typeface="Cambria Math" panose="02040503050406030204" pitchFamily="18" charset="0"/>
                      </a:rPr>
                      <m:t>=</m:t>
                    </m:r>
                    <m:f>
                      <m:fPr>
                        <m:ctrlPr>
                          <a:rPr lang="en-US" sz="2400" i="1">
                            <a:latin typeface="Cambria Math" panose="02040503050406030204" pitchFamily="18" charset="0"/>
                          </a:rPr>
                        </m:ctrlPr>
                      </m:fPr>
                      <m:num>
                        <m:sSub>
                          <m:sSubPr>
                            <m:ctrlPr>
                              <a:rPr lang="en-US" sz="2400" i="1">
                                <a:latin typeface="Cambria Math" panose="02040503050406030204" pitchFamily="18" charset="0"/>
                              </a:rPr>
                            </m:ctrlPr>
                          </m:sSubPr>
                          <m:e>
                            <m:r>
                              <m:rPr>
                                <m:sty m:val="p"/>
                              </m:rPr>
                              <a:rPr lang="vi-VN" sz="2400" i="0" smtClean="0">
                                <a:latin typeface="Cambria Math" panose="02040503050406030204" pitchFamily="18" charset="0"/>
                              </a:rPr>
                              <m:t>λ</m:t>
                            </m:r>
                          </m:e>
                          <m:sub>
                            <m:r>
                              <m:rPr>
                                <m:sty m:val="p"/>
                              </m:rPr>
                              <a:rPr lang="vi-VN" sz="2400" i="0" smtClean="0">
                                <a:latin typeface="Cambria Math" panose="02040503050406030204" pitchFamily="18" charset="0"/>
                              </a:rPr>
                              <m:t>max</m:t>
                            </m:r>
                          </m:sub>
                        </m:sSub>
                        <m:r>
                          <a:rPr lang="vi-VN" sz="2400" i="0" smtClean="0">
                            <a:latin typeface="Cambria Math" panose="02040503050406030204" pitchFamily="18" charset="0"/>
                          </a:rPr>
                          <m:t>−</m:t>
                        </m:r>
                        <m:r>
                          <m:rPr>
                            <m:sty m:val="p"/>
                          </m:rPr>
                          <a:rPr lang="vi-VN" sz="2400" i="0" smtClean="0">
                            <a:latin typeface="Cambria Math" panose="02040503050406030204" pitchFamily="18" charset="0"/>
                          </a:rPr>
                          <m:t>n</m:t>
                        </m:r>
                      </m:num>
                      <m:den>
                        <m:r>
                          <m:rPr>
                            <m:sty m:val="p"/>
                          </m:rPr>
                          <a:rPr lang="vi-VN" sz="2400" i="0" smtClean="0">
                            <a:latin typeface="Cambria Math" panose="02040503050406030204" pitchFamily="18" charset="0"/>
                          </a:rPr>
                          <m:t>n</m:t>
                        </m:r>
                        <m:r>
                          <a:rPr lang="vi-VN" sz="2400" i="0" smtClean="0">
                            <a:latin typeface="Cambria Math" panose="02040503050406030204" pitchFamily="18" charset="0"/>
                          </a:rPr>
                          <m:t>−1</m:t>
                        </m:r>
                      </m:den>
                    </m:f>
                  </m:oMath>
                </a14:m>
                <a:r>
                  <a:rPr lang="vi-VN" sz="2400" dirty="0">
                    <a:latin typeface="Readex Pro" panose="020B0604020202020204" charset="-78"/>
                    <a:cs typeface="Readex Pro" panose="020B0604020202020204" charset="-78"/>
                  </a:rPr>
                  <a:t> </a:t>
                </a:r>
                <a14:m>
                  <m:oMath xmlns:m="http://schemas.openxmlformats.org/officeDocument/2006/math">
                    <m:r>
                      <a:rPr lang="vi-VN" sz="2400" i="0" smtClean="0">
                        <a:latin typeface="Cambria Math" panose="02040503050406030204" pitchFamily="18" charset="0"/>
                      </a:rPr>
                      <m:t>= </m:t>
                    </m:r>
                    <m:f>
                      <m:fPr>
                        <m:ctrlPr>
                          <a:rPr lang="en-US" sz="2400" i="1">
                            <a:latin typeface="Cambria Math" panose="02040503050406030204" pitchFamily="18" charset="0"/>
                          </a:rPr>
                        </m:ctrlPr>
                      </m:fPr>
                      <m:num>
                        <m:r>
                          <a:rPr lang="vi-VN" sz="2400" i="0" smtClean="0">
                            <a:latin typeface="Cambria Math" panose="02040503050406030204" pitchFamily="18" charset="0"/>
                          </a:rPr>
                          <m:t>4.00−4</m:t>
                        </m:r>
                      </m:num>
                      <m:den>
                        <m:r>
                          <a:rPr lang="vi-VN" sz="2400" i="0" smtClean="0">
                            <a:latin typeface="Cambria Math" panose="02040503050406030204" pitchFamily="18" charset="0"/>
                          </a:rPr>
                          <m:t>3</m:t>
                        </m:r>
                      </m:den>
                    </m:f>
                    <m:r>
                      <a:rPr lang="vi-VN" sz="2400" i="0" smtClean="0">
                        <a:latin typeface="Cambria Math" panose="02040503050406030204" pitchFamily="18" charset="0"/>
                      </a:rPr>
                      <m:t>=0</m:t>
                    </m:r>
                  </m:oMath>
                </a14:m>
                <a:endParaRPr lang="vi-VN" sz="2400" dirty="0">
                  <a:latin typeface="Readex Pro" panose="020B0604020202020204" charset="-78"/>
                  <a:cs typeface="Readex Pro" panose="020B0604020202020204" charset="-78"/>
                </a:endParaRPr>
              </a:p>
              <a:p>
                <a:r>
                  <a:rPr lang="vi-VN" sz="2400" dirty="0">
                    <a:latin typeface="Readex Pro" panose="020B0604020202020204" charset="-78"/>
                    <a:cs typeface="Readex Pro" panose="020B0604020202020204" charset="-78"/>
                  </a:rPr>
                  <a:t>Với</a:t>
                </a:r>
                <a14:m>
                  <m:oMath xmlns:m="http://schemas.openxmlformats.org/officeDocument/2006/math">
                    <m:r>
                      <a:rPr lang="vi-VN" sz="2400" b="0" i="0" smtClean="0">
                        <a:latin typeface="Cambria Math" panose="02040503050406030204" pitchFamily="18" charset="0"/>
                      </a:rPr>
                      <m:t> </m:t>
                    </m:r>
                    <m:sSub>
                      <m:sSubPr>
                        <m:ctrlPr>
                          <a:rPr lang="en-US" sz="2400" i="1">
                            <a:latin typeface="Cambria Math" panose="02040503050406030204" pitchFamily="18" charset="0"/>
                          </a:rPr>
                        </m:ctrlPr>
                      </m:sSubPr>
                      <m:e>
                        <m:r>
                          <m:rPr>
                            <m:sty m:val="p"/>
                          </m:rPr>
                          <a:rPr lang="vi-VN" sz="2400" i="0" smtClean="0">
                            <a:latin typeface="Cambria Math" panose="02040503050406030204" pitchFamily="18" charset="0"/>
                          </a:rPr>
                          <m:t>λ</m:t>
                        </m:r>
                      </m:e>
                      <m:sub>
                        <m:r>
                          <m:rPr>
                            <m:sty m:val="p"/>
                          </m:rPr>
                          <a:rPr lang="vi-VN" sz="2400" i="0" smtClean="0">
                            <a:latin typeface="Cambria Math" panose="02040503050406030204" pitchFamily="18" charset="0"/>
                          </a:rPr>
                          <m:t>max</m:t>
                        </m:r>
                      </m:sub>
                    </m:sSub>
                    <m:r>
                      <a:rPr lang="vi-VN" sz="2400" i="0" smtClean="0">
                        <a:latin typeface="Cambria Math" panose="02040503050406030204" pitchFamily="18" charset="0"/>
                      </a:rPr>
                      <m:t>=</m:t>
                    </m:r>
                    <m:d>
                      <m:dPr>
                        <m:ctrlPr>
                          <a:rPr lang="en-US" sz="2400" i="1">
                            <a:latin typeface="Cambria Math" panose="02040503050406030204" pitchFamily="18" charset="0"/>
                          </a:rPr>
                        </m:ctrlPr>
                      </m:dPr>
                      <m:e>
                        <m:r>
                          <a:rPr lang="vi-VN" sz="2400" i="0" smtClean="0">
                            <a:latin typeface="Cambria Math" panose="02040503050406030204" pitchFamily="18" charset="0"/>
                          </a:rPr>
                          <m:t>2.22 </m:t>
                        </m:r>
                        <m:r>
                          <m:rPr>
                            <m:sty m:val="p"/>
                          </m:rPr>
                          <a:rPr lang="vi-VN" sz="2400" i="0" smtClean="0">
                            <a:latin typeface="Cambria Math" panose="02040503050406030204" pitchFamily="18" charset="0"/>
                          </a:rPr>
                          <m:t>x</m:t>
                        </m:r>
                        <m:r>
                          <a:rPr lang="vi-VN" sz="2400" i="0" smtClean="0">
                            <a:latin typeface="Cambria Math" panose="02040503050406030204" pitchFamily="18" charset="0"/>
                          </a:rPr>
                          <m:t> 0.45</m:t>
                        </m:r>
                      </m:e>
                    </m:d>
                    <m:r>
                      <a:rPr lang="vi-VN" sz="2400" i="0" smtClean="0">
                        <a:latin typeface="Cambria Math" panose="02040503050406030204" pitchFamily="18" charset="0"/>
                      </a:rPr>
                      <m:t>+</m:t>
                    </m:r>
                    <m:d>
                      <m:dPr>
                        <m:ctrlPr>
                          <a:rPr lang="en-US" sz="2400" i="1">
                            <a:latin typeface="Cambria Math" panose="02040503050406030204" pitchFamily="18" charset="0"/>
                          </a:rPr>
                        </m:ctrlPr>
                      </m:dPr>
                      <m:e>
                        <m:r>
                          <a:rPr lang="vi-VN" sz="2400" i="0" smtClean="0">
                            <a:latin typeface="Cambria Math" panose="02040503050406030204" pitchFamily="18" charset="0"/>
                          </a:rPr>
                          <m:t>4.00 </m:t>
                        </m:r>
                        <m:r>
                          <m:rPr>
                            <m:sty m:val="p"/>
                          </m:rPr>
                          <a:rPr lang="vi-VN" sz="2400" i="0" smtClean="0">
                            <a:latin typeface="Cambria Math" panose="02040503050406030204" pitchFamily="18" charset="0"/>
                          </a:rPr>
                          <m:t>x</m:t>
                        </m:r>
                        <m:r>
                          <a:rPr lang="vi-VN" sz="2400" i="0" smtClean="0">
                            <a:latin typeface="Cambria Math" panose="02040503050406030204" pitchFamily="18" charset="0"/>
                          </a:rPr>
                          <m:t> 0.25</m:t>
                        </m:r>
                      </m:e>
                    </m:d>
                    <m:r>
                      <a:rPr lang="vi-VN" sz="2400" i="0" smtClean="0">
                        <a:latin typeface="Cambria Math" panose="02040503050406030204" pitchFamily="18" charset="0"/>
                      </a:rPr>
                      <m:t>+</m:t>
                    </m:r>
                    <m:d>
                      <m:dPr>
                        <m:ctrlPr>
                          <a:rPr lang="en-US" sz="2400" i="1">
                            <a:latin typeface="Cambria Math" panose="02040503050406030204" pitchFamily="18" charset="0"/>
                          </a:rPr>
                        </m:ctrlPr>
                      </m:dPr>
                      <m:e>
                        <m:r>
                          <a:rPr lang="vi-VN" sz="2400" i="0" smtClean="0">
                            <a:latin typeface="Cambria Math" panose="02040503050406030204" pitchFamily="18" charset="0"/>
                          </a:rPr>
                          <m:t>5.00 </m:t>
                        </m:r>
                        <m:r>
                          <m:rPr>
                            <m:sty m:val="p"/>
                          </m:rPr>
                          <a:rPr lang="vi-VN" sz="2400" i="0" smtClean="0">
                            <a:latin typeface="Cambria Math" panose="02040503050406030204" pitchFamily="18" charset="0"/>
                          </a:rPr>
                          <m:t>x</m:t>
                        </m:r>
                        <m:r>
                          <a:rPr lang="vi-VN" sz="2400" i="0" smtClean="0">
                            <a:latin typeface="Cambria Math" panose="02040503050406030204" pitchFamily="18" charset="0"/>
                          </a:rPr>
                          <m:t> 0.2.0</m:t>
                        </m:r>
                      </m:e>
                    </m:d>
                    <m:r>
                      <a:rPr lang="vi-VN" sz="2400" i="0" smtClean="0">
                        <a:latin typeface="Cambria Math" panose="02040503050406030204" pitchFamily="18" charset="0"/>
                      </a:rPr>
                      <m:t>+</m:t>
                    </m:r>
                    <m:d>
                      <m:dPr>
                        <m:ctrlPr>
                          <a:rPr lang="en-US" sz="2400" i="1">
                            <a:latin typeface="Cambria Math" panose="02040503050406030204" pitchFamily="18" charset="0"/>
                          </a:rPr>
                        </m:ctrlPr>
                      </m:dPr>
                      <m:e>
                        <m:r>
                          <a:rPr lang="vi-VN" sz="2400" i="0" smtClean="0">
                            <a:latin typeface="Cambria Math" panose="02040503050406030204" pitchFamily="18" charset="0"/>
                          </a:rPr>
                          <m:t>10.00 </m:t>
                        </m:r>
                        <m:r>
                          <m:rPr>
                            <m:sty m:val="p"/>
                          </m:rPr>
                          <a:rPr lang="vi-VN" sz="2400" i="0" smtClean="0">
                            <a:latin typeface="Cambria Math" panose="02040503050406030204" pitchFamily="18" charset="0"/>
                          </a:rPr>
                          <m:t>x</m:t>
                        </m:r>
                        <m:r>
                          <a:rPr lang="vi-VN" sz="2400" i="0" smtClean="0">
                            <a:latin typeface="Cambria Math" panose="02040503050406030204" pitchFamily="18" charset="0"/>
                          </a:rPr>
                          <m:t> 0.10</m:t>
                        </m:r>
                      </m:e>
                    </m:d>
                    <m:r>
                      <a:rPr lang="vi-VN" sz="2400" i="0" smtClean="0">
                        <a:latin typeface="Cambria Math" panose="02040503050406030204" pitchFamily="18" charset="0"/>
                      </a:rPr>
                      <m:t> ≈4.00</m:t>
                    </m:r>
                  </m:oMath>
                </a14:m>
                <a:endParaRPr lang="en-US" sz="2400" dirty="0">
                  <a:latin typeface="Readex Pro" panose="020B0604020202020204" charset="-78"/>
                  <a:cs typeface="Readex Pro" panose="020B0604020202020204" charset="-78"/>
                </a:endParaRPr>
              </a:p>
              <a:p>
                <a:endParaRPr lang="vi-VN" sz="2400" dirty="0">
                  <a:latin typeface="Readex Pro" panose="020B0604020202020204" charset="-78"/>
                  <a:cs typeface="Readex Pro" panose="020B0604020202020204" charset="-78"/>
                </a:endParaRPr>
              </a:p>
              <a:p>
                <a:r>
                  <a:rPr lang="vi-VN" sz="2400" dirty="0">
                    <a:latin typeface="Readex Pro" panose="020B0604020202020204" charset="-78"/>
                    <a:cs typeface="Readex Pro" panose="020B0604020202020204" charset="-78"/>
                  </a:rPr>
                  <a:t>2. Tỷ số nhất quán:</a:t>
                </a:r>
              </a:p>
              <a:p>
                <a:pPr algn="ctr"/>
                <a14:m>
                  <m:oMath xmlns:m="http://schemas.openxmlformats.org/officeDocument/2006/math">
                    <m:r>
                      <m:rPr>
                        <m:sty m:val="p"/>
                      </m:rPr>
                      <a:rPr lang="vi-VN" sz="2400" i="0" smtClean="0">
                        <a:latin typeface="Cambria Math" panose="02040503050406030204" pitchFamily="18" charset="0"/>
                      </a:rPr>
                      <m:t>CR</m:t>
                    </m:r>
                    <m:r>
                      <a:rPr lang="vi-VN" sz="2400" i="0" smtClean="0">
                        <a:latin typeface="Cambria Math" panose="02040503050406030204" pitchFamily="18" charset="0"/>
                      </a:rPr>
                      <m:t>=</m:t>
                    </m:r>
                    <m:f>
                      <m:fPr>
                        <m:ctrlPr>
                          <a:rPr lang="en-US" sz="2400" i="1">
                            <a:latin typeface="Cambria Math" panose="02040503050406030204" pitchFamily="18" charset="0"/>
                          </a:rPr>
                        </m:ctrlPr>
                      </m:fPr>
                      <m:num>
                        <m:r>
                          <m:rPr>
                            <m:sty m:val="p"/>
                          </m:rPr>
                          <a:rPr lang="vi-VN" sz="2400" i="0" smtClean="0">
                            <a:latin typeface="Cambria Math" panose="02040503050406030204" pitchFamily="18" charset="0"/>
                          </a:rPr>
                          <m:t>CI</m:t>
                        </m:r>
                      </m:num>
                      <m:den>
                        <m:r>
                          <m:rPr>
                            <m:sty m:val="p"/>
                          </m:rPr>
                          <a:rPr lang="vi-VN" sz="2400" i="0" smtClean="0">
                            <a:latin typeface="Cambria Math" panose="02040503050406030204" pitchFamily="18" charset="0"/>
                          </a:rPr>
                          <m:t>RI</m:t>
                        </m:r>
                      </m:den>
                    </m:f>
                  </m:oMath>
                </a14:m>
                <a:r>
                  <a:rPr lang="vi-VN" sz="2400" dirty="0">
                    <a:latin typeface="Readex Pro" panose="020B0604020202020204" charset="-78"/>
                    <a:cs typeface="Readex Pro" panose="020B0604020202020204" charset="-78"/>
                  </a:rPr>
                  <a:t> = </a:t>
                </a:r>
                <a14:m>
                  <m:oMath xmlns:m="http://schemas.openxmlformats.org/officeDocument/2006/math">
                    <m:f>
                      <m:fPr>
                        <m:ctrlPr>
                          <a:rPr lang="en-US" sz="2400" i="1">
                            <a:latin typeface="Cambria Math" panose="02040503050406030204" pitchFamily="18" charset="0"/>
                          </a:rPr>
                        </m:ctrlPr>
                      </m:fPr>
                      <m:num>
                        <m:r>
                          <a:rPr lang="vi-VN" sz="2400" i="0" smtClean="0">
                            <a:latin typeface="Cambria Math" panose="02040503050406030204" pitchFamily="18" charset="0"/>
                          </a:rPr>
                          <m:t>0</m:t>
                        </m:r>
                      </m:num>
                      <m:den>
                        <m:r>
                          <a:rPr lang="vi-VN" sz="2400" i="0" smtClean="0">
                            <a:latin typeface="Cambria Math" panose="02040503050406030204" pitchFamily="18" charset="0"/>
                          </a:rPr>
                          <m:t>0.90</m:t>
                        </m:r>
                      </m:den>
                    </m:f>
                    <m:r>
                      <a:rPr lang="vi-VN" sz="2400" i="0" smtClean="0">
                        <a:latin typeface="Cambria Math" panose="02040503050406030204" pitchFamily="18" charset="0"/>
                      </a:rPr>
                      <m:t>=0</m:t>
                    </m:r>
                  </m:oMath>
                </a14:m>
                <a:r>
                  <a:rPr lang="vi-VN" sz="2400" dirty="0">
                    <a:latin typeface="Readex Pro" panose="020B0604020202020204" charset="-78"/>
                    <a:cs typeface="Readex Pro" panose="020B0604020202020204" charset="-78"/>
                  </a:rPr>
                  <a:t> &lt; 0.1 (nhất quán)</a:t>
                </a:r>
                <a:endParaRPr lang="en-US" sz="2400" dirty="0">
                  <a:latin typeface="Readex Pro" panose="020B0604020202020204" charset="-78"/>
                  <a:cs typeface="Readex Pro" panose="020B0604020202020204" charset="-78"/>
                </a:endParaRPr>
              </a:p>
              <a:p>
                <a:endParaRPr lang="en-US" sz="2400" dirty="0">
                  <a:latin typeface="Readex Pro" panose="020B0604020202020204" charset="-78"/>
                  <a:cs typeface="Readex Pro" panose="020B0604020202020204" charset="-78"/>
                </a:endParaRPr>
              </a:p>
            </p:txBody>
          </p:sp>
        </mc:Choice>
        <mc:Fallback xmlns="">
          <p:sp>
            <p:nvSpPr>
              <p:cNvPr id="9" name="TextBox 8">
                <a:extLst>
                  <a:ext uri="{FF2B5EF4-FFF2-40B4-BE49-F238E27FC236}">
                    <a16:creationId xmlns:a16="http://schemas.microsoft.com/office/drawing/2014/main" id="{2D91B5E4-CEF2-CFCD-65EB-D6167CF69C3D}"/>
                  </a:ext>
                </a:extLst>
              </p:cNvPr>
              <p:cNvSpPr txBox="1">
                <a:spLocks noRot="1" noChangeAspect="1" noMove="1" noResize="1" noEditPoints="1" noAdjustHandles="1" noChangeArrowheads="1" noChangeShapeType="1" noTextEdit="1"/>
              </p:cNvSpPr>
              <p:nvPr/>
            </p:nvSpPr>
            <p:spPr>
              <a:xfrm>
                <a:off x="478107" y="1641231"/>
                <a:ext cx="6927033" cy="3381247"/>
              </a:xfrm>
              <a:prstGeom prst="rect">
                <a:avLst/>
              </a:prstGeom>
              <a:blipFill>
                <a:blip r:embed="rId3"/>
                <a:stretch>
                  <a:fillRect l="-1229" t="-1257"/>
                </a:stretch>
              </a:blipFill>
              <a:ln>
                <a:solidFill>
                  <a:schemeClr val="bg1"/>
                </a:solidFill>
              </a:ln>
            </p:spPr>
            <p:txBody>
              <a:bodyPr/>
              <a:lstStyle/>
              <a:p>
                <a:r>
                  <a:rPr lang="en-US">
                    <a:noFill/>
                  </a:rPr>
                  <a:t> </a:t>
                </a:r>
              </a:p>
            </p:txBody>
          </p:sp>
        </mc:Fallback>
      </mc:AlternateContent>
      <p:graphicFrame>
        <p:nvGraphicFramePr>
          <p:cNvPr id="3" name="Table 2">
            <a:extLst>
              <a:ext uri="{FF2B5EF4-FFF2-40B4-BE49-F238E27FC236}">
                <a16:creationId xmlns:a16="http://schemas.microsoft.com/office/drawing/2014/main" id="{D3E4594B-8FF7-8F29-2829-9E6F2DF562D4}"/>
              </a:ext>
            </a:extLst>
          </p:cNvPr>
          <p:cNvGraphicFramePr>
            <a:graphicFrameLocks noGrp="1"/>
          </p:cNvGraphicFramePr>
          <p:nvPr>
            <p:extLst>
              <p:ext uri="{D42A27DB-BD31-4B8C-83A1-F6EECF244321}">
                <p14:modId xmlns:p14="http://schemas.microsoft.com/office/powerpoint/2010/main" val="1945778353"/>
              </p:ext>
            </p:extLst>
          </p:nvPr>
        </p:nvGraphicFramePr>
        <p:xfrm>
          <a:off x="6593119" y="1336432"/>
          <a:ext cx="5120774" cy="3880337"/>
        </p:xfrm>
        <a:graphic>
          <a:graphicData uri="http://schemas.openxmlformats.org/drawingml/2006/table">
            <a:tbl>
              <a:tblPr firstRow="1" firstCol="1" bandRow="1">
                <a:tableStyleId>{5C22544A-7EE6-4342-B048-85BDC9FD1C3A}</a:tableStyleId>
              </a:tblPr>
              <a:tblGrid>
                <a:gridCol w="3114654">
                  <a:extLst>
                    <a:ext uri="{9D8B030D-6E8A-4147-A177-3AD203B41FA5}">
                      <a16:colId xmlns:a16="http://schemas.microsoft.com/office/drawing/2014/main" val="588497448"/>
                    </a:ext>
                  </a:extLst>
                </a:gridCol>
                <a:gridCol w="2006120">
                  <a:extLst>
                    <a:ext uri="{9D8B030D-6E8A-4147-A177-3AD203B41FA5}">
                      <a16:colId xmlns:a16="http://schemas.microsoft.com/office/drawing/2014/main" val="3802288164"/>
                    </a:ext>
                  </a:extLst>
                </a:gridCol>
              </a:tblGrid>
              <a:tr h="1080021">
                <a:tc>
                  <a:txBody>
                    <a:bodyPr/>
                    <a:lstStyle/>
                    <a:p>
                      <a:pPr indent="228600" algn="ctr">
                        <a:lnSpc>
                          <a:spcPct val="120000"/>
                        </a:lnSpc>
                        <a:spcAft>
                          <a:spcPts val="800"/>
                        </a:spcAft>
                        <a:buNone/>
                      </a:pPr>
                      <a:r>
                        <a:rPr lang="en-US" sz="1800" kern="100" dirty="0" err="1">
                          <a:effectLst/>
                          <a:latin typeface="Readex Pro" panose="020B0604020202020204" charset="-78"/>
                          <a:cs typeface="Readex Pro" panose="020B0604020202020204" charset="-78"/>
                        </a:rPr>
                        <a:t>Tiêu</a:t>
                      </a:r>
                      <a:r>
                        <a:rPr lang="en-US" sz="1800" kern="100" dirty="0">
                          <a:effectLst/>
                          <a:latin typeface="Readex Pro" panose="020B0604020202020204" charset="-78"/>
                          <a:cs typeface="Readex Pro" panose="020B0604020202020204" charset="-78"/>
                        </a:rPr>
                        <a:t> </a:t>
                      </a:r>
                      <a:r>
                        <a:rPr lang="en-US" sz="1800" kern="100" dirty="0" err="1">
                          <a:effectLst/>
                          <a:latin typeface="Readex Pro" panose="020B0604020202020204" charset="-78"/>
                          <a:cs typeface="Readex Pro" panose="020B0604020202020204" charset="-78"/>
                        </a:rPr>
                        <a:t>chí</a:t>
                      </a:r>
                      <a:endParaRPr lang="en-US" sz="1800" kern="100" dirty="0">
                        <a:effectLst/>
                        <a:latin typeface="Readex Pro" panose="020B0604020202020204" charset="-78"/>
                        <a:ea typeface="Aptos" panose="020B0004020202020204" pitchFamily="34" charset="0"/>
                        <a:cs typeface="Readex Pro" panose="020B0604020202020204" charset="-78"/>
                      </a:endParaRPr>
                    </a:p>
                  </a:txBody>
                  <a:tcPr marL="0" marR="114300" marT="152400" marB="152400" anchor="ctr"/>
                </a:tc>
                <a:tc>
                  <a:txBody>
                    <a:bodyPr/>
                    <a:lstStyle/>
                    <a:p>
                      <a:pPr indent="228600" algn="ctr">
                        <a:lnSpc>
                          <a:spcPct val="120000"/>
                        </a:lnSpc>
                        <a:spcAft>
                          <a:spcPts val="800"/>
                        </a:spcAft>
                        <a:buNone/>
                      </a:pPr>
                      <a:r>
                        <a:rPr lang="vi-VN" sz="1800" kern="100" dirty="0">
                          <a:effectLst/>
                          <a:latin typeface="Readex Pro" panose="020B0604020202020204" charset="-78"/>
                          <a:ea typeface="Aptos" panose="020B0004020202020204" pitchFamily="34" charset="0"/>
                          <a:cs typeface="Readex Pro" panose="020B0604020202020204" charset="-78"/>
                        </a:rPr>
                        <a:t>Phân bổ trọng số</a:t>
                      </a:r>
                      <a:endParaRPr lang="en-US" sz="1800" kern="100" dirty="0">
                        <a:effectLst/>
                        <a:latin typeface="Readex Pro" panose="020B0604020202020204" charset="-78"/>
                        <a:ea typeface="Aptos" panose="020B0004020202020204" pitchFamily="34" charset="0"/>
                        <a:cs typeface="Readex Pro" panose="020B0604020202020204" charset="-78"/>
                      </a:endParaRPr>
                    </a:p>
                  </a:txBody>
                  <a:tcPr marL="0" marR="114300" marT="152400" marB="152400" anchor="ctr"/>
                </a:tc>
                <a:extLst>
                  <a:ext uri="{0D108BD9-81ED-4DB2-BD59-A6C34878D82A}">
                    <a16:rowId xmlns:a16="http://schemas.microsoft.com/office/drawing/2014/main" val="965923232"/>
                  </a:ext>
                </a:extLst>
              </a:tr>
              <a:tr h="700079">
                <a:tc>
                  <a:txBody>
                    <a:bodyPr/>
                    <a:lstStyle/>
                    <a:p>
                      <a:pPr indent="228600" algn="ctr">
                        <a:lnSpc>
                          <a:spcPct val="120000"/>
                        </a:lnSpc>
                        <a:spcAft>
                          <a:spcPts val="800"/>
                        </a:spcAft>
                        <a:buNone/>
                      </a:pPr>
                      <a:r>
                        <a:rPr lang="en-US" sz="1800" kern="100">
                          <a:effectLst/>
                          <a:latin typeface="Readex Pro" panose="020B0604020202020204" charset="-78"/>
                          <a:cs typeface="Readex Pro" panose="020B0604020202020204" charset="-78"/>
                        </a:rPr>
                        <a:t>C</a:t>
                      </a:r>
                      <a:r>
                        <a:rPr lang="en-US" sz="1800" kern="100" baseline="-25000">
                          <a:effectLst/>
                          <a:latin typeface="Readex Pro" panose="020B0604020202020204" charset="-78"/>
                          <a:cs typeface="Readex Pro" panose="020B0604020202020204" charset="-78"/>
                        </a:rPr>
                        <a:t>V</a:t>
                      </a:r>
                      <a:endParaRPr lang="en-US" sz="1800" kern="100">
                        <a:effectLst/>
                        <a:latin typeface="Readex Pro" panose="020B0604020202020204" charset="-78"/>
                        <a:ea typeface="Aptos" panose="020B0004020202020204" pitchFamily="34" charset="0"/>
                        <a:cs typeface="Readex Pro" panose="020B0604020202020204" charset="-78"/>
                      </a:endParaRPr>
                    </a:p>
                  </a:txBody>
                  <a:tcPr marL="0" marR="114300" marT="152400" marB="152400" anchor="ctr"/>
                </a:tc>
                <a:tc>
                  <a:txBody>
                    <a:bodyPr/>
                    <a:lstStyle/>
                    <a:p>
                      <a:pPr indent="228600" algn="ctr">
                        <a:lnSpc>
                          <a:spcPct val="120000"/>
                        </a:lnSpc>
                        <a:spcAft>
                          <a:spcPts val="800"/>
                        </a:spcAft>
                        <a:buNone/>
                      </a:pPr>
                      <a:r>
                        <a:rPr lang="vi-VN" sz="1800" kern="100" dirty="0">
                          <a:effectLst/>
                          <a:latin typeface="Readex Pro" panose="020B0604020202020204" charset="-78"/>
                          <a:ea typeface="Aptos" panose="020B0004020202020204" pitchFamily="34" charset="0"/>
                          <a:cs typeface="Readex Pro" panose="020B0604020202020204" charset="-78"/>
                        </a:rPr>
                        <a:t>0.45</a:t>
                      </a:r>
                      <a:endParaRPr lang="en-US" sz="1800" kern="100" dirty="0">
                        <a:effectLst/>
                        <a:latin typeface="Readex Pro" panose="020B0604020202020204" charset="-78"/>
                        <a:ea typeface="Aptos" panose="020B0004020202020204" pitchFamily="34" charset="0"/>
                        <a:cs typeface="Readex Pro" panose="020B0604020202020204" charset="-78"/>
                      </a:endParaRPr>
                    </a:p>
                  </a:txBody>
                  <a:tcPr marL="0" marR="114300" marT="152400" marB="152400" anchor="ctr"/>
                </a:tc>
                <a:extLst>
                  <a:ext uri="{0D108BD9-81ED-4DB2-BD59-A6C34878D82A}">
                    <a16:rowId xmlns:a16="http://schemas.microsoft.com/office/drawing/2014/main" val="317829306"/>
                  </a:ext>
                </a:extLst>
              </a:tr>
              <a:tr h="700079">
                <a:tc>
                  <a:txBody>
                    <a:bodyPr/>
                    <a:lstStyle/>
                    <a:p>
                      <a:pPr indent="228600" algn="ctr">
                        <a:lnSpc>
                          <a:spcPct val="120000"/>
                        </a:lnSpc>
                        <a:spcAft>
                          <a:spcPts val="800"/>
                        </a:spcAft>
                        <a:buNone/>
                      </a:pPr>
                      <a:r>
                        <a:rPr lang="en-US" sz="1800" kern="100" dirty="0">
                          <a:effectLst/>
                          <a:latin typeface="Readex Pro" panose="020B0604020202020204" charset="-78"/>
                          <a:cs typeface="Readex Pro" panose="020B0604020202020204" charset="-78"/>
                        </a:rPr>
                        <a:t>C</a:t>
                      </a:r>
                      <a:r>
                        <a:rPr lang="en-US" sz="1800" kern="100" baseline="-25000" dirty="0">
                          <a:effectLst/>
                          <a:latin typeface="Readex Pro" panose="020B0604020202020204" charset="-78"/>
                          <a:cs typeface="Readex Pro" panose="020B0604020202020204" charset="-78"/>
                        </a:rPr>
                        <a:t>I</a:t>
                      </a:r>
                      <a:endParaRPr lang="en-US" sz="1800" kern="100" dirty="0">
                        <a:effectLst/>
                        <a:latin typeface="Readex Pro" panose="020B0604020202020204" charset="-78"/>
                        <a:ea typeface="Aptos" panose="020B0004020202020204" pitchFamily="34" charset="0"/>
                        <a:cs typeface="Readex Pro" panose="020B0604020202020204" charset="-78"/>
                      </a:endParaRPr>
                    </a:p>
                  </a:txBody>
                  <a:tcPr marL="0" marR="114300" marT="152400" marB="152400" anchor="ctr"/>
                </a:tc>
                <a:tc>
                  <a:txBody>
                    <a:bodyPr/>
                    <a:lstStyle/>
                    <a:p>
                      <a:pPr indent="228600" algn="ctr">
                        <a:lnSpc>
                          <a:spcPct val="120000"/>
                        </a:lnSpc>
                        <a:spcAft>
                          <a:spcPts val="800"/>
                        </a:spcAft>
                        <a:buNone/>
                      </a:pPr>
                      <a:r>
                        <a:rPr lang="vi-VN" sz="1800" kern="100" dirty="0">
                          <a:effectLst/>
                          <a:latin typeface="Readex Pro" panose="020B0604020202020204" charset="-78"/>
                          <a:cs typeface="Readex Pro" panose="020B0604020202020204" charset="-78"/>
                        </a:rPr>
                        <a:t>0.25</a:t>
                      </a:r>
                      <a:endParaRPr lang="en-US" sz="1800" kern="100" dirty="0">
                        <a:effectLst/>
                        <a:latin typeface="Readex Pro" panose="020B0604020202020204" charset="-78"/>
                        <a:ea typeface="Aptos" panose="020B0004020202020204" pitchFamily="34" charset="0"/>
                        <a:cs typeface="Readex Pro" panose="020B0604020202020204" charset="-78"/>
                      </a:endParaRPr>
                    </a:p>
                  </a:txBody>
                  <a:tcPr marL="0" marR="114300" marT="152400" marB="152400" anchor="ctr"/>
                </a:tc>
                <a:extLst>
                  <a:ext uri="{0D108BD9-81ED-4DB2-BD59-A6C34878D82A}">
                    <a16:rowId xmlns:a16="http://schemas.microsoft.com/office/drawing/2014/main" val="3420959298"/>
                  </a:ext>
                </a:extLst>
              </a:tr>
              <a:tr h="700079">
                <a:tc>
                  <a:txBody>
                    <a:bodyPr/>
                    <a:lstStyle/>
                    <a:p>
                      <a:pPr indent="228600" algn="ctr">
                        <a:lnSpc>
                          <a:spcPct val="120000"/>
                        </a:lnSpc>
                        <a:spcAft>
                          <a:spcPts val="800"/>
                        </a:spcAft>
                        <a:buNone/>
                      </a:pPr>
                      <a:r>
                        <a:rPr lang="en-US" sz="1800" kern="100">
                          <a:effectLst/>
                          <a:latin typeface="Readex Pro" panose="020B0604020202020204" charset="-78"/>
                          <a:cs typeface="Readex Pro" panose="020B0604020202020204" charset="-78"/>
                        </a:rPr>
                        <a:t>C</a:t>
                      </a:r>
                      <a:r>
                        <a:rPr lang="en-US" sz="1800" kern="100" baseline="-25000">
                          <a:effectLst/>
                          <a:latin typeface="Readex Pro" panose="020B0604020202020204" charset="-78"/>
                          <a:cs typeface="Readex Pro" panose="020B0604020202020204" charset="-78"/>
                        </a:rPr>
                        <a:t>M</a:t>
                      </a:r>
                      <a:endParaRPr lang="en-US" sz="1800" kern="100">
                        <a:effectLst/>
                        <a:latin typeface="Readex Pro" panose="020B0604020202020204" charset="-78"/>
                        <a:ea typeface="Aptos" panose="020B0004020202020204" pitchFamily="34" charset="0"/>
                        <a:cs typeface="Readex Pro" panose="020B0604020202020204" charset="-78"/>
                      </a:endParaRPr>
                    </a:p>
                  </a:txBody>
                  <a:tcPr marL="0" marR="114300" marT="152400" marB="152400" anchor="ctr"/>
                </a:tc>
                <a:tc>
                  <a:txBody>
                    <a:bodyPr/>
                    <a:lstStyle/>
                    <a:p>
                      <a:pPr indent="228600" algn="ctr">
                        <a:lnSpc>
                          <a:spcPct val="120000"/>
                        </a:lnSpc>
                        <a:spcAft>
                          <a:spcPts val="800"/>
                        </a:spcAft>
                        <a:buNone/>
                      </a:pPr>
                      <a:r>
                        <a:rPr lang="vi-VN" sz="1800" kern="100" dirty="0">
                          <a:effectLst/>
                          <a:latin typeface="Readex Pro" panose="020B0604020202020204" charset="-78"/>
                          <a:cs typeface="Readex Pro" panose="020B0604020202020204" charset="-78"/>
                        </a:rPr>
                        <a:t>0.20</a:t>
                      </a:r>
                      <a:endParaRPr lang="en-US" sz="1800" kern="100" dirty="0">
                        <a:effectLst/>
                        <a:latin typeface="Readex Pro" panose="020B0604020202020204" charset="-78"/>
                        <a:ea typeface="Aptos" panose="020B0004020202020204" pitchFamily="34" charset="0"/>
                        <a:cs typeface="Readex Pro" panose="020B0604020202020204" charset="-78"/>
                      </a:endParaRPr>
                    </a:p>
                  </a:txBody>
                  <a:tcPr marL="0" marR="114300" marT="152400" marB="152400" anchor="ctr"/>
                </a:tc>
                <a:extLst>
                  <a:ext uri="{0D108BD9-81ED-4DB2-BD59-A6C34878D82A}">
                    <a16:rowId xmlns:a16="http://schemas.microsoft.com/office/drawing/2014/main" val="3504473732"/>
                  </a:ext>
                </a:extLst>
              </a:tr>
              <a:tr h="700079">
                <a:tc>
                  <a:txBody>
                    <a:bodyPr/>
                    <a:lstStyle/>
                    <a:p>
                      <a:pPr indent="228600" algn="ctr">
                        <a:lnSpc>
                          <a:spcPct val="120000"/>
                        </a:lnSpc>
                        <a:spcAft>
                          <a:spcPts val="800"/>
                        </a:spcAft>
                        <a:buNone/>
                      </a:pPr>
                      <a:r>
                        <a:rPr lang="en-US" sz="1800" kern="100">
                          <a:effectLst/>
                          <a:latin typeface="Readex Pro" panose="020B0604020202020204" charset="-78"/>
                          <a:cs typeface="Readex Pro" panose="020B0604020202020204" charset="-78"/>
                        </a:rPr>
                        <a:t>C</a:t>
                      </a:r>
                      <a:r>
                        <a:rPr lang="en-US" sz="1800" kern="100" baseline="-25000">
                          <a:effectLst/>
                          <a:latin typeface="Readex Pro" panose="020B0604020202020204" charset="-78"/>
                          <a:cs typeface="Readex Pro" panose="020B0604020202020204" charset="-78"/>
                        </a:rPr>
                        <a:t>L</a:t>
                      </a:r>
                      <a:endParaRPr lang="en-US" sz="1800" kern="100">
                        <a:effectLst/>
                        <a:latin typeface="Readex Pro" panose="020B0604020202020204" charset="-78"/>
                        <a:ea typeface="Aptos" panose="020B0004020202020204" pitchFamily="34" charset="0"/>
                        <a:cs typeface="Readex Pro" panose="020B0604020202020204" charset="-78"/>
                      </a:endParaRPr>
                    </a:p>
                  </a:txBody>
                  <a:tcPr marL="0" marR="114300" marT="152400" marB="152400" anchor="ctr"/>
                </a:tc>
                <a:tc>
                  <a:txBody>
                    <a:bodyPr/>
                    <a:lstStyle/>
                    <a:p>
                      <a:pPr indent="228600" algn="ctr">
                        <a:lnSpc>
                          <a:spcPct val="120000"/>
                        </a:lnSpc>
                        <a:spcAft>
                          <a:spcPts val="800"/>
                        </a:spcAft>
                        <a:buNone/>
                      </a:pPr>
                      <a:r>
                        <a:rPr lang="vi-VN" sz="1800" kern="100" dirty="0">
                          <a:effectLst/>
                          <a:latin typeface="Readex Pro" panose="020B0604020202020204" charset="-78"/>
                          <a:cs typeface="Readex Pro" panose="020B0604020202020204" charset="-78"/>
                        </a:rPr>
                        <a:t>0.10</a:t>
                      </a:r>
                      <a:endParaRPr lang="en-US" sz="1800" kern="100" dirty="0">
                        <a:effectLst/>
                        <a:latin typeface="Readex Pro" panose="020B0604020202020204" charset="-78"/>
                        <a:ea typeface="Aptos" panose="020B0004020202020204" pitchFamily="34" charset="0"/>
                        <a:cs typeface="Readex Pro" panose="020B0604020202020204" charset="-78"/>
                      </a:endParaRPr>
                    </a:p>
                  </a:txBody>
                  <a:tcPr marL="0" marR="114300" marT="152400" marB="152400" anchor="ctr"/>
                </a:tc>
                <a:extLst>
                  <a:ext uri="{0D108BD9-81ED-4DB2-BD59-A6C34878D82A}">
                    <a16:rowId xmlns:a16="http://schemas.microsoft.com/office/drawing/2014/main" val="1579599419"/>
                  </a:ext>
                </a:extLst>
              </a:tr>
            </a:tbl>
          </a:graphicData>
        </a:graphic>
      </p:graphicFrame>
    </p:spTree>
    <p:extLst>
      <p:ext uri="{BB962C8B-B14F-4D97-AF65-F5344CB8AC3E}">
        <p14:creationId xmlns:p14="http://schemas.microsoft.com/office/powerpoint/2010/main" val="13152231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1428DC-5684-3304-2D7E-8D5D54BD72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BA3865-271B-3260-934F-213FD0B84693}"/>
              </a:ext>
            </a:extLst>
          </p:cNvPr>
          <p:cNvSpPr>
            <a:spLocks noGrp="1"/>
          </p:cNvSpPr>
          <p:nvPr>
            <p:ph type="title"/>
          </p:nvPr>
        </p:nvSpPr>
        <p:spPr>
          <a:xfrm>
            <a:off x="838200" y="152006"/>
            <a:ext cx="11271738" cy="1184426"/>
          </a:xfrm>
        </p:spPr>
        <p:txBody>
          <a:bodyPr/>
          <a:lstStyle/>
          <a:p>
            <a:r>
              <a:rPr lang="en-US" dirty="0" err="1">
                <a:latin typeface="Readex Pro" panose="020B0604020202020204" charset="-78"/>
                <a:cs typeface="Readex Pro" panose="020B0604020202020204" charset="-78"/>
              </a:rPr>
              <a:t>Mô</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hình</a:t>
            </a:r>
            <a:r>
              <a:rPr lang="en-US" dirty="0">
                <a:latin typeface="Readex Pro" panose="020B0604020202020204" charset="-78"/>
                <a:cs typeface="Readex Pro" panose="020B0604020202020204" charset="-78"/>
              </a:rPr>
              <a:t> SAW: "</a:t>
            </a:r>
            <a:r>
              <a:rPr lang="en-US" dirty="0" err="1">
                <a:latin typeface="Readex Pro" panose="020B0604020202020204" charset="-78"/>
                <a:cs typeface="Readex Pro" panose="020B0604020202020204" charset="-78"/>
              </a:rPr>
              <a:t>Số</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hóa</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Tiêu</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chuẩn</a:t>
            </a:r>
            <a:r>
              <a:rPr lang="en-US" dirty="0">
                <a:latin typeface="Readex Pro" panose="020B0604020202020204" charset="-78"/>
                <a:cs typeface="Readex Pro" panose="020B0604020202020204" charset="-78"/>
              </a:rPr>
              <a:t> Bảo </a:t>
            </a:r>
            <a:r>
              <a:rPr lang="en-US" dirty="0" err="1">
                <a:latin typeface="Readex Pro" panose="020B0604020202020204" charset="-78"/>
                <a:cs typeface="Readex Pro" panose="020B0604020202020204" charset="-78"/>
              </a:rPr>
              <a:t>mật</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định</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tính</a:t>
            </a:r>
            <a:endParaRPr lang="en-US" dirty="0">
              <a:latin typeface="Readex Pro" panose="020B0604020202020204" charset="-78"/>
              <a:cs typeface="Readex Pro" panose="020B0604020202020204" charset="-78"/>
            </a:endParaRPr>
          </a:p>
        </p:txBody>
      </p:sp>
      <p:pic>
        <p:nvPicPr>
          <p:cNvPr id="14" name="Picture 13">
            <a:extLst>
              <a:ext uri="{FF2B5EF4-FFF2-40B4-BE49-F238E27FC236}">
                <a16:creationId xmlns:a16="http://schemas.microsoft.com/office/drawing/2014/main" id="{88C9E75E-68E9-6787-60C5-4A1547F6A217}"/>
              </a:ext>
            </a:extLst>
          </p:cNvPr>
          <p:cNvPicPr>
            <a:picLocks noChangeAspect="1"/>
          </p:cNvPicPr>
          <p:nvPr/>
        </p:nvPicPr>
        <p:blipFill>
          <a:blip r:embed="rId3"/>
          <a:stretch>
            <a:fillRect/>
          </a:stretch>
        </p:blipFill>
        <p:spPr>
          <a:xfrm>
            <a:off x="6861914" y="2520857"/>
            <a:ext cx="5248023" cy="2363135"/>
          </a:xfrm>
          <a:prstGeom prst="rect">
            <a:avLst/>
          </a:prstGeom>
        </p:spPr>
      </p:pic>
      <p:sp>
        <p:nvSpPr>
          <p:cNvPr id="4" name="Content Placeholder 2">
            <a:extLst>
              <a:ext uri="{FF2B5EF4-FFF2-40B4-BE49-F238E27FC236}">
                <a16:creationId xmlns:a16="http://schemas.microsoft.com/office/drawing/2014/main" id="{D4389F36-1AAE-059F-514C-206254BFC2C4}"/>
              </a:ext>
            </a:extLst>
          </p:cNvPr>
          <p:cNvSpPr>
            <a:spLocks noGrp="1"/>
          </p:cNvSpPr>
          <p:nvPr>
            <p:ph idx="1"/>
          </p:nvPr>
        </p:nvSpPr>
        <p:spPr>
          <a:xfrm>
            <a:off x="-477671" y="1336432"/>
            <a:ext cx="9297196" cy="4827429"/>
          </a:xfrm>
        </p:spPr>
        <p:txBody>
          <a:bodyPr>
            <a:noAutofit/>
          </a:bodyPr>
          <a:lstStyle/>
          <a:p>
            <a:pPr lvl="1" algn="l" eaLnBrk="0" fontAlgn="base" hangingPunct="0">
              <a:lnSpc>
                <a:spcPct val="200000"/>
              </a:lnSpc>
              <a:spcBef>
                <a:spcPct val="0"/>
              </a:spcBef>
              <a:spcAft>
                <a:spcPct val="0"/>
              </a:spcAft>
            </a:pPr>
            <a:r>
              <a:rPr lang="en-US" altLang="en-US" sz="1800" b="1" dirty="0" err="1">
                <a:latin typeface="Readex Pro" panose="020B0604020202020204" charset="-78"/>
                <a:cs typeface="Readex Pro" panose="020B0604020202020204" charset="-78"/>
              </a:rPr>
              <a:t>Lỗ</a:t>
            </a:r>
            <a:r>
              <a:rPr lang="en-US" altLang="en-US" sz="1800" b="1" dirty="0">
                <a:latin typeface="Readex Pro" panose="020B0604020202020204" charset="-78"/>
                <a:cs typeface="Readex Pro" panose="020B0604020202020204" charset="-78"/>
              </a:rPr>
              <a:t> </a:t>
            </a:r>
            <a:r>
              <a:rPr lang="en-US" altLang="en-US" sz="1800" b="1" dirty="0" err="1">
                <a:latin typeface="Readex Pro" panose="020B0604020202020204" charset="-78"/>
                <a:cs typeface="Readex Pro" panose="020B0604020202020204" charset="-78"/>
              </a:rPr>
              <a:t>hổng</a:t>
            </a:r>
            <a:r>
              <a:rPr lang="en-US" altLang="en-US" sz="1800" b="1" dirty="0">
                <a:latin typeface="Readex Pro" panose="020B0604020202020204" charset="-78"/>
                <a:cs typeface="Readex Pro" panose="020B0604020202020204" charset="-78"/>
              </a:rPr>
              <a:t> (CV):</a:t>
            </a:r>
            <a:r>
              <a:rPr lang="en-US" altLang="en-US" sz="1800" dirty="0">
                <a:latin typeface="Readex Pro" panose="020B0604020202020204" charset="-78"/>
                <a:cs typeface="Readex Pro" panose="020B0604020202020204" charset="-78"/>
              </a:rPr>
              <a:t> Critical (0đ), High (2đ), Medium (5đ), Low (8đ), None (10đ).</a:t>
            </a:r>
          </a:p>
          <a:p>
            <a:pPr lvl="1" algn="l" eaLnBrk="0" fontAlgn="base" hangingPunct="0">
              <a:lnSpc>
                <a:spcPct val="200000"/>
              </a:lnSpc>
              <a:spcBef>
                <a:spcPct val="0"/>
              </a:spcBef>
              <a:spcAft>
                <a:spcPct val="0"/>
              </a:spcAft>
            </a:pPr>
            <a:r>
              <a:rPr lang="en-US" altLang="en-US" sz="1800" b="1" dirty="0" err="1">
                <a:latin typeface="Readex Pro" panose="020B0604020202020204" charset="-78"/>
                <a:cs typeface="Readex Pro" panose="020B0604020202020204" charset="-78"/>
              </a:rPr>
              <a:t>Toàn</a:t>
            </a:r>
            <a:r>
              <a:rPr lang="en-US" altLang="en-US" sz="1800" b="1" dirty="0">
                <a:latin typeface="Readex Pro" panose="020B0604020202020204" charset="-78"/>
                <a:cs typeface="Readex Pro" panose="020B0604020202020204" charset="-78"/>
              </a:rPr>
              <a:t> </a:t>
            </a:r>
            <a:r>
              <a:rPr lang="en-US" altLang="en-US" sz="1800" b="1" dirty="0" err="1">
                <a:latin typeface="Readex Pro" panose="020B0604020202020204" charset="-78"/>
                <a:cs typeface="Readex Pro" panose="020B0604020202020204" charset="-78"/>
              </a:rPr>
              <a:t>vẹn</a:t>
            </a:r>
            <a:r>
              <a:rPr lang="en-US" altLang="en-US" sz="1800" b="1" dirty="0">
                <a:latin typeface="Readex Pro" panose="020B0604020202020204" charset="-78"/>
                <a:cs typeface="Readex Pro" panose="020B0604020202020204" charset="-78"/>
              </a:rPr>
              <a:t> (CI):</a:t>
            </a:r>
            <a:r>
              <a:rPr lang="en-US" altLang="en-US" sz="1800" dirty="0">
                <a:latin typeface="Readex Pro" panose="020B0604020202020204" charset="-78"/>
                <a:cs typeface="Readex Pro" panose="020B0604020202020204" charset="-78"/>
              </a:rPr>
              <a:t> </a:t>
            </a:r>
            <a:r>
              <a:rPr lang="en-US" altLang="en-US" sz="1800" dirty="0" err="1">
                <a:latin typeface="Readex Pro" panose="020B0604020202020204" charset="-78"/>
                <a:cs typeface="Readex Pro" panose="020B0604020202020204" charset="-78"/>
              </a:rPr>
              <a:t>Có</a:t>
            </a:r>
            <a:r>
              <a:rPr lang="en-US" altLang="en-US" sz="1800" dirty="0">
                <a:latin typeface="Readex Pro" panose="020B0604020202020204" charset="-78"/>
                <a:cs typeface="Readex Pro" panose="020B0604020202020204" charset="-78"/>
              </a:rPr>
              <a:t> </a:t>
            </a:r>
            <a:r>
              <a:rPr lang="en-US" altLang="en-US" sz="1800" dirty="0" err="1">
                <a:latin typeface="Readex Pro" panose="020B0604020202020204" charset="-78"/>
                <a:cs typeface="Readex Pro" panose="020B0604020202020204" charset="-78"/>
              </a:rPr>
              <a:t>chữ</a:t>
            </a:r>
            <a:r>
              <a:rPr lang="en-US" altLang="en-US" sz="1800" dirty="0">
                <a:latin typeface="Readex Pro" panose="020B0604020202020204" charset="-78"/>
                <a:cs typeface="Readex Pro" panose="020B0604020202020204" charset="-78"/>
              </a:rPr>
              <a:t> </a:t>
            </a:r>
            <a:r>
              <a:rPr lang="en-US" altLang="en-US" sz="1800" dirty="0" err="1">
                <a:latin typeface="Readex Pro" panose="020B0604020202020204" charset="-78"/>
                <a:cs typeface="Readex Pro" panose="020B0604020202020204" charset="-78"/>
              </a:rPr>
              <a:t>ký</a:t>
            </a:r>
            <a:r>
              <a:rPr lang="en-US" altLang="en-US" sz="1800" dirty="0">
                <a:latin typeface="Readex Pro" panose="020B0604020202020204" charset="-78"/>
                <a:cs typeface="Readex Pro" panose="020B0604020202020204" charset="-78"/>
              </a:rPr>
              <a:t> </a:t>
            </a:r>
            <a:r>
              <a:rPr lang="en-US" altLang="en-US" sz="1800" dirty="0" err="1">
                <a:latin typeface="Readex Pro" panose="020B0604020202020204" charset="-78"/>
                <a:cs typeface="Readex Pro" panose="020B0604020202020204" charset="-78"/>
              </a:rPr>
              <a:t>số</a:t>
            </a:r>
            <a:r>
              <a:rPr lang="en-US" altLang="en-US" sz="1800" dirty="0">
                <a:latin typeface="Readex Pro" panose="020B0604020202020204" charset="-78"/>
                <a:cs typeface="Readex Pro" panose="020B0604020202020204" charset="-78"/>
              </a:rPr>
              <a:t> (10đ), </a:t>
            </a:r>
            <a:r>
              <a:rPr lang="en-US" altLang="en-US" sz="1800" dirty="0" err="1">
                <a:latin typeface="Readex Pro" panose="020B0604020202020204" charset="-78"/>
                <a:cs typeface="Readex Pro" panose="020B0604020202020204" charset="-78"/>
              </a:rPr>
              <a:t>Chỉ</a:t>
            </a:r>
            <a:r>
              <a:rPr lang="en-US" altLang="en-US" sz="1800" dirty="0">
                <a:latin typeface="Readex Pro" panose="020B0604020202020204" charset="-78"/>
                <a:cs typeface="Readex Pro" panose="020B0604020202020204" charset="-78"/>
              </a:rPr>
              <a:t> </a:t>
            </a:r>
            <a:r>
              <a:rPr lang="en-US" altLang="en-US" sz="1800" dirty="0" err="1">
                <a:latin typeface="Readex Pro" panose="020B0604020202020204" charset="-78"/>
                <a:cs typeface="Readex Pro" panose="020B0604020202020204" charset="-78"/>
              </a:rPr>
              <a:t>có</a:t>
            </a:r>
            <a:r>
              <a:rPr lang="en-US" altLang="en-US" sz="1800" dirty="0">
                <a:latin typeface="Readex Pro" panose="020B0604020202020204" charset="-78"/>
                <a:cs typeface="Readex Pro" panose="020B0604020202020204" charset="-78"/>
              </a:rPr>
              <a:t> Hash (6đ), </a:t>
            </a:r>
            <a:r>
              <a:rPr lang="en-US" altLang="en-US" sz="1800" dirty="0" err="1">
                <a:latin typeface="Readex Pro" panose="020B0604020202020204" charset="-78"/>
                <a:cs typeface="Readex Pro" panose="020B0604020202020204" charset="-78"/>
              </a:rPr>
              <a:t>Không</a:t>
            </a:r>
            <a:r>
              <a:rPr lang="en-US" altLang="en-US" sz="1800" dirty="0">
                <a:latin typeface="Readex Pro" panose="020B0604020202020204" charset="-78"/>
                <a:cs typeface="Readex Pro" panose="020B0604020202020204" charset="-78"/>
              </a:rPr>
              <a:t> </a:t>
            </a:r>
            <a:r>
              <a:rPr lang="en-US" altLang="en-US" sz="1800" dirty="0" err="1">
                <a:latin typeface="Readex Pro" panose="020B0604020202020204" charset="-78"/>
                <a:cs typeface="Readex Pro" panose="020B0604020202020204" charset="-78"/>
              </a:rPr>
              <a:t>xác</a:t>
            </a:r>
            <a:r>
              <a:rPr lang="en-US" altLang="en-US" sz="1800" dirty="0">
                <a:latin typeface="Readex Pro" panose="020B0604020202020204" charset="-78"/>
                <a:cs typeface="Readex Pro" panose="020B0604020202020204" charset="-78"/>
              </a:rPr>
              <a:t> </a:t>
            </a:r>
            <a:r>
              <a:rPr lang="en-US" altLang="en-US" sz="1800" dirty="0" err="1">
                <a:latin typeface="Readex Pro" panose="020B0604020202020204" charset="-78"/>
                <a:cs typeface="Readex Pro" panose="020B0604020202020204" charset="-78"/>
              </a:rPr>
              <a:t>thực</a:t>
            </a:r>
            <a:r>
              <a:rPr lang="en-US" altLang="en-US" sz="1800" dirty="0">
                <a:latin typeface="Readex Pro" panose="020B0604020202020204" charset="-78"/>
                <a:cs typeface="Readex Pro" panose="020B0604020202020204" charset="-78"/>
              </a:rPr>
              <a:t> (0đ).</a:t>
            </a:r>
          </a:p>
          <a:p>
            <a:pPr lvl="1" algn="l" eaLnBrk="0" fontAlgn="base" hangingPunct="0">
              <a:lnSpc>
                <a:spcPct val="200000"/>
              </a:lnSpc>
              <a:spcBef>
                <a:spcPct val="0"/>
              </a:spcBef>
              <a:spcAft>
                <a:spcPct val="0"/>
              </a:spcAft>
            </a:pPr>
            <a:r>
              <a:rPr lang="en-US" altLang="en-US" sz="1800" b="1" dirty="0">
                <a:latin typeface="Readex Pro" panose="020B0604020202020204" charset="-78"/>
                <a:cs typeface="Readex Pro" panose="020B0604020202020204" charset="-78"/>
              </a:rPr>
              <a:t>CL (License):</a:t>
            </a:r>
            <a:r>
              <a:rPr lang="en-US" altLang="en-US" sz="1800" dirty="0">
                <a:latin typeface="Readex Pro" panose="020B0604020202020204" charset="-78"/>
                <a:cs typeface="Readex Pro" panose="020B0604020202020204" charset="-78"/>
              </a:rPr>
              <a:t> </a:t>
            </a:r>
          </a:p>
          <a:p>
            <a:pPr marL="1257300" lvl="2" indent="-342900" algn="l" eaLnBrk="0" fontAlgn="base" hangingPunct="0">
              <a:lnSpc>
                <a:spcPct val="200000"/>
              </a:lnSpc>
              <a:spcBef>
                <a:spcPct val="0"/>
              </a:spcBef>
              <a:spcAft>
                <a:spcPct val="0"/>
              </a:spcAft>
              <a:buFont typeface="Arial" panose="020B0604020202020204" pitchFamily="34" charset="0"/>
              <a:buChar char="•"/>
            </a:pPr>
            <a:r>
              <a:rPr lang="en-US" altLang="en-US" sz="1800" dirty="0" err="1">
                <a:latin typeface="Readex Pro" panose="020B0604020202020204" charset="-78"/>
                <a:cs typeface="Readex Pro" panose="020B0604020202020204" charset="-78"/>
              </a:rPr>
              <a:t>Giấy</a:t>
            </a:r>
            <a:r>
              <a:rPr lang="en-US" altLang="en-US" sz="1800" dirty="0">
                <a:latin typeface="Readex Pro" panose="020B0604020202020204" charset="-78"/>
                <a:cs typeface="Readex Pro" panose="020B0604020202020204" charset="-78"/>
              </a:rPr>
              <a:t> </a:t>
            </a:r>
            <a:r>
              <a:rPr lang="en-US" altLang="en-US" sz="1800" dirty="0" err="1">
                <a:latin typeface="Readex Pro" panose="020B0604020202020204" charset="-78"/>
                <a:cs typeface="Readex Pro" panose="020B0604020202020204" charset="-78"/>
              </a:rPr>
              <a:t>phép</a:t>
            </a:r>
            <a:r>
              <a:rPr lang="en-US" altLang="en-US" sz="1800" dirty="0">
                <a:latin typeface="Readex Pro" panose="020B0604020202020204" charset="-78"/>
                <a:cs typeface="Readex Pro" panose="020B0604020202020204" charset="-78"/>
              </a:rPr>
              <a:t> Permissive (MIT</a:t>
            </a:r>
            <a:r>
              <a:rPr lang="en-US" sz="1800" b="1" dirty="0"/>
              <a:t>, </a:t>
            </a:r>
            <a:r>
              <a:rPr lang="en-US" sz="1800" dirty="0"/>
              <a:t>Apache, hay GPL</a:t>
            </a:r>
            <a:r>
              <a:rPr lang="en-US" altLang="en-US" sz="1800" dirty="0">
                <a:latin typeface="Readex Pro" panose="020B0604020202020204" charset="-78"/>
                <a:cs typeface="Readex Pro" panose="020B0604020202020204" charset="-78"/>
              </a:rPr>
              <a:t>): </a:t>
            </a:r>
            <a:r>
              <a:rPr lang="en-US" altLang="en-US" sz="1800" b="1" dirty="0">
                <a:latin typeface="Readex Pro" panose="020B0604020202020204" charset="-78"/>
                <a:cs typeface="Readex Pro" panose="020B0604020202020204" charset="-78"/>
              </a:rPr>
              <a:t>10đ</a:t>
            </a:r>
            <a:r>
              <a:rPr lang="en-US" altLang="en-US" sz="1800" dirty="0">
                <a:latin typeface="Readex Pro" panose="020B0604020202020204" charset="-78"/>
                <a:cs typeface="Readex Pro" panose="020B0604020202020204" charset="-78"/>
              </a:rPr>
              <a:t>.</a:t>
            </a:r>
          </a:p>
          <a:p>
            <a:pPr marL="1257300" lvl="2" indent="-342900" algn="l" eaLnBrk="0" fontAlgn="base" hangingPunct="0">
              <a:lnSpc>
                <a:spcPct val="200000"/>
              </a:lnSpc>
              <a:spcBef>
                <a:spcPct val="0"/>
              </a:spcBef>
              <a:spcAft>
                <a:spcPct val="0"/>
              </a:spcAft>
              <a:buFont typeface="Arial" panose="020B0604020202020204" pitchFamily="34" charset="0"/>
              <a:buChar char="•"/>
            </a:pPr>
            <a:r>
              <a:rPr lang="en-US" altLang="en-US" sz="1800" dirty="0" err="1">
                <a:latin typeface="Readex Pro" panose="020B0604020202020204" charset="-78"/>
                <a:cs typeface="Readex Pro" panose="020B0604020202020204" charset="-78"/>
              </a:rPr>
              <a:t>Không</a:t>
            </a:r>
            <a:r>
              <a:rPr lang="en-US" altLang="en-US" sz="1800" dirty="0">
                <a:latin typeface="Readex Pro" panose="020B0604020202020204" charset="-78"/>
                <a:cs typeface="Readex Pro" panose="020B0604020202020204" charset="-78"/>
              </a:rPr>
              <a:t> </a:t>
            </a:r>
            <a:r>
              <a:rPr lang="en-US" altLang="en-US" sz="1800" dirty="0" err="1">
                <a:latin typeface="Readex Pro" panose="020B0604020202020204" charset="-78"/>
                <a:cs typeface="Readex Pro" panose="020B0604020202020204" charset="-78"/>
              </a:rPr>
              <a:t>rõ</a:t>
            </a:r>
            <a:r>
              <a:rPr lang="en-US" altLang="en-US" sz="1800" dirty="0">
                <a:latin typeface="Readex Pro" panose="020B0604020202020204" charset="-78"/>
                <a:cs typeface="Readex Pro" panose="020B0604020202020204" charset="-78"/>
              </a:rPr>
              <a:t> </a:t>
            </a:r>
            <a:r>
              <a:rPr lang="en-US" altLang="en-US" sz="1800" dirty="0" err="1">
                <a:latin typeface="Readex Pro" panose="020B0604020202020204" charset="-78"/>
                <a:cs typeface="Readex Pro" panose="020B0604020202020204" charset="-78"/>
              </a:rPr>
              <a:t>ràng</a:t>
            </a:r>
            <a:r>
              <a:rPr lang="en-US" altLang="en-US" sz="1800" dirty="0">
                <a:latin typeface="Readex Pro" panose="020B0604020202020204" charset="-78"/>
                <a:cs typeface="Readex Pro" panose="020B0604020202020204" charset="-78"/>
              </a:rPr>
              <a:t>/</a:t>
            </a:r>
            <a:r>
              <a:rPr lang="en-US" altLang="en-US" sz="1800" dirty="0" err="1">
                <a:latin typeface="Readex Pro" panose="020B0604020202020204" charset="-78"/>
                <a:cs typeface="Readex Pro" panose="020B0604020202020204" charset="-78"/>
              </a:rPr>
              <a:t>Không</a:t>
            </a:r>
            <a:r>
              <a:rPr lang="en-US" altLang="en-US" sz="1800" dirty="0">
                <a:latin typeface="Readex Pro" panose="020B0604020202020204" charset="-78"/>
                <a:cs typeface="Readex Pro" panose="020B0604020202020204" charset="-78"/>
              </a:rPr>
              <a:t> </a:t>
            </a:r>
            <a:r>
              <a:rPr lang="en-US" altLang="en-US" sz="1800" dirty="0" err="1">
                <a:latin typeface="Readex Pro" panose="020B0604020202020204" charset="-78"/>
                <a:cs typeface="Readex Pro" panose="020B0604020202020204" charset="-78"/>
              </a:rPr>
              <a:t>có</a:t>
            </a:r>
            <a:r>
              <a:rPr lang="en-US" altLang="en-US" sz="1800" dirty="0">
                <a:latin typeface="Readex Pro" panose="020B0604020202020204" charset="-78"/>
                <a:cs typeface="Readex Pro" panose="020B0604020202020204" charset="-78"/>
              </a:rPr>
              <a:t> </a:t>
            </a:r>
            <a:r>
              <a:rPr lang="en-US" altLang="en-US" sz="1800" dirty="0" err="1">
                <a:latin typeface="Readex Pro" panose="020B0604020202020204" charset="-78"/>
                <a:cs typeface="Readex Pro" panose="020B0604020202020204" charset="-78"/>
              </a:rPr>
              <a:t>giấy</a:t>
            </a:r>
            <a:r>
              <a:rPr lang="en-US" altLang="en-US" sz="1800" dirty="0">
                <a:latin typeface="Readex Pro" panose="020B0604020202020204" charset="-78"/>
                <a:cs typeface="Readex Pro" panose="020B0604020202020204" charset="-78"/>
              </a:rPr>
              <a:t> </a:t>
            </a:r>
            <a:r>
              <a:rPr lang="en-US" altLang="en-US" sz="1800" dirty="0" err="1">
                <a:latin typeface="Readex Pro" panose="020B0604020202020204" charset="-78"/>
                <a:cs typeface="Readex Pro" panose="020B0604020202020204" charset="-78"/>
              </a:rPr>
              <a:t>phép</a:t>
            </a:r>
            <a:r>
              <a:rPr lang="en-US" altLang="en-US" sz="1800" dirty="0">
                <a:latin typeface="Readex Pro" panose="020B0604020202020204" charset="-78"/>
                <a:cs typeface="Readex Pro" panose="020B0604020202020204" charset="-78"/>
              </a:rPr>
              <a:t>: </a:t>
            </a:r>
            <a:r>
              <a:rPr lang="en-US" altLang="en-US" sz="1800" b="1" dirty="0">
                <a:latin typeface="Readex Pro" panose="020B0604020202020204" charset="-78"/>
                <a:cs typeface="Readex Pro" panose="020B0604020202020204" charset="-78"/>
              </a:rPr>
              <a:t>0đ</a:t>
            </a:r>
            <a:r>
              <a:rPr lang="en-US" altLang="en-US" sz="1800" dirty="0">
                <a:latin typeface="Readex Pro" panose="020B0604020202020204" charset="-78"/>
                <a:cs typeface="Readex Pro" panose="020B0604020202020204" charset="-78"/>
              </a:rPr>
              <a:t>.</a:t>
            </a:r>
          </a:p>
          <a:p>
            <a:pPr lvl="1" algn="l" eaLnBrk="0" fontAlgn="base" hangingPunct="0">
              <a:lnSpc>
                <a:spcPct val="200000"/>
              </a:lnSpc>
              <a:spcBef>
                <a:spcPct val="0"/>
              </a:spcBef>
              <a:spcAft>
                <a:spcPct val="0"/>
              </a:spcAft>
            </a:pPr>
            <a:r>
              <a:rPr lang="en-US" altLang="en-US" sz="1800" b="1" dirty="0">
                <a:latin typeface="Readex Pro" panose="020B0604020202020204" charset="-78"/>
                <a:cs typeface="Readex Pro" panose="020B0604020202020204" charset="-78"/>
              </a:rPr>
              <a:t>CM (Maintenance):</a:t>
            </a:r>
            <a:r>
              <a:rPr lang="en-US" altLang="en-US" sz="1800" dirty="0">
                <a:latin typeface="Readex Pro" panose="020B0604020202020204" charset="-78"/>
                <a:cs typeface="Readex Pro" panose="020B0604020202020204" charset="-78"/>
              </a:rPr>
              <a:t> CM = (M1 + M2) / 2.</a:t>
            </a:r>
          </a:p>
          <a:p>
            <a:pPr marL="1257300" lvl="2" indent="-342900" algn="l" eaLnBrk="0" fontAlgn="base" hangingPunct="0">
              <a:lnSpc>
                <a:spcPct val="200000"/>
              </a:lnSpc>
              <a:spcBef>
                <a:spcPct val="0"/>
              </a:spcBef>
              <a:spcAft>
                <a:spcPct val="0"/>
              </a:spcAft>
              <a:buFont typeface="Arial" panose="020B0604020202020204" pitchFamily="34" charset="0"/>
              <a:buChar char="•"/>
            </a:pPr>
            <a:r>
              <a:rPr lang="en-US" altLang="en-US" sz="1800" dirty="0">
                <a:latin typeface="Readex Pro" panose="020B0604020202020204" charset="-78"/>
                <a:cs typeface="Readex Pro" panose="020B0604020202020204" charset="-78"/>
              </a:rPr>
              <a:t>M1 (</a:t>
            </a:r>
            <a:r>
              <a:rPr lang="en-US" altLang="en-US" sz="1800" dirty="0" err="1">
                <a:latin typeface="Readex Pro" panose="020B0604020202020204" charset="-78"/>
                <a:cs typeface="Readex Pro" panose="020B0604020202020204" charset="-78"/>
              </a:rPr>
              <a:t>Thời</a:t>
            </a:r>
            <a:r>
              <a:rPr lang="en-US" altLang="en-US" sz="1800" dirty="0">
                <a:latin typeface="Readex Pro" panose="020B0604020202020204" charset="-78"/>
                <a:cs typeface="Readex Pro" panose="020B0604020202020204" charset="-78"/>
              </a:rPr>
              <a:t> </a:t>
            </a:r>
            <a:r>
              <a:rPr lang="en-US" altLang="en-US" sz="1800" dirty="0" err="1">
                <a:latin typeface="Readex Pro" panose="020B0604020202020204" charset="-78"/>
                <a:cs typeface="Readex Pro" panose="020B0604020202020204" charset="-78"/>
              </a:rPr>
              <a:t>gian</a:t>
            </a:r>
            <a:r>
              <a:rPr lang="en-US" altLang="en-US" sz="1800" dirty="0">
                <a:latin typeface="Readex Pro" panose="020B0604020202020204" charset="-78"/>
                <a:cs typeface="Readex Pro" panose="020B0604020202020204" charset="-78"/>
              </a:rPr>
              <a:t> commit </a:t>
            </a:r>
            <a:r>
              <a:rPr lang="en-US" altLang="en-US" sz="1800" dirty="0" err="1">
                <a:latin typeface="Readex Pro" panose="020B0604020202020204" charset="-78"/>
                <a:cs typeface="Readex Pro" panose="020B0604020202020204" charset="-78"/>
              </a:rPr>
              <a:t>cuối</a:t>
            </a:r>
            <a:r>
              <a:rPr lang="en-US" altLang="en-US" sz="1800" dirty="0">
                <a:latin typeface="Readex Pro" panose="020B0604020202020204" charset="-78"/>
                <a:cs typeface="Readex Pro" panose="020B0604020202020204" charset="-78"/>
              </a:rPr>
              <a:t>): &lt; 3 </a:t>
            </a:r>
            <a:r>
              <a:rPr lang="en-US" altLang="en-US" sz="1800" dirty="0" err="1">
                <a:latin typeface="Readex Pro" panose="020B0604020202020204" charset="-78"/>
                <a:cs typeface="Readex Pro" panose="020B0604020202020204" charset="-78"/>
              </a:rPr>
              <a:t>tháng</a:t>
            </a:r>
            <a:r>
              <a:rPr lang="en-US" altLang="en-US" sz="1800" dirty="0">
                <a:latin typeface="Readex Pro" panose="020B0604020202020204" charset="-78"/>
                <a:cs typeface="Readex Pro" panose="020B0604020202020204" charset="-78"/>
              </a:rPr>
              <a:t> (</a:t>
            </a:r>
            <a:r>
              <a:rPr lang="en-US" altLang="en-US" sz="1800" b="1" dirty="0">
                <a:latin typeface="Readex Pro" panose="020B0604020202020204" charset="-78"/>
                <a:cs typeface="Readex Pro" panose="020B0604020202020204" charset="-78"/>
              </a:rPr>
              <a:t>10đ</a:t>
            </a:r>
            <a:r>
              <a:rPr lang="en-US" altLang="en-US" sz="1800" dirty="0">
                <a:latin typeface="Readex Pro" panose="020B0604020202020204" charset="-78"/>
                <a:cs typeface="Readex Pro" panose="020B0604020202020204" charset="-78"/>
              </a:rPr>
              <a:t>); &lt; 1 </a:t>
            </a:r>
            <a:r>
              <a:rPr lang="en-US" altLang="en-US" sz="1800" dirty="0" err="1">
                <a:latin typeface="Readex Pro" panose="020B0604020202020204" charset="-78"/>
                <a:cs typeface="Readex Pro" panose="020B0604020202020204" charset="-78"/>
              </a:rPr>
              <a:t>năm</a:t>
            </a:r>
            <a:r>
              <a:rPr lang="en-US" altLang="en-US" sz="1800" dirty="0">
                <a:latin typeface="Readex Pro" panose="020B0604020202020204" charset="-78"/>
                <a:cs typeface="Readex Pro" panose="020B0604020202020204" charset="-78"/>
              </a:rPr>
              <a:t> (</a:t>
            </a:r>
            <a:r>
              <a:rPr lang="en-US" altLang="en-US" sz="1800" b="1" dirty="0">
                <a:latin typeface="Readex Pro" panose="020B0604020202020204" charset="-78"/>
                <a:cs typeface="Readex Pro" panose="020B0604020202020204" charset="-78"/>
              </a:rPr>
              <a:t>5đ</a:t>
            </a:r>
            <a:r>
              <a:rPr lang="en-US" altLang="en-US" sz="1800" dirty="0">
                <a:latin typeface="Readex Pro" panose="020B0604020202020204" charset="-78"/>
                <a:cs typeface="Readex Pro" panose="020B0604020202020204" charset="-78"/>
              </a:rPr>
              <a:t>); &gt; 1 </a:t>
            </a:r>
            <a:r>
              <a:rPr lang="en-US" altLang="en-US" sz="1800" dirty="0" err="1">
                <a:latin typeface="Readex Pro" panose="020B0604020202020204" charset="-78"/>
                <a:cs typeface="Readex Pro" panose="020B0604020202020204" charset="-78"/>
              </a:rPr>
              <a:t>năm</a:t>
            </a:r>
            <a:r>
              <a:rPr lang="en-US" altLang="en-US" sz="1800" dirty="0">
                <a:latin typeface="Readex Pro" panose="020B0604020202020204" charset="-78"/>
                <a:cs typeface="Readex Pro" panose="020B0604020202020204" charset="-78"/>
              </a:rPr>
              <a:t> (</a:t>
            </a:r>
            <a:r>
              <a:rPr lang="en-US" altLang="en-US" sz="1800" b="1" dirty="0">
                <a:latin typeface="Readex Pro" panose="020B0604020202020204" charset="-78"/>
                <a:cs typeface="Readex Pro" panose="020B0604020202020204" charset="-78"/>
              </a:rPr>
              <a:t>0đ</a:t>
            </a:r>
            <a:r>
              <a:rPr lang="en-US" altLang="en-US" sz="1800" dirty="0">
                <a:latin typeface="Readex Pro" panose="020B0604020202020204" charset="-78"/>
                <a:cs typeface="Readex Pro" panose="020B0604020202020204" charset="-78"/>
              </a:rPr>
              <a:t>).</a:t>
            </a:r>
          </a:p>
          <a:p>
            <a:pPr marL="1257300" lvl="2" indent="-342900" algn="l" eaLnBrk="0" fontAlgn="base" hangingPunct="0">
              <a:lnSpc>
                <a:spcPct val="200000"/>
              </a:lnSpc>
              <a:spcBef>
                <a:spcPct val="0"/>
              </a:spcBef>
              <a:spcAft>
                <a:spcPct val="0"/>
              </a:spcAft>
              <a:buFont typeface="Arial" panose="020B0604020202020204" pitchFamily="34" charset="0"/>
              <a:buChar char="•"/>
            </a:pPr>
            <a:r>
              <a:rPr lang="en-US" altLang="en-US" sz="1800" dirty="0">
                <a:latin typeface="Readex Pro" panose="020B0604020202020204" charset="-78"/>
                <a:cs typeface="Readex Pro" panose="020B0604020202020204" charset="-78"/>
              </a:rPr>
              <a:t>M2 (</a:t>
            </a:r>
            <a:r>
              <a:rPr lang="en-US" altLang="en-US" sz="1800" dirty="0" err="1">
                <a:latin typeface="Readex Pro" panose="020B0604020202020204" charset="-78"/>
                <a:cs typeface="Readex Pro" panose="020B0604020202020204" charset="-78"/>
              </a:rPr>
              <a:t>Cộng</a:t>
            </a:r>
            <a:r>
              <a:rPr lang="en-US" altLang="en-US" sz="1800" dirty="0">
                <a:latin typeface="Readex Pro" panose="020B0604020202020204" charset="-78"/>
                <a:cs typeface="Readex Pro" panose="020B0604020202020204" charset="-78"/>
              </a:rPr>
              <a:t> </a:t>
            </a:r>
            <a:r>
              <a:rPr lang="en-US" altLang="en-US" sz="1800" dirty="0" err="1">
                <a:latin typeface="Readex Pro" panose="020B0604020202020204" charset="-78"/>
                <a:cs typeface="Readex Pro" panose="020B0604020202020204" charset="-78"/>
              </a:rPr>
              <a:t>đồng</a:t>
            </a:r>
            <a:r>
              <a:rPr lang="en-US" altLang="en-US" sz="1800" dirty="0">
                <a:latin typeface="Readex Pro" panose="020B0604020202020204" charset="-78"/>
                <a:cs typeface="Readex Pro" panose="020B0604020202020204" charset="-78"/>
              </a:rPr>
              <a:t>): &gt; 5 maintainers </a:t>
            </a:r>
            <a:r>
              <a:rPr lang="en-US" altLang="en-US" sz="1800" dirty="0" err="1">
                <a:latin typeface="Readex Pro" panose="020B0604020202020204" charset="-78"/>
                <a:cs typeface="Readex Pro" panose="020B0604020202020204" charset="-78"/>
              </a:rPr>
              <a:t>hoạt</a:t>
            </a:r>
            <a:r>
              <a:rPr lang="en-US" altLang="en-US" sz="1800" dirty="0">
                <a:latin typeface="Readex Pro" panose="020B0604020202020204" charset="-78"/>
                <a:cs typeface="Readex Pro" panose="020B0604020202020204" charset="-78"/>
              </a:rPr>
              <a:t> </a:t>
            </a:r>
            <a:r>
              <a:rPr lang="en-US" altLang="en-US" sz="1800" dirty="0" err="1">
                <a:latin typeface="Readex Pro" panose="020B0604020202020204" charset="-78"/>
                <a:cs typeface="Readex Pro" panose="020B0604020202020204" charset="-78"/>
              </a:rPr>
              <a:t>động</a:t>
            </a:r>
            <a:r>
              <a:rPr lang="en-US" altLang="en-US" sz="1800" dirty="0">
                <a:latin typeface="Readex Pro" panose="020B0604020202020204" charset="-78"/>
                <a:cs typeface="Readex Pro" panose="020B0604020202020204" charset="-78"/>
              </a:rPr>
              <a:t> (</a:t>
            </a:r>
            <a:r>
              <a:rPr lang="en-US" altLang="en-US" sz="1800" b="1" dirty="0">
                <a:latin typeface="Readex Pro" panose="020B0604020202020204" charset="-78"/>
                <a:cs typeface="Readex Pro" panose="020B0604020202020204" charset="-78"/>
              </a:rPr>
              <a:t>10đ</a:t>
            </a:r>
            <a:r>
              <a:rPr lang="en-US" altLang="en-US" sz="1800" dirty="0">
                <a:latin typeface="Readex Pro" panose="020B0604020202020204" charset="-78"/>
                <a:cs typeface="Readex Pro" panose="020B0604020202020204" charset="-78"/>
              </a:rPr>
              <a:t>); 1-2 maintainers (</a:t>
            </a:r>
            <a:r>
              <a:rPr lang="en-US" altLang="en-US" sz="1800" b="1" dirty="0">
                <a:latin typeface="Readex Pro" panose="020B0604020202020204" charset="-78"/>
                <a:cs typeface="Readex Pro" panose="020B0604020202020204" charset="-78"/>
              </a:rPr>
              <a:t>3đ</a:t>
            </a:r>
            <a:r>
              <a:rPr lang="en-US" altLang="en-US" sz="1800" dirty="0">
                <a:latin typeface="Readex Pro" panose="020B0604020202020204" charset="-78"/>
                <a:cs typeface="Readex Pro" panose="020B0604020202020204" charset="-78"/>
              </a:rPr>
              <a:t>).</a:t>
            </a:r>
          </a:p>
        </p:txBody>
      </p:sp>
    </p:spTree>
    <p:extLst>
      <p:ext uri="{BB962C8B-B14F-4D97-AF65-F5344CB8AC3E}">
        <p14:creationId xmlns:p14="http://schemas.microsoft.com/office/powerpoint/2010/main" val="42135137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869C9E-3429-1B19-0CBC-D7DE89E35D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6829AF-1E35-0556-5717-DB5E93C6BF6A}"/>
              </a:ext>
            </a:extLst>
          </p:cNvPr>
          <p:cNvSpPr>
            <a:spLocks noGrp="1"/>
          </p:cNvSpPr>
          <p:nvPr>
            <p:ph type="ctrTitle"/>
          </p:nvPr>
        </p:nvSpPr>
        <p:spPr>
          <a:xfrm>
            <a:off x="1443567" y="1773238"/>
            <a:ext cx="10029565" cy="1655762"/>
          </a:xfrm>
        </p:spPr>
        <p:txBody>
          <a:bodyPr/>
          <a:lstStyle/>
          <a:p>
            <a:r>
              <a:rPr lang="vi-VN" dirty="0"/>
              <a:t>Phần 3 :</a:t>
            </a:r>
            <a:endParaRPr lang="en-US" dirty="0"/>
          </a:p>
        </p:txBody>
      </p:sp>
      <p:sp>
        <p:nvSpPr>
          <p:cNvPr id="3" name="Subtitle 2">
            <a:extLst>
              <a:ext uri="{FF2B5EF4-FFF2-40B4-BE49-F238E27FC236}">
                <a16:creationId xmlns:a16="http://schemas.microsoft.com/office/drawing/2014/main" id="{C83C43B7-C127-4E1D-4DCF-023B78D235A6}"/>
              </a:ext>
            </a:extLst>
          </p:cNvPr>
          <p:cNvSpPr>
            <a:spLocks noGrp="1"/>
          </p:cNvSpPr>
          <p:nvPr>
            <p:ph type="subTitle" idx="1"/>
          </p:nvPr>
        </p:nvSpPr>
        <p:spPr>
          <a:xfrm>
            <a:off x="3461217" y="2855794"/>
            <a:ext cx="10029565" cy="796491"/>
          </a:xfrm>
        </p:spPr>
        <p:txBody>
          <a:bodyPr/>
          <a:lstStyle/>
          <a:p>
            <a:r>
              <a:rPr lang="vi-VN" b="1" dirty="0"/>
              <a:t>GIẢI PHÁP THIẾT KẾ</a:t>
            </a:r>
            <a:endParaRPr lang="en-US" dirty="0"/>
          </a:p>
        </p:txBody>
      </p:sp>
    </p:spTree>
    <p:extLst>
      <p:ext uri="{BB962C8B-B14F-4D97-AF65-F5344CB8AC3E}">
        <p14:creationId xmlns:p14="http://schemas.microsoft.com/office/powerpoint/2010/main" val="33527821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77B8F5-0C9F-3C0B-B1C5-F04BDFA996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733FC7-B9EC-1BD2-0BD4-A368C6C2A688}"/>
              </a:ext>
            </a:extLst>
          </p:cNvPr>
          <p:cNvSpPr>
            <a:spLocks noGrp="1"/>
          </p:cNvSpPr>
          <p:nvPr>
            <p:ph type="title"/>
          </p:nvPr>
        </p:nvSpPr>
        <p:spPr>
          <a:xfrm>
            <a:off x="1082040" y="152007"/>
            <a:ext cx="11271738" cy="1184426"/>
          </a:xfrm>
        </p:spPr>
        <p:txBody>
          <a:bodyPr/>
          <a:lstStyle/>
          <a:p>
            <a:r>
              <a:rPr lang="en-US" dirty="0" err="1"/>
              <a:t>Kiến</a:t>
            </a:r>
            <a:r>
              <a:rPr lang="en-US" dirty="0"/>
              <a:t> </a:t>
            </a:r>
            <a:r>
              <a:rPr lang="en-US" dirty="0" err="1"/>
              <a:t>trúc</a:t>
            </a:r>
            <a:r>
              <a:rPr lang="en-US" dirty="0"/>
              <a:t> Framework </a:t>
            </a:r>
            <a:r>
              <a:rPr lang="en-US" dirty="0" err="1"/>
              <a:t>tổng</a:t>
            </a:r>
            <a:r>
              <a:rPr lang="en-US" dirty="0"/>
              <a:t> </a:t>
            </a:r>
            <a:r>
              <a:rPr lang="en-US" dirty="0" err="1"/>
              <a:t>thể</a:t>
            </a:r>
            <a:endParaRPr lang="en-US" dirty="0"/>
          </a:p>
        </p:txBody>
      </p:sp>
      <p:pic>
        <p:nvPicPr>
          <p:cNvPr id="6" name="Content Placeholder 5">
            <a:extLst>
              <a:ext uri="{FF2B5EF4-FFF2-40B4-BE49-F238E27FC236}">
                <a16:creationId xmlns:a16="http://schemas.microsoft.com/office/drawing/2014/main" id="{D5DD0E95-9557-3F34-F1FC-C1B710680F4C}"/>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l="1" r="-160" b="27720"/>
          <a:stretch>
            <a:fillRect/>
          </a:stretch>
        </p:blipFill>
        <p:spPr>
          <a:xfrm>
            <a:off x="706483" y="1336433"/>
            <a:ext cx="10919460" cy="4301702"/>
          </a:xfrm>
          <a:prstGeom prst="rect">
            <a:avLst/>
          </a:prstGeom>
        </p:spPr>
      </p:pic>
    </p:spTree>
    <p:extLst>
      <p:ext uri="{BB962C8B-B14F-4D97-AF65-F5344CB8AC3E}">
        <p14:creationId xmlns:p14="http://schemas.microsoft.com/office/powerpoint/2010/main" val="40271517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C6FF82-EA3B-9555-595A-2506DB3682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B792FB-31AB-634B-90FB-52810CCC84BA}"/>
              </a:ext>
            </a:extLst>
          </p:cNvPr>
          <p:cNvSpPr>
            <a:spLocks noGrp="1"/>
          </p:cNvSpPr>
          <p:nvPr>
            <p:ph type="title"/>
          </p:nvPr>
        </p:nvSpPr>
        <p:spPr>
          <a:xfrm>
            <a:off x="1082040" y="152007"/>
            <a:ext cx="11271738" cy="1184426"/>
          </a:xfrm>
        </p:spPr>
        <p:txBody>
          <a:bodyPr/>
          <a:lstStyle/>
          <a:p>
            <a:r>
              <a:rPr lang="vi-VN" dirty="0"/>
              <a:t>Giai đoạn 1 - </a:t>
            </a:r>
            <a:r>
              <a:rPr lang="en-US" dirty="0" err="1"/>
              <a:t>Tiếp</a:t>
            </a:r>
            <a:r>
              <a:rPr lang="en-US" dirty="0"/>
              <a:t> </a:t>
            </a:r>
            <a:r>
              <a:rPr lang="en-US" dirty="0" err="1"/>
              <a:t>nhận</a:t>
            </a:r>
            <a:r>
              <a:rPr lang="en-US" dirty="0"/>
              <a:t> &amp; Định </a:t>
            </a:r>
            <a:r>
              <a:rPr lang="en-US" dirty="0" err="1"/>
              <a:t>danh</a:t>
            </a:r>
            <a:endParaRPr lang="en-US" dirty="0"/>
          </a:p>
        </p:txBody>
      </p:sp>
      <p:pic>
        <p:nvPicPr>
          <p:cNvPr id="23" name="Content Placeholder 6">
            <a:extLst>
              <a:ext uri="{FF2B5EF4-FFF2-40B4-BE49-F238E27FC236}">
                <a16:creationId xmlns:a16="http://schemas.microsoft.com/office/drawing/2014/main" id="{DDC8A31F-3D07-49E0-F44F-A66919D5781E}"/>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393789" y="998911"/>
            <a:ext cx="9250197" cy="5388241"/>
          </a:xfrm>
          <a:prstGeom prst="rect">
            <a:avLst/>
          </a:prstGeom>
          <a:noFill/>
          <a:ln>
            <a:solidFill>
              <a:schemeClr val="tx1"/>
            </a:solidFill>
          </a:ln>
        </p:spPr>
      </p:pic>
    </p:spTree>
    <p:extLst>
      <p:ext uri="{BB962C8B-B14F-4D97-AF65-F5344CB8AC3E}">
        <p14:creationId xmlns:p14="http://schemas.microsoft.com/office/powerpoint/2010/main" val="32667065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3128DA-19C6-2873-26A6-C3151917E8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B23EC5-A484-D30E-31A4-F242C8CDF048}"/>
              </a:ext>
            </a:extLst>
          </p:cNvPr>
          <p:cNvSpPr>
            <a:spLocks noGrp="1"/>
          </p:cNvSpPr>
          <p:nvPr>
            <p:ph type="title"/>
          </p:nvPr>
        </p:nvSpPr>
        <p:spPr>
          <a:xfrm>
            <a:off x="1082040" y="152007"/>
            <a:ext cx="11271738" cy="1184426"/>
          </a:xfrm>
        </p:spPr>
        <p:txBody>
          <a:bodyPr/>
          <a:lstStyle/>
          <a:p>
            <a:r>
              <a:rPr lang="vi-VN" dirty="0"/>
              <a:t>Giai đoạn 2 - </a:t>
            </a:r>
            <a:r>
              <a:rPr lang="en-US" dirty="0" err="1"/>
              <a:t>Phân</a:t>
            </a:r>
            <a:r>
              <a:rPr lang="en-US" dirty="0"/>
              <a:t> </a:t>
            </a:r>
            <a:r>
              <a:rPr lang="en-US" dirty="0" err="1"/>
              <a:t>tích</a:t>
            </a:r>
            <a:r>
              <a:rPr lang="en-US" dirty="0"/>
              <a:t> </a:t>
            </a:r>
            <a:r>
              <a:rPr lang="vi-VN" dirty="0"/>
              <a:t>đ</a:t>
            </a:r>
            <a:r>
              <a:rPr lang="en-US" dirty="0"/>
              <a:t>a </a:t>
            </a:r>
            <a:r>
              <a:rPr lang="en-US" dirty="0" err="1"/>
              <a:t>tầng</a:t>
            </a:r>
            <a:endParaRPr lang="en-US" dirty="0"/>
          </a:p>
        </p:txBody>
      </p:sp>
      <p:sp>
        <p:nvSpPr>
          <p:cNvPr id="4" name="Content Placeholder 3">
            <a:extLst>
              <a:ext uri="{FF2B5EF4-FFF2-40B4-BE49-F238E27FC236}">
                <a16:creationId xmlns:a16="http://schemas.microsoft.com/office/drawing/2014/main" id="{AB9F0981-B49F-3118-F27B-FB0494F9BA43}"/>
              </a:ext>
            </a:extLst>
          </p:cNvPr>
          <p:cNvSpPr>
            <a:spLocks noGrp="1"/>
          </p:cNvSpPr>
          <p:nvPr>
            <p:ph idx="1"/>
          </p:nvPr>
        </p:nvSpPr>
        <p:spPr/>
        <p:txBody>
          <a:bodyPr/>
          <a:lstStyle/>
          <a:p>
            <a:endParaRPr lang="en-US"/>
          </a:p>
        </p:txBody>
      </p:sp>
      <p:pic>
        <p:nvPicPr>
          <p:cNvPr id="5" name="Content Placeholder 4">
            <a:extLst>
              <a:ext uri="{FF2B5EF4-FFF2-40B4-BE49-F238E27FC236}">
                <a16:creationId xmlns:a16="http://schemas.microsoft.com/office/drawing/2014/main" id="{335D9B49-1181-4958-F346-426AF31D909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0" y="1477568"/>
            <a:ext cx="12172718" cy="4476110"/>
          </a:xfrm>
          <a:prstGeom prst="rect">
            <a:avLst/>
          </a:prstGeom>
          <a:ln>
            <a:solidFill>
              <a:schemeClr val="tx1"/>
            </a:solidFill>
          </a:ln>
        </p:spPr>
      </p:pic>
    </p:spTree>
    <p:extLst>
      <p:ext uri="{BB962C8B-B14F-4D97-AF65-F5344CB8AC3E}">
        <p14:creationId xmlns:p14="http://schemas.microsoft.com/office/powerpoint/2010/main" val="15357073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CB9435-C561-84BB-4952-26C6815216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17AEDB-F22B-AC93-7046-FCACB9AE36E0}"/>
              </a:ext>
            </a:extLst>
          </p:cNvPr>
          <p:cNvSpPr>
            <a:spLocks noGrp="1"/>
          </p:cNvSpPr>
          <p:nvPr>
            <p:ph type="title"/>
          </p:nvPr>
        </p:nvSpPr>
        <p:spPr>
          <a:xfrm>
            <a:off x="1082040" y="152007"/>
            <a:ext cx="11271738" cy="1184426"/>
          </a:xfrm>
        </p:spPr>
        <p:txBody>
          <a:bodyPr/>
          <a:lstStyle/>
          <a:p>
            <a:r>
              <a:rPr lang="vi-VN" dirty="0"/>
              <a:t>Giai đoạn 3 - </a:t>
            </a:r>
            <a:r>
              <a:rPr lang="en-US" dirty="0" err="1"/>
              <a:t>Tính</a:t>
            </a:r>
            <a:r>
              <a:rPr lang="en-US" dirty="0"/>
              <a:t> </a:t>
            </a:r>
            <a:r>
              <a:rPr lang="en-US" dirty="0" err="1"/>
              <a:t>toán</a:t>
            </a:r>
            <a:r>
              <a:rPr lang="en-US" dirty="0"/>
              <a:t> </a:t>
            </a:r>
            <a:r>
              <a:rPr lang="en-US" dirty="0" err="1"/>
              <a:t>Chỉ</a:t>
            </a:r>
            <a:r>
              <a:rPr lang="en-US" dirty="0"/>
              <a:t> </a:t>
            </a:r>
            <a:r>
              <a:rPr lang="en-US" dirty="0" err="1"/>
              <a:t>số</a:t>
            </a:r>
            <a:r>
              <a:rPr lang="en-US" dirty="0"/>
              <a:t> </a:t>
            </a:r>
            <a:r>
              <a:rPr lang="en-US" dirty="0" err="1"/>
              <a:t>Rủi</a:t>
            </a:r>
            <a:r>
              <a:rPr lang="en-US" dirty="0"/>
              <a:t> </a:t>
            </a:r>
            <a:r>
              <a:rPr lang="en-US" dirty="0" err="1"/>
              <a:t>ro</a:t>
            </a:r>
            <a:r>
              <a:rPr lang="en-US" dirty="0"/>
              <a:t> (Scoring)</a:t>
            </a:r>
          </a:p>
        </p:txBody>
      </p:sp>
      <p:pic>
        <p:nvPicPr>
          <p:cNvPr id="3" name="Content Placeholder 4">
            <a:extLst>
              <a:ext uri="{FF2B5EF4-FFF2-40B4-BE49-F238E27FC236}">
                <a16:creationId xmlns:a16="http://schemas.microsoft.com/office/drawing/2014/main" id="{DA313557-F7FC-2BD0-C163-CBC7E11D44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15110" y="1026646"/>
            <a:ext cx="7388447" cy="5451670"/>
          </a:xfrm>
          <a:prstGeom prst="rect">
            <a:avLst/>
          </a:prstGeom>
          <a:ln>
            <a:solidFill>
              <a:schemeClr val="tx1"/>
            </a:solidFill>
          </a:ln>
        </p:spPr>
      </p:pic>
    </p:spTree>
    <p:extLst>
      <p:ext uri="{BB962C8B-B14F-4D97-AF65-F5344CB8AC3E}">
        <p14:creationId xmlns:p14="http://schemas.microsoft.com/office/powerpoint/2010/main" val="791972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374276-84B5-2C21-448E-428E62E64D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49BF7F-6F8D-04A7-5348-9DC4E8D96953}"/>
              </a:ext>
            </a:extLst>
          </p:cNvPr>
          <p:cNvSpPr>
            <a:spLocks noGrp="1"/>
          </p:cNvSpPr>
          <p:nvPr>
            <p:ph type="title"/>
          </p:nvPr>
        </p:nvSpPr>
        <p:spPr>
          <a:xfrm>
            <a:off x="1082040" y="152007"/>
            <a:ext cx="11271738" cy="1184426"/>
          </a:xfrm>
        </p:spPr>
        <p:txBody>
          <a:bodyPr/>
          <a:lstStyle/>
          <a:p>
            <a:r>
              <a:rPr lang="vi-VN" dirty="0"/>
              <a:t>Giai đoạn 4 - </a:t>
            </a:r>
            <a:r>
              <a:rPr lang="en-US" dirty="0"/>
              <a:t>Ra </a:t>
            </a:r>
            <a:r>
              <a:rPr lang="en-US" dirty="0" err="1"/>
              <a:t>quyết</a:t>
            </a:r>
            <a:r>
              <a:rPr lang="en-US" dirty="0"/>
              <a:t> </a:t>
            </a:r>
            <a:r>
              <a:rPr lang="en-US" dirty="0" err="1"/>
              <a:t>định</a:t>
            </a:r>
            <a:r>
              <a:rPr lang="en-US" dirty="0"/>
              <a:t> &amp; </a:t>
            </a:r>
            <a:r>
              <a:rPr lang="en-US" dirty="0" err="1"/>
              <a:t>Xuất</a:t>
            </a:r>
            <a:r>
              <a:rPr lang="en-US" dirty="0"/>
              <a:t> </a:t>
            </a:r>
            <a:r>
              <a:rPr lang="en-US" dirty="0" err="1"/>
              <a:t>báo</a:t>
            </a:r>
            <a:r>
              <a:rPr lang="en-US" dirty="0"/>
              <a:t> </a:t>
            </a:r>
            <a:r>
              <a:rPr lang="en-US" dirty="0" err="1"/>
              <a:t>cáo</a:t>
            </a:r>
            <a:endParaRPr lang="en-US" dirty="0"/>
          </a:p>
        </p:txBody>
      </p:sp>
      <p:pic>
        <p:nvPicPr>
          <p:cNvPr id="4" name="Content Placeholder 4">
            <a:extLst>
              <a:ext uri="{FF2B5EF4-FFF2-40B4-BE49-F238E27FC236}">
                <a16:creationId xmlns:a16="http://schemas.microsoft.com/office/drawing/2014/main" id="{FCC7D15A-2DDA-AED0-19DD-03373DD55F0B}"/>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143920" y="1006241"/>
            <a:ext cx="5904161" cy="5484365"/>
          </a:xfrm>
          <a:prstGeom prst="rect">
            <a:avLst/>
          </a:prstGeom>
          <a:ln>
            <a:solidFill>
              <a:schemeClr val="tx1"/>
            </a:solidFill>
          </a:ln>
        </p:spPr>
      </p:pic>
    </p:spTree>
    <p:extLst>
      <p:ext uri="{BB962C8B-B14F-4D97-AF65-F5344CB8AC3E}">
        <p14:creationId xmlns:p14="http://schemas.microsoft.com/office/powerpoint/2010/main" val="32877481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6A6292-0BC3-AC38-0A51-AF32B2336C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35074D-9D3B-29AF-D473-E333D3577F57}"/>
              </a:ext>
            </a:extLst>
          </p:cNvPr>
          <p:cNvSpPr>
            <a:spLocks noGrp="1"/>
          </p:cNvSpPr>
          <p:nvPr>
            <p:ph type="ctrTitle"/>
          </p:nvPr>
        </p:nvSpPr>
        <p:spPr>
          <a:xfrm>
            <a:off x="1413087" y="1809116"/>
            <a:ext cx="10029565" cy="1655762"/>
          </a:xfrm>
        </p:spPr>
        <p:txBody>
          <a:bodyPr/>
          <a:lstStyle/>
          <a:p>
            <a:r>
              <a:rPr lang="vi-VN" dirty="0"/>
              <a:t>Phần  4:</a:t>
            </a:r>
            <a:endParaRPr lang="en-US" dirty="0"/>
          </a:p>
        </p:txBody>
      </p:sp>
      <p:sp>
        <p:nvSpPr>
          <p:cNvPr id="3" name="Subtitle 2">
            <a:extLst>
              <a:ext uri="{FF2B5EF4-FFF2-40B4-BE49-F238E27FC236}">
                <a16:creationId xmlns:a16="http://schemas.microsoft.com/office/drawing/2014/main" id="{145847F1-9487-8B1C-A6A0-F1429986299E}"/>
              </a:ext>
            </a:extLst>
          </p:cNvPr>
          <p:cNvSpPr>
            <a:spLocks noGrp="1"/>
          </p:cNvSpPr>
          <p:nvPr>
            <p:ph type="subTitle" idx="1"/>
          </p:nvPr>
        </p:nvSpPr>
        <p:spPr>
          <a:xfrm>
            <a:off x="3556751" y="2910385"/>
            <a:ext cx="10029565" cy="796491"/>
          </a:xfrm>
        </p:spPr>
        <p:txBody>
          <a:bodyPr/>
          <a:lstStyle/>
          <a:p>
            <a:r>
              <a:rPr lang="vi-VN" b="1" dirty="0"/>
              <a:t>THỰC NGHIỆM VÀ ĐÁNH GIÁ.</a:t>
            </a:r>
            <a:endParaRPr lang="en-US" dirty="0"/>
          </a:p>
        </p:txBody>
      </p:sp>
    </p:spTree>
    <p:extLst>
      <p:ext uri="{BB962C8B-B14F-4D97-AF65-F5344CB8AC3E}">
        <p14:creationId xmlns:p14="http://schemas.microsoft.com/office/powerpoint/2010/main" val="37859834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4F4CC1-B2E4-E2C3-F15A-A3851E50ED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46E5D4-585E-CBC1-E5EC-7B79412BD1C1}"/>
              </a:ext>
            </a:extLst>
          </p:cNvPr>
          <p:cNvSpPr>
            <a:spLocks noGrp="1"/>
          </p:cNvSpPr>
          <p:nvPr>
            <p:ph type="title"/>
          </p:nvPr>
        </p:nvSpPr>
        <p:spPr>
          <a:xfrm>
            <a:off x="1082040" y="152007"/>
            <a:ext cx="11271738" cy="1184426"/>
          </a:xfrm>
        </p:spPr>
        <p:txBody>
          <a:bodyPr/>
          <a:lstStyle/>
          <a:p>
            <a:r>
              <a:rPr lang="vi-VN" dirty="0"/>
              <a:t>Triển khai Hệ thống</a:t>
            </a:r>
            <a:endParaRPr lang="en-US" dirty="0"/>
          </a:p>
        </p:txBody>
      </p:sp>
      <p:pic>
        <p:nvPicPr>
          <p:cNvPr id="5122" name="Picture 2" descr="Python 3.12'ye Göç - Ecommercio">
            <a:extLst>
              <a:ext uri="{FF2B5EF4-FFF2-40B4-BE49-F238E27FC236}">
                <a16:creationId xmlns:a16="http://schemas.microsoft.com/office/drawing/2014/main" id="{982F8892-6908-69DF-AFAA-02FE14868080}"/>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28415" r="31912"/>
          <a:stretch>
            <a:fillRect/>
          </a:stretch>
        </p:blipFill>
        <p:spPr bwMode="auto">
          <a:xfrm>
            <a:off x="392565" y="1281012"/>
            <a:ext cx="1539240" cy="1616581"/>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a:extLst>
              <a:ext uri="{FF2B5EF4-FFF2-40B4-BE49-F238E27FC236}">
                <a16:creationId xmlns:a16="http://schemas.microsoft.com/office/drawing/2014/main" id="{21DA9FD1-3736-0BBC-33E9-D498D5F56E7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8612" t="26026" r="30858" b="26736"/>
          <a:stretch>
            <a:fillRect/>
          </a:stretch>
        </p:blipFill>
        <p:spPr bwMode="auto">
          <a:xfrm>
            <a:off x="3204161" y="1219141"/>
            <a:ext cx="2171338" cy="1740322"/>
          </a:xfrm>
          <a:prstGeom prst="rect">
            <a:avLst/>
          </a:prstGeom>
          <a:noFill/>
          <a:extLst>
            <a:ext uri="{909E8E84-426E-40DD-AFC4-6F175D3DCCD1}">
              <a14:hiddenFill xmlns:a14="http://schemas.microsoft.com/office/drawing/2010/main">
                <a:solidFill>
                  <a:srgbClr val="FFFFFF"/>
                </a:solidFill>
              </a14:hiddenFill>
            </a:ext>
          </a:extLst>
        </p:spPr>
      </p:pic>
      <p:pic>
        <p:nvPicPr>
          <p:cNvPr id="5128" name="Picture 8" descr="virustotal.com | UserLogos.org">
            <a:extLst>
              <a:ext uri="{FF2B5EF4-FFF2-40B4-BE49-F238E27FC236}">
                <a16:creationId xmlns:a16="http://schemas.microsoft.com/office/drawing/2014/main" id="{243DD9BA-3A34-453D-1FCD-529DD975E00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17909" y="915869"/>
            <a:ext cx="2603553" cy="1952666"/>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3DFC9071-9CD9-B4DA-E9B0-BE52AE26B3A6}"/>
              </a:ext>
            </a:extLst>
          </p:cNvPr>
          <p:cNvPicPr>
            <a:picLocks noChangeAspect="1"/>
          </p:cNvPicPr>
          <p:nvPr/>
        </p:nvPicPr>
        <p:blipFill>
          <a:blip r:embed="rId6">
            <a:extLst>
              <a:ext uri="{28A0092B-C50C-407E-A947-70E740481C1C}">
                <a14:useLocalDpi xmlns:a14="http://schemas.microsoft.com/office/drawing/2010/main" val="0"/>
              </a:ext>
            </a:extLst>
          </a:blip>
          <a:srcRect l="5500" t="32878" r="57250" b="27440"/>
          <a:stretch>
            <a:fillRect/>
          </a:stretch>
        </p:blipFill>
        <p:spPr>
          <a:xfrm>
            <a:off x="9664757" y="1370004"/>
            <a:ext cx="2134678" cy="1184426"/>
          </a:xfrm>
          <a:prstGeom prst="rect">
            <a:avLst/>
          </a:prstGeom>
        </p:spPr>
      </p:pic>
      <p:pic>
        <p:nvPicPr>
          <p:cNvPr id="5138" name="Picture 18" descr="Logo SQLite – Logos PNG">
            <a:extLst>
              <a:ext uri="{FF2B5EF4-FFF2-40B4-BE49-F238E27FC236}">
                <a16:creationId xmlns:a16="http://schemas.microsoft.com/office/drawing/2014/main" id="{AB62DB87-BEC4-4DDF-A8A7-71A55B20F5D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90195" y="3063402"/>
            <a:ext cx="2354810" cy="235481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4" descr="Apps, Software, Digital Solutions - The Numbers Business">
            <a:extLst>
              <a:ext uri="{FF2B5EF4-FFF2-40B4-BE49-F238E27FC236}">
                <a16:creationId xmlns:a16="http://schemas.microsoft.com/office/drawing/2014/main" id="{F9CF139D-6AEF-91D4-AEDD-9E907B8443DF}"/>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9024401" y="3063402"/>
            <a:ext cx="1140843" cy="11379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95336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2AFDE0-B1B5-22AD-9517-9595AFF920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CE1A02-C729-B3F5-A25C-EF2E4ED72247}"/>
              </a:ext>
            </a:extLst>
          </p:cNvPr>
          <p:cNvSpPr>
            <a:spLocks noGrp="1"/>
          </p:cNvSpPr>
          <p:nvPr>
            <p:ph type="title"/>
          </p:nvPr>
        </p:nvSpPr>
        <p:spPr>
          <a:xfrm>
            <a:off x="1082040" y="152007"/>
            <a:ext cx="11271738" cy="1184426"/>
          </a:xfrm>
        </p:spPr>
        <p:txBody>
          <a:bodyPr/>
          <a:lstStyle/>
          <a:p>
            <a:r>
              <a:rPr lang="vi-VN" dirty="0"/>
              <a:t>Cơ chế Phòng vệ Chiều sâu</a:t>
            </a:r>
            <a:endParaRPr lang="en-US" dirty="0"/>
          </a:p>
        </p:txBody>
      </p:sp>
      <p:pic>
        <p:nvPicPr>
          <p:cNvPr id="13" name="Picture 12">
            <a:extLst>
              <a:ext uri="{FF2B5EF4-FFF2-40B4-BE49-F238E27FC236}">
                <a16:creationId xmlns:a16="http://schemas.microsoft.com/office/drawing/2014/main" id="{00EB4FB9-FB2D-C87A-72A4-F4FD96E2D519}"/>
              </a:ext>
            </a:extLst>
          </p:cNvPr>
          <p:cNvPicPr>
            <a:picLocks noChangeAspect="1"/>
          </p:cNvPicPr>
          <p:nvPr/>
        </p:nvPicPr>
        <p:blipFill>
          <a:blip r:embed="rId3"/>
          <a:stretch>
            <a:fillRect/>
          </a:stretch>
        </p:blipFill>
        <p:spPr>
          <a:xfrm>
            <a:off x="1964871" y="1173823"/>
            <a:ext cx="8262257" cy="4510353"/>
          </a:xfrm>
          <a:prstGeom prst="rect">
            <a:avLst/>
          </a:prstGeom>
        </p:spPr>
      </p:pic>
    </p:spTree>
    <p:extLst>
      <p:ext uri="{BB962C8B-B14F-4D97-AF65-F5344CB8AC3E}">
        <p14:creationId xmlns:p14="http://schemas.microsoft.com/office/powerpoint/2010/main" val="28372129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2B1CB-F952-96B5-AE06-0E5806CC79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A4E785-442D-9076-C95C-8E4B978614B5}"/>
              </a:ext>
            </a:extLst>
          </p:cNvPr>
          <p:cNvSpPr>
            <a:spLocks noGrp="1"/>
          </p:cNvSpPr>
          <p:nvPr>
            <p:ph type="title"/>
          </p:nvPr>
        </p:nvSpPr>
        <p:spPr>
          <a:xfrm>
            <a:off x="1082040" y="152007"/>
            <a:ext cx="11271738" cy="1184426"/>
          </a:xfrm>
        </p:spPr>
        <p:txBody>
          <a:bodyPr/>
          <a:lstStyle/>
          <a:p>
            <a:r>
              <a:rPr lang="vi-VN" dirty="0"/>
              <a:t>Sơ đồ usecase</a:t>
            </a:r>
            <a:endParaRPr lang="en-US" dirty="0"/>
          </a:p>
        </p:txBody>
      </p:sp>
      <p:pic>
        <p:nvPicPr>
          <p:cNvPr id="5" name="Picture 4">
            <a:extLst>
              <a:ext uri="{FF2B5EF4-FFF2-40B4-BE49-F238E27FC236}">
                <a16:creationId xmlns:a16="http://schemas.microsoft.com/office/drawing/2014/main" id="{B5BA21C6-E3D7-18CA-E9DE-4E5D109B3FCD}"/>
              </a:ext>
            </a:extLst>
          </p:cNvPr>
          <p:cNvPicPr>
            <a:picLocks noChangeAspect="1"/>
          </p:cNvPicPr>
          <p:nvPr/>
        </p:nvPicPr>
        <p:blipFill>
          <a:blip r:embed="rId3"/>
          <a:stretch>
            <a:fillRect/>
          </a:stretch>
        </p:blipFill>
        <p:spPr>
          <a:xfrm>
            <a:off x="2341418" y="903876"/>
            <a:ext cx="7509164" cy="5519778"/>
          </a:xfrm>
          <a:prstGeom prst="rect">
            <a:avLst/>
          </a:prstGeom>
        </p:spPr>
      </p:pic>
    </p:spTree>
    <p:extLst>
      <p:ext uri="{BB962C8B-B14F-4D97-AF65-F5344CB8AC3E}">
        <p14:creationId xmlns:p14="http://schemas.microsoft.com/office/powerpoint/2010/main" val="41965043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F85D18-2255-293D-F674-2101C2B98E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3E5105-629F-4616-2332-C323F0AB2F26}"/>
              </a:ext>
            </a:extLst>
          </p:cNvPr>
          <p:cNvSpPr>
            <a:spLocks noGrp="1"/>
          </p:cNvSpPr>
          <p:nvPr>
            <p:ph type="title"/>
          </p:nvPr>
        </p:nvSpPr>
        <p:spPr>
          <a:xfrm>
            <a:off x="1082040" y="152007"/>
            <a:ext cx="11271738" cy="1184426"/>
          </a:xfrm>
        </p:spPr>
        <p:txBody>
          <a:bodyPr/>
          <a:lstStyle/>
          <a:p>
            <a:r>
              <a:rPr lang="vi-VN" dirty="0"/>
              <a:t>Sơ đồ usecase</a:t>
            </a:r>
            <a:endParaRPr lang="en-US" dirty="0"/>
          </a:p>
        </p:txBody>
      </p:sp>
      <p:pic>
        <p:nvPicPr>
          <p:cNvPr id="5" name="Picture 4">
            <a:extLst>
              <a:ext uri="{FF2B5EF4-FFF2-40B4-BE49-F238E27FC236}">
                <a16:creationId xmlns:a16="http://schemas.microsoft.com/office/drawing/2014/main" id="{3FA5A444-0A09-8EE8-B44D-666B189EAF47}"/>
              </a:ext>
            </a:extLst>
          </p:cNvPr>
          <p:cNvPicPr>
            <a:picLocks noChangeAspect="1"/>
          </p:cNvPicPr>
          <p:nvPr/>
        </p:nvPicPr>
        <p:blipFill>
          <a:blip r:embed="rId3"/>
          <a:stretch>
            <a:fillRect/>
          </a:stretch>
        </p:blipFill>
        <p:spPr>
          <a:xfrm>
            <a:off x="2501587" y="933101"/>
            <a:ext cx="7188826" cy="5539625"/>
          </a:xfrm>
          <a:prstGeom prst="rect">
            <a:avLst/>
          </a:prstGeom>
        </p:spPr>
      </p:pic>
    </p:spTree>
    <p:extLst>
      <p:ext uri="{BB962C8B-B14F-4D97-AF65-F5344CB8AC3E}">
        <p14:creationId xmlns:p14="http://schemas.microsoft.com/office/powerpoint/2010/main" val="14072617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481783-819D-9877-1546-4D1FD3F63D15}"/>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6963B0E4-9825-59D6-BF83-ABDBD0215814}"/>
              </a:ext>
            </a:extLst>
          </p:cNvPr>
          <p:cNvSpPr/>
          <p:nvPr/>
        </p:nvSpPr>
        <p:spPr>
          <a:xfrm>
            <a:off x="0" y="0"/>
            <a:ext cx="12192000" cy="64008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0DF97C0D-0386-79D8-2237-314E715F25D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06680" y="0"/>
            <a:ext cx="12298680" cy="6518086"/>
          </a:xfrm>
          <a:prstGeom prst="rect">
            <a:avLst/>
          </a:prstGeom>
        </p:spPr>
      </p:pic>
    </p:spTree>
    <p:extLst>
      <p:ext uri="{BB962C8B-B14F-4D97-AF65-F5344CB8AC3E}">
        <p14:creationId xmlns:p14="http://schemas.microsoft.com/office/powerpoint/2010/main" val="148885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16867-4714-0FA7-A505-60247E5979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2CA083-8B93-4FD6-1AB4-24C396C53DC2}"/>
              </a:ext>
            </a:extLst>
          </p:cNvPr>
          <p:cNvSpPr>
            <a:spLocks noGrp="1"/>
          </p:cNvSpPr>
          <p:nvPr>
            <p:ph type="title"/>
          </p:nvPr>
        </p:nvSpPr>
        <p:spPr>
          <a:xfrm>
            <a:off x="1082040" y="152007"/>
            <a:ext cx="11271738" cy="1184426"/>
          </a:xfrm>
        </p:spPr>
        <p:txBody>
          <a:bodyPr/>
          <a:lstStyle/>
          <a:p>
            <a:r>
              <a:rPr lang="en-US" dirty="0" err="1"/>
              <a:t>Kiểm</a:t>
            </a:r>
            <a:r>
              <a:rPr lang="en-US" dirty="0"/>
              <a:t> </a:t>
            </a:r>
            <a:r>
              <a:rPr lang="en-US" dirty="0" err="1"/>
              <a:t>chứng</a:t>
            </a:r>
            <a:r>
              <a:rPr lang="en-US" dirty="0"/>
              <a:t> </a:t>
            </a:r>
            <a:r>
              <a:rPr lang="en-US" dirty="0" err="1"/>
              <a:t>thực</a:t>
            </a:r>
            <a:r>
              <a:rPr lang="en-US" dirty="0"/>
              <a:t> </a:t>
            </a:r>
            <a:r>
              <a:rPr lang="en-US" dirty="0" err="1"/>
              <a:t>địa</a:t>
            </a:r>
            <a:r>
              <a:rPr lang="en-US" dirty="0"/>
              <a:t> – </a:t>
            </a:r>
            <a:r>
              <a:rPr lang="en-US" dirty="0" err="1"/>
              <a:t>Độ</a:t>
            </a:r>
            <a:r>
              <a:rPr lang="en-US" dirty="0"/>
              <a:t> </a:t>
            </a:r>
            <a:r>
              <a:rPr lang="en-US" dirty="0" err="1"/>
              <a:t>nhạy</a:t>
            </a:r>
            <a:r>
              <a:rPr lang="en-US" dirty="0"/>
              <a:t> </a:t>
            </a:r>
            <a:r>
              <a:rPr lang="en-US" dirty="0" err="1"/>
              <a:t>của</a:t>
            </a:r>
            <a:r>
              <a:rPr lang="en-US" dirty="0"/>
              <a:t> Framework</a:t>
            </a:r>
          </a:p>
        </p:txBody>
      </p:sp>
      <p:sp>
        <p:nvSpPr>
          <p:cNvPr id="5" name="TextBox 4">
            <a:extLst>
              <a:ext uri="{FF2B5EF4-FFF2-40B4-BE49-F238E27FC236}">
                <a16:creationId xmlns:a16="http://schemas.microsoft.com/office/drawing/2014/main" id="{5F72E4E6-474C-A550-7188-BE6A12207737}"/>
              </a:ext>
            </a:extLst>
          </p:cNvPr>
          <p:cNvSpPr txBox="1"/>
          <p:nvPr/>
        </p:nvSpPr>
        <p:spPr>
          <a:xfrm>
            <a:off x="1894449" y="5326459"/>
            <a:ext cx="2057400" cy="369332"/>
          </a:xfrm>
          <a:prstGeom prst="rect">
            <a:avLst/>
          </a:prstGeom>
          <a:noFill/>
        </p:spPr>
        <p:txBody>
          <a:bodyPr wrap="square" rtlCol="0">
            <a:spAutoFit/>
          </a:bodyPr>
          <a:lstStyle/>
          <a:p>
            <a:r>
              <a:rPr lang="en-US" dirty="0"/>
              <a:t>Apache Log4j</a:t>
            </a:r>
          </a:p>
        </p:txBody>
      </p:sp>
      <p:sp>
        <p:nvSpPr>
          <p:cNvPr id="6" name="TextBox 5">
            <a:extLst>
              <a:ext uri="{FF2B5EF4-FFF2-40B4-BE49-F238E27FC236}">
                <a16:creationId xmlns:a16="http://schemas.microsoft.com/office/drawing/2014/main" id="{EE3F396E-4973-BBB6-E042-81F6925057B7}"/>
              </a:ext>
            </a:extLst>
          </p:cNvPr>
          <p:cNvSpPr txBox="1"/>
          <p:nvPr/>
        </p:nvSpPr>
        <p:spPr>
          <a:xfrm>
            <a:off x="8412482" y="5326459"/>
            <a:ext cx="2057400" cy="369332"/>
          </a:xfrm>
          <a:prstGeom prst="rect">
            <a:avLst/>
          </a:prstGeom>
          <a:noFill/>
        </p:spPr>
        <p:txBody>
          <a:bodyPr wrap="square" rtlCol="0">
            <a:spAutoFit/>
          </a:bodyPr>
          <a:lstStyle/>
          <a:p>
            <a:r>
              <a:rPr lang="en-US" dirty="0"/>
              <a:t>OWASP Juice Shop</a:t>
            </a:r>
          </a:p>
        </p:txBody>
      </p:sp>
      <p:pic>
        <p:nvPicPr>
          <p:cNvPr id="8" name="Picture 7">
            <a:extLst>
              <a:ext uri="{FF2B5EF4-FFF2-40B4-BE49-F238E27FC236}">
                <a16:creationId xmlns:a16="http://schemas.microsoft.com/office/drawing/2014/main" id="{CFA3C5AE-6425-6880-2B92-FE09C14D84E4}"/>
              </a:ext>
            </a:extLst>
          </p:cNvPr>
          <p:cNvPicPr>
            <a:picLocks noChangeAspect="1"/>
          </p:cNvPicPr>
          <p:nvPr/>
        </p:nvPicPr>
        <p:blipFill>
          <a:blip r:embed="rId3"/>
          <a:stretch>
            <a:fillRect/>
          </a:stretch>
        </p:blipFill>
        <p:spPr>
          <a:xfrm>
            <a:off x="121920" y="1036820"/>
            <a:ext cx="5974080" cy="4289639"/>
          </a:xfrm>
          <a:prstGeom prst="rect">
            <a:avLst/>
          </a:prstGeom>
        </p:spPr>
      </p:pic>
      <p:pic>
        <p:nvPicPr>
          <p:cNvPr id="10" name="Picture 9">
            <a:extLst>
              <a:ext uri="{FF2B5EF4-FFF2-40B4-BE49-F238E27FC236}">
                <a16:creationId xmlns:a16="http://schemas.microsoft.com/office/drawing/2014/main" id="{6E3941AE-2677-2A26-0704-393CDD95E96A}"/>
              </a:ext>
            </a:extLst>
          </p:cNvPr>
          <p:cNvPicPr>
            <a:picLocks noChangeAspect="1"/>
          </p:cNvPicPr>
          <p:nvPr/>
        </p:nvPicPr>
        <p:blipFill>
          <a:blip r:embed="rId4"/>
          <a:stretch>
            <a:fillRect/>
          </a:stretch>
        </p:blipFill>
        <p:spPr>
          <a:xfrm>
            <a:off x="6096000" y="1039179"/>
            <a:ext cx="5974080" cy="4287280"/>
          </a:xfrm>
          <a:prstGeom prst="rect">
            <a:avLst/>
          </a:prstGeom>
        </p:spPr>
      </p:pic>
    </p:spTree>
    <p:extLst>
      <p:ext uri="{BB962C8B-B14F-4D97-AF65-F5344CB8AC3E}">
        <p14:creationId xmlns:p14="http://schemas.microsoft.com/office/powerpoint/2010/main" val="2131421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2ED481-2AAB-A58C-45DD-D0B50B3103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42CE21-AFEB-C362-AF35-91022EB3352D}"/>
              </a:ext>
            </a:extLst>
          </p:cNvPr>
          <p:cNvSpPr>
            <a:spLocks noGrp="1"/>
          </p:cNvSpPr>
          <p:nvPr>
            <p:ph type="ctrTitle"/>
          </p:nvPr>
        </p:nvSpPr>
        <p:spPr>
          <a:xfrm>
            <a:off x="1443567" y="1773238"/>
            <a:ext cx="10029565" cy="1655762"/>
          </a:xfrm>
        </p:spPr>
        <p:txBody>
          <a:bodyPr/>
          <a:lstStyle/>
          <a:p>
            <a:r>
              <a:rPr lang="vi-VN" dirty="0"/>
              <a:t>Phần 5 :</a:t>
            </a:r>
            <a:endParaRPr lang="en-US" dirty="0"/>
          </a:p>
        </p:txBody>
      </p:sp>
      <p:sp>
        <p:nvSpPr>
          <p:cNvPr id="3" name="Subtitle 2">
            <a:extLst>
              <a:ext uri="{FF2B5EF4-FFF2-40B4-BE49-F238E27FC236}">
                <a16:creationId xmlns:a16="http://schemas.microsoft.com/office/drawing/2014/main" id="{EACA0037-F459-7F32-1332-110DE996E5A5}"/>
              </a:ext>
            </a:extLst>
          </p:cNvPr>
          <p:cNvSpPr>
            <a:spLocks noGrp="1"/>
          </p:cNvSpPr>
          <p:nvPr>
            <p:ph type="subTitle" idx="1"/>
          </p:nvPr>
        </p:nvSpPr>
        <p:spPr>
          <a:xfrm>
            <a:off x="2072216" y="3600450"/>
            <a:ext cx="10029565" cy="796491"/>
          </a:xfrm>
        </p:spPr>
        <p:txBody>
          <a:bodyPr/>
          <a:lstStyle/>
          <a:p>
            <a:pPr>
              <a:lnSpc>
                <a:spcPct val="150000"/>
              </a:lnSpc>
            </a:pPr>
            <a:r>
              <a:rPr lang="vi-VN" b="1" dirty="0"/>
              <a:t>KẾT LUẬN VÀ HƯỚNG PHÁT TRIỂN.</a:t>
            </a:r>
            <a:endParaRPr lang="en-US" b="1" dirty="0"/>
          </a:p>
        </p:txBody>
      </p:sp>
    </p:spTree>
    <p:extLst>
      <p:ext uri="{BB962C8B-B14F-4D97-AF65-F5344CB8AC3E}">
        <p14:creationId xmlns:p14="http://schemas.microsoft.com/office/powerpoint/2010/main" val="29988297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9D848C-74C5-E217-2B45-543A5C0CC4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385B01-920C-FFC7-31F3-D2CA93D6EA86}"/>
              </a:ext>
            </a:extLst>
          </p:cNvPr>
          <p:cNvSpPr>
            <a:spLocks noGrp="1"/>
          </p:cNvSpPr>
          <p:nvPr>
            <p:ph type="title"/>
          </p:nvPr>
        </p:nvSpPr>
        <p:spPr>
          <a:xfrm>
            <a:off x="1082040" y="152007"/>
            <a:ext cx="11271738" cy="1184426"/>
          </a:xfrm>
        </p:spPr>
        <p:txBody>
          <a:bodyPr/>
          <a:lstStyle/>
          <a:p>
            <a:r>
              <a:rPr lang="en-US" dirty="0" err="1"/>
              <a:t>Tổng</a:t>
            </a:r>
            <a:r>
              <a:rPr lang="en-US" dirty="0"/>
              <a:t> </a:t>
            </a:r>
            <a:r>
              <a:rPr lang="en-US" dirty="0" err="1"/>
              <a:t>kết</a:t>
            </a:r>
            <a:r>
              <a:rPr lang="en-US" dirty="0"/>
              <a:t> </a:t>
            </a:r>
            <a:r>
              <a:rPr lang="en-US" dirty="0" err="1"/>
              <a:t>Nghiên</a:t>
            </a:r>
            <a:r>
              <a:rPr lang="en-US" dirty="0"/>
              <a:t> </a:t>
            </a:r>
            <a:r>
              <a:rPr lang="en-US" dirty="0" err="1"/>
              <a:t>cứu</a:t>
            </a:r>
            <a:r>
              <a:rPr lang="en-US" dirty="0"/>
              <a:t> </a:t>
            </a:r>
            <a:r>
              <a:rPr lang="en-US" dirty="0" err="1"/>
              <a:t>và</a:t>
            </a:r>
            <a:r>
              <a:rPr lang="en-US" dirty="0"/>
              <a:t> </a:t>
            </a:r>
            <a:r>
              <a:rPr lang="en-US" dirty="0" err="1"/>
              <a:t>Tầm</a:t>
            </a:r>
            <a:r>
              <a:rPr lang="en-US" dirty="0"/>
              <a:t> </a:t>
            </a:r>
            <a:r>
              <a:rPr lang="en-US" dirty="0" err="1"/>
              <a:t>nhìn</a:t>
            </a:r>
            <a:r>
              <a:rPr lang="en-US" dirty="0"/>
              <a:t> </a:t>
            </a:r>
            <a:r>
              <a:rPr lang="en-US" dirty="0" err="1"/>
              <a:t>Phát</a:t>
            </a:r>
            <a:r>
              <a:rPr lang="en-US" dirty="0"/>
              <a:t> </a:t>
            </a:r>
            <a:r>
              <a:rPr lang="en-US" dirty="0" err="1"/>
              <a:t>triển</a:t>
            </a:r>
            <a:endParaRPr lang="en-US" dirty="0"/>
          </a:p>
        </p:txBody>
      </p:sp>
      <p:sp>
        <p:nvSpPr>
          <p:cNvPr id="4" name="Content Placeholder 3">
            <a:extLst>
              <a:ext uri="{FF2B5EF4-FFF2-40B4-BE49-F238E27FC236}">
                <a16:creationId xmlns:a16="http://schemas.microsoft.com/office/drawing/2014/main" id="{10DDE841-FDEF-367F-9325-99E80A26792F}"/>
              </a:ext>
            </a:extLst>
          </p:cNvPr>
          <p:cNvSpPr>
            <a:spLocks noGrp="1"/>
          </p:cNvSpPr>
          <p:nvPr>
            <p:ph idx="1"/>
          </p:nvPr>
        </p:nvSpPr>
        <p:spPr>
          <a:xfrm>
            <a:off x="594360" y="1086061"/>
            <a:ext cx="10900954" cy="5194996"/>
          </a:xfrm>
        </p:spPr>
        <p:txBody>
          <a:bodyPr>
            <a:noAutofit/>
          </a:bodyPr>
          <a:lstStyle/>
          <a:p>
            <a:pPr marL="342900" indent="-342900">
              <a:buFont typeface="Courier New" panose="02070309020205020404" pitchFamily="49" charset="0"/>
              <a:buChar char="o"/>
            </a:pPr>
            <a:r>
              <a:rPr lang="vi-VN" sz="1900" b="1" dirty="0"/>
              <a:t>Thành tựu: </a:t>
            </a:r>
          </a:p>
          <a:p>
            <a:pPr marL="800100" lvl="1" indent="-342900">
              <a:buFont typeface="Arial" panose="020B0604020202020204" pitchFamily="34" charset="0"/>
              <a:buChar char="•"/>
            </a:pPr>
            <a:r>
              <a:rPr lang="vi-VN" sz="1900" dirty="0"/>
              <a:t>Chuẩn hóa quy trình: Xây dựng bộ khung đánh giá dựa trên OWASP ASVS 5.0.0, chuyển đổi tiêu chí định tính -&gt; định lượng rõ ràng.</a:t>
            </a:r>
          </a:p>
          <a:p>
            <a:pPr marL="800100" lvl="1" indent="-342900">
              <a:buFont typeface="Arial" panose="020B0604020202020204" pitchFamily="34" charset="0"/>
              <a:buChar char="•"/>
            </a:pPr>
            <a:r>
              <a:rPr lang="vi-VN" sz="1900" dirty="0"/>
              <a:t>Tự động hóa Pipeline: Tích hợp bộ công cụ chuyên sâu vào quy trình thay thế rà soát thủ công.Khách quan hóa quyết định: </a:t>
            </a:r>
          </a:p>
          <a:p>
            <a:pPr marL="342900" indent="-342900">
              <a:buFont typeface="Courier New" panose="02070309020205020404" pitchFamily="49" charset="0"/>
              <a:buChar char="o"/>
            </a:pPr>
            <a:r>
              <a:rPr lang="vi-VN" sz="1900" b="1" dirty="0"/>
              <a:t>Hạn chế: </a:t>
            </a:r>
          </a:p>
          <a:p>
            <a:pPr marL="800100" lvl="1" indent="-342900">
              <a:buFont typeface="Arial" panose="020B0604020202020204" pitchFamily="34" charset="0"/>
              <a:buChar char="•"/>
            </a:pPr>
            <a:r>
              <a:rPr lang="vi-VN" sz="1900" dirty="0"/>
              <a:t>Dữ liệu ngoại vi: Độ chính xác phụ thuộc vào tính cập nhật của các nguồn API bên thứ ba.</a:t>
            </a:r>
          </a:p>
          <a:p>
            <a:pPr marL="800100" lvl="1" indent="-342900">
              <a:buFont typeface="Arial" panose="020B0604020202020204" pitchFamily="34" charset="0"/>
              <a:buChar char="•"/>
            </a:pPr>
            <a:r>
              <a:rPr lang="vi-VN" sz="1900" dirty="0"/>
              <a:t>Hiệu suất quy mô: Tốc độ xử lý giảm sút đối với các dự án lớn hoặc các tệp tin nén có cấu trúc phức tạp. </a:t>
            </a:r>
          </a:p>
          <a:p>
            <a:pPr marL="342900" indent="-342900">
              <a:buFont typeface="Courier New" panose="02070309020205020404" pitchFamily="49" charset="0"/>
              <a:buChar char="o"/>
            </a:pPr>
            <a:r>
              <a:rPr lang="vi-VN" sz="1900" b="1" dirty="0"/>
              <a:t>Hướng phát triển:</a:t>
            </a:r>
            <a:r>
              <a:rPr lang="vi-VN" sz="1900" dirty="0"/>
              <a:t> </a:t>
            </a:r>
          </a:p>
          <a:p>
            <a:pPr marL="800100" lvl="1" indent="-342900">
              <a:buFont typeface="Arial" panose="020B0604020202020204" pitchFamily="34" charset="0"/>
              <a:buChar char="•"/>
            </a:pPr>
            <a:r>
              <a:rPr lang="vi-VN" sz="1900" dirty="0"/>
              <a:t>AI/ML Integration: Ứng dụng Deep Learning để dự đoán sớm hành vi tấn công và phân loại mức độ lỗ hổng.</a:t>
            </a:r>
          </a:p>
          <a:p>
            <a:pPr marL="800100" lvl="1" indent="-342900">
              <a:buFont typeface="Arial" panose="020B0604020202020204" pitchFamily="34" charset="0"/>
              <a:buChar char="•"/>
            </a:pPr>
            <a:r>
              <a:rPr lang="vi-VN" sz="1900" dirty="0"/>
              <a:t>Dynamic Sandbox: Mở rộng môi trường phân tích động để quan sát hành vi mã độc trong thực tế.</a:t>
            </a:r>
            <a:endParaRPr lang="en-US" sz="1900" dirty="0"/>
          </a:p>
        </p:txBody>
      </p:sp>
    </p:spTree>
    <p:extLst>
      <p:ext uri="{BB962C8B-B14F-4D97-AF65-F5344CB8AC3E}">
        <p14:creationId xmlns:p14="http://schemas.microsoft.com/office/powerpoint/2010/main" val="34718729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478D30-2932-DC84-086B-6152F022EA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C94635-8DEF-FA37-3F06-4FAF23FAF048}"/>
              </a:ext>
            </a:extLst>
          </p:cNvPr>
          <p:cNvSpPr>
            <a:spLocks noGrp="1"/>
          </p:cNvSpPr>
          <p:nvPr>
            <p:ph type="ctrTitle"/>
          </p:nvPr>
        </p:nvSpPr>
        <p:spPr>
          <a:xfrm>
            <a:off x="1443567" y="1773238"/>
            <a:ext cx="10029565" cy="1655762"/>
          </a:xfrm>
        </p:spPr>
        <p:txBody>
          <a:bodyPr/>
          <a:lstStyle/>
          <a:p>
            <a:r>
              <a:rPr lang="vi-VN" dirty="0"/>
              <a:t>Phần 6 :</a:t>
            </a:r>
            <a:endParaRPr lang="en-US" dirty="0"/>
          </a:p>
        </p:txBody>
      </p:sp>
      <p:sp>
        <p:nvSpPr>
          <p:cNvPr id="3" name="Subtitle 2">
            <a:extLst>
              <a:ext uri="{FF2B5EF4-FFF2-40B4-BE49-F238E27FC236}">
                <a16:creationId xmlns:a16="http://schemas.microsoft.com/office/drawing/2014/main" id="{C6A26AED-617F-B3F3-0A1A-C18A4EF5DE41}"/>
              </a:ext>
            </a:extLst>
          </p:cNvPr>
          <p:cNvSpPr>
            <a:spLocks noGrp="1"/>
          </p:cNvSpPr>
          <p:nvPr>
            <p:ph type="subTitle" idx="1"/>
          </p:nvPr>
        </p:nvSpPr>
        <p:spPr>
          <a:xfrm>
            <a:off x="3569546" y="3429000"/>
            <a:ext cx="10029565" cy="796491"/>
          </a:xfrm>
        </p:spPr>
        <p:txBody>
          <a:bodyPr/>
          <a:lstStyle/>
          <a:p>
            <a:pPr>
              <a:lnSpc>
                <a:spcPct val="150000"/>
              </a:lnSpc>
            </a:pPr>
            <a:r>
              <a:rPr lang="vi-VN" b="1" dirty="0"/>
              <a:t>DEMO</a:t>
            </a:r>
            <a:endParaRPr lang="en-US" b="1" dirty="0"/>
          </a:p>
        </p:txBody>
      </p:sp>
    </p:spTree>
    <p:extLst>
      <p:ext uri="{BB962C8B-B14F-4D97-AF65-F5344CB8AC3E}">
        <p14:creationId xmlns:p14="http://schemas.microsoft.com/office/powerpoint/2010/main" val="32531525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6079B6-1B1F-41D7-3F9B-84B8D8F737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819E74-4635-5342-6079-5E8A5CD7558E}"/>
              </a:ext>
            </a:extLst>
          </p:cNvPr>
          <p:cNvSpPr>
            <a:spLocks noGrp="1"/>
          </p:cNvSpPr>
          <p:nvPr>
            <p:ph type="title"/>
          </p:nvPr>
        </p:nvSpPr>
        <p:spPr/>
        <p:txBody>
          <a:bodyPr/>
          <a:lstStyle/>
          <a:p>
            <a:r>
              <a:rPr lang="vi-VN" dirty="0"/>
              <a:t>Kịch bản kiểm thử và đánh giá hệ thống</a:t>
            </a:r>
            <a:endParaRPr lang="en-US" dirty="0"/>
          </a:p>
        </p:txBody>
      </p:sp>
      <p:sp>
        <p:nvSpPr>
          <p:cNvPr id="3" name="Content Placeholder 2">
            <a:extLst>
              <a:ext uri="{FF2B5EF4-FFF2-40B4-BE49-F238E27FC236}">
                <a16:creationId xmlns:a16="http://schemas.microsoft.com/office/drawing/2014/main" id="{C6E30B6B-7A72-3959-630D-5CD2AF8336B0}"/>
              </a:ext>
            </a:extLst>
          </p:cNvPr>
          <p:cNvSpPr>
            <a:spLocks noGrp="1"/>
          </p:cNvSpPr>
          <p:nvPr>
            <p:ph idx="1"/>
          </p:nvPr>
        </p:nvSpPr>
        <p:spPr>
          <a:xfrm>
            <a:off x="712470" y="1253330"/>
            <a:ext cx="10877550" cy="4827429"/>
          </a:xfrm>
        </p:spPr>
        <p:txBody>
          <a:bodyPr>
            <a:normAutofit/>
          </a:bodyPr>
          <a:lstStyle/>
          <a:p>
            <a:pPr marL="342900" indent="-342900">
              <a:lnSpc>
                <a:spcPct val="150000"/>
              </a:lnSpc>
              <a:buFont typeface="Arial" panose="020B0604020202020204" pitchFamily="34" charset="0"/>
              <a:buChar char="•"/>
            </a:pPr>
            <a:r>
              <a:rPr lang="vi-VN" dirty="0"/>
              <a:t>Kịch bản 1:</a:t>
            </a:r>
            <a:r>
              <a:rPr lang="en-US" dirty="0"/>
              <a:t> </a:t>
            </a:r>
            <a:r>
              <a:rPr lang="en-US" dirty="0" err="1"/>
              <a:t>Kiểm</a:t>
            </a:r>
            <a:r>
              <a:rPr lang="en-US" dirty="0"/>
              <a:t> </a:t>
            </a:r>
            <a:r>
              <a:rPr lang="en-US" dirty="0" err="1"/>
              <a:t>thử</a:t>
            </a:r>
            <a:r>
              <a:rPr lang="en-US" dirty="0"/>
              <a:t> </a:t>
            </a:r>
            <a:r>
              <a:rPr lang="en-US" dirty="0" err="1"/>
              <a:t>quy</a:t>
            </a:r>
            <a:r>
              <a:rPr lang="en-US" dirty="0"/>
              <a:t> </a:t>
            </a:r>
            <a:r>
              <a:rPr lang="en-US" dirty="0" err="1"/>
              <a:t>trình</a:t>
            </a:r>
            <a:r>
              <a:rPr lang="en-US" dirty="0"/>
              <a:t> </a:t>
            </a:r>
            <a:r>
              <a:rPr lang="en-US" dirty="0" err="1"/>
              <a:t>phân</a:t>
            </a:r>
            <a:r>
              <a:rPr lang="en-US" dirty="0"/>
              <a:t> </a:t>
            </a:r>
            <a:r>
              <a:rPr lang="en-US" dirty="0" err="1"/>
              <a:t>tích</a:t>
            </a:r>
            <a:r>
              <a:rPr lang="en-US" dirty="0"/>
              <a:t> </a:t>
            </a:r>
            <a:r>
              <a:rPr lang="vi-VN" dirty="0"/>
              <a:t>của framework.</a:t>
            </a:r>
          </a:p>
          <a:p>
            <a:pPr marL="342900" indent="-342900">
              <a:lnSpc>
                <a:spcPct val="150000"/>
              </a:lnSpc>
              <a:buFont typeface="Arial" panose="020B0604020202020204" pitchFamily="34" charset="0"/>
              <a:buChar char="•"/>
            </a:pPr>
            <a:r>
              <a:rPr lang="vi-VN" dirty="0"/>
              <a:t>Kịch bản 2: Kiểm thử phân quyền &amp; đa người dùng</a:t>
            </a:r>
            <a:endParaRPr lang="en-US" dirty="0"/>
          </a:p>
          <a:p>
            <a:pPr marL="342900" indent="-342900">
              <a:lnSpc>
                <a:spcPct val="150000"/>
              </a:lnSpc>
              <a:buFont typeface="Arial" panose="020B0604020202020204" pitchFamily="34" charset="0"/>
              <a:buChar char="•"/>
            </a:pPr>
            <a:endParaRPr lang="vi-VN" dirty="0"/>
          </a:p>
        </p:txBody>
      </p:sp>
    </p:spTree>
    <p:extLst>
      <p:ext uri="{BB962C8B-B14F-4D97-AF65-F5344CB8AC3E}">
        <p14:creationId xmlns:p14="http://schemas.microsoft.com/office/powerpoint/2010/main" val="15924646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27981F-8DDB-4942-9095-1A301A93096A}"/>
              </a:ext>
            </a:extLst>
          </p:cNvPr>
          <p:cNvSpPr>
            <a:spLocks noGrp="1"/>
          </p:cNvSpPr>
          <p:nvPr>
            <p:ph type="ctrTitle"/>
          </p:nvPr>
        </p:nvSpPr>
        <p:spPr/>
        <p:txBody>
          <a:bodyPr/>
          <a:lstStyle/>
          <a:p>
            <a:r>
              <a:rPr lang="en-US"/>
              <a:t>CÁM ƠN</a:t>
            </a:r>
          </a:p>
        </p:txBody>
      </p:sp>
      <p:sp>
        <p:nvSpPr>
          <p:cNvPr id="3" name="Subtitle 2">
            <a:extLst>
              <a:ext uri="{FF2B5EF4-FFF2-40B4-BE49-F238E27FC236}">
                <a16:creationId xmlns:a16="http://schemas.microsoft.com/office/drawing/2014/main" id="{E3DE8CBC-CC0F-41DD-9762-03FD26D3B012}"/>
              </a:ext>
            </a:extLst>
          </p:cNvPr>
          <p:cNvSpPr>
            <a:spLocks noGrp="1"/>
          </p:cNvSpPr>
          <p:nvPr>
            <p:ph type="subTitle" idx="1"/>
          </p:nvPr>
        </p:nvSpPr>
        <p:spPr/>
        <p:txBody>
          <a:bodyPr/>
          <a:lstStyle/>
          <a:p>
            <a:r>
              <a:rPr lang="en-US"/>
              <a:t>Thank you</a:t>
            </a:r>
          </a:p>
        </p:txBody>
      </p:sp>
    </p:spTree>
    <p:extLst>
      <p:ext uri="{BB962C8B-B14F-4D97-AF65-F5344CB8AC3E}">
        <p14:creationId xmlns:p14="http://schemas.microsoft.com/office/powerpoint/2010/main" val="1316482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6354</TotalTime>
  <Words>2808</Words>
  <Application>Microsoft Office PowerPoint</Application>
  <PresentationFormat>Widescreen</PresentationFormat>
  <Paragraphs>276</Paragraphs>
  <Slides>32</Slides>
  <Notes>26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32</vt:i4>
      </vt:variant>
    </vt:vector>
  </HeadingPairs>
  <TitlesOfParts>
    <vt:vector size="40" baseType="lpstr">
      <vt:lpstr>Barlow</vt:lpstr>
      <vt:lpstr>Cambria Math</vt:lpstr>
      <vt:lpstr>K2D</vt:lpstr>
      <vt:lpstr>Arial</vt:lpstr>
      <vt:lpstr>Aptos</vt:lpstr>
      <vt:lpstr>Courier New</vt:lpstr>
      <vt:lpstr>Readex Pro</vt:lpstr>
      <vt:lpstr>Office Theme</vt:lpstr>
      <vt:lpstr>XÂY DỰNG KHUNG ĐÁNH GIÁ AN TOÀN PHẦN MỀM MÃ NGUỒN MỞ DỰA TRÊN CHUỖI CUNG ỨNG PHẦN MỀM</vt:lpstr>
      <vt:lpstr>Nội dung</vt:lpstr>
      <vt:lpstr>Phần 1 :</vt:lpstr>
      <vt:lpstr>Đặt vấn đề &amp; bối cảnh</vt:lpstr>
      <vt:lpstr>Mục tiêu nghiên cứu</vt:lpstr>
      <vt:lpstr>Phần 2 :</vt:lpstr>
      <vt:lpstr>OWASP ASVS 5.0.0: Cột mốc mới trong Bảo mật Chuỗi cung ứng</vt:lpstr>
      <vt:lpstr>OWASP ASVS 5.0.0</vt:lpstr>
      <vt:lpstr>Mô hình SAW: "Số hóa" Tiêu chuẩn Bảo mật định tính</vt:lpstr>
      <vt:lpstr>Các tham số w_i  &amp; c_i</vt:lpstr>
      <vt:lpstr>Định lượng hóa các tiêu chí</vt:lpstr>
      <vt:lpstr>Mô hình AHP: Khách quan hóa trọng số các tiêu chí bảo mật.</vt:lpstr>
      <vt:lpstr>Mô hình AHP: Khách quan hóa trọng số các tiêu chí bảo mật.</vt:lpstr>
      <vt:lpstr>Mô hình SAW: "Số hóa" Tiêu chuẩn Bảo mật định tính</vt:lpstr>
      <vt:lpstr>Phần 3 :</vt:lpstr>
      <vt:lpstr>Kiến trúc Framework tổng thể</vt:lpstr>
      <vt:lpstr>Giai đoạn 1 - Tiếp nhận &amp; Định danh</vt:lpstr>
      <vt:lpstr>Giai đoạn 2 - Phân tích đa tầng</vt:lpstr>
      <vt:lpstr>Giai đoạn 3 - Tính toán Chỉ số Rủi ro (Scoring)</vt:lpstr>
      <vt:lpstr>Giai đoạn 4 - Ra quyết định &amp; Xuất báo cáo</vt:lpstr>
      <vt:lpstr>Phần  4:</vt:lpstr>
      <vt:lpstr>Triển khai Hệ thống</vt:lpstr>
      <vt:lpstr>Cơ chế Phòng vệ Chiều sâu</vt:lpstr>
      <vt:lpstr>Sơ đồ usecase</vt:lpstr>
      <vt:lpstr>Sơ đồ usecase</vt:lpstr>
      <vt:lpstr>PowerPoint Presentation</vt:lpstr>
      <vt:lpstr>Kiểm chứng thực địa – Độ nhạy của Framework</vt:lpstr>
      <vt:lpstr>Phần 5 :</vt:lpstr>
      <vt:lpstr>Tổng kết Nghiên cứu và Tầm nhìn Phát triển</vt:lpstr>
      <vt:lpstr>Phần 6 :</vt:lpstr>
      <vt:lpstr>Kịch bản kiểm thử và đánh giá hệ thống</vt:lpstr>
      <vt:lpstr>CÁM ƠN</vt:lpstr>
    </vt:vector>
  </TitlesOfParts>
  <Company>Can Tho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PowerPointTemplate_Blank</dc:title>
  <dc:creator>CTU Media</dc:creator>
  <cp:lastModifiedBy>Duy Tâm</cp:lastModifiedBy>
  <cp:revision>261</cp:revision>
  <dcterms:created xsi:type="dcterms:W3CDTF">2022-07-01T08:15:51Z</dcterms:created>
  <dcterms:modified xsi:type="dcterms:W3CDTF">2026-04-24T12:21:16Z</dcterms:modified>
</cp:coreProperties>
</file>